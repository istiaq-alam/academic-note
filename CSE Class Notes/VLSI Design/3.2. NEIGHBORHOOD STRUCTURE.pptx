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gradFill rotWithShape="0">
            <a:gsLst>
              <a:gs pos="0">
                <a:srgbClr val="504652">
                  <a:alpha val="36000"/>
                </a:srgbClr>
              </a:gs>
              <a:gs pos="100000">
                <a:srgbClr val="242852">
                  <a:alpha val="1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3" name="Oval 7"/>
          <p:cNvSpPr/>
          <p:nvPr/>
        </p:nvSpPr>
        <p:spPr>
          <a:xfrm rot="19724400">
            <a:off x="1373040" y="1038600"/>
            <a:ext cx="7240320" cy="5706720"/>
          </a:xfrm>
          <a:prstGeom prst="ellipse">
            <a:avLst/>
          </a:prstGeom>
          <a:gradFill rotWithShape="0">
            <a:gsLst>
              <a:gs pos="0">
                <a:srgbClr val="C4BCC6">
                  <a:alpha val="7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4" name="Oval 8"/>
          <p:cNvSpPr/>
          <p:nvPr/>
        </p:nvSpPr>
        <p:spPr>
          <a:xfrm rot="17656800">
            <a:off x="-273960" y="1165680"/>
            <a:ext cx="5538240" cy="448020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5" name="Oval 9"/>
          <p:cNvSpPr/>
          <p:nvPr/>
        </p:nvSpPr>
        <p:spPr>
          <a:xfrm rot="19724400">
            <a:off x="3277800" y="117000"/>
            <a:ext cx="6478920" cy="475452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6" name="TextBox 7"/>
          <p:cNvSpPr/>
          <p:nvPr/>
        </p:nvSpPr>
        <p:spPr>
          <a:xfrm>
            <a:off x="1828800" y="3159720"/>
            <a:ext cx="456840" cy="10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9000" rIns="0" bIns="900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66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{</a:t>
            </a:r>
            <a:endParaRPr lang="en-US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77240" y="1219320"/>
            <a:ext cx="7543440" cy="215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60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</a:t>
            </a: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ck </a:t>
            </a: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to </a:t>
            </a: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edi</a:t>
            </a: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t </a:t>
            </a: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Ma</a:t>
            </a: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ster </a:t>
            </a: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titl</a:t>
            </a: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e </a:t>
            </a: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styl</a:t>
            </a: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e</a:t>
            </a:r>
            <a:endParaRPr lang="en-US" sz="60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1"/>
          </p:nvPr>
        </p:nvSpPr>
        <p:spPr>
          <a:xfrm>
            <a:off x="6172200" y="615456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&lt;date/time&gt;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2"/>
          </p:nvPr>
        </p:nvSpPr>
        <p:spPr>
          <a:xfrm>
            <a:off x="822960" y="5842080"/>
            <a:ext cx="2133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00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920AA02-AE66-401B-9C6A-79AA4346FA21}" type="slidenum">
              <a: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&lt;number&gt;</a:t>
            </a:fld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3"/>
          </p:nvPr>
        </p:nvSpPr>
        <p:spPr>
          <a:xfrm>
            <a:off x="822960" y="6154560"/>
            <a:ext cx="4571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420"/>
              </a:spcBef>
              <a:buClr>
                <a:srgbClr val="FFFFFF"/>
              </a:buClr>
              <a:buSzPct val="60000"/>
              <a:buFont typeface="Wingdings" charset="2"/>
              <a:buChar char=""/>
              <a:defRPr lang="en-US" sz="21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  <a:lvl2pPr lvl="1" algn="l" defTabSz="914400">
              <a:spcBef>
                <a:spcPts val="380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9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2pPr>
            <a:lvl3pPr lvl="2" algn="l" defTabSz="914400">
              <a:spcBef>
                <a:spcPts val="34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7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3pPr>
            <a:lvl4pPr lvl="3" algn="l" defTabSz="914400">
              <a:spcBef>
                <a:spcPts val="320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4pPr>
            <a:lvl5pPr lvl="4" algn="l" defTabSz="914400">
              <a:spcBef>
                <a:spcPts val="30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5pPr>
            <a:lvl6pPr lvl="5" algn="l" defTabSz="9144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6pPr>
            <a:lvl7pPr lvl="6" algn="l" defTabSz="9144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7pPr>
          </a:lstStyle>
          <a:p>
            <a:pPr marL="274320" indent="-255960" algn="l" defTabSz="914400">
              <a:spcBef>
                <a:spcPts val="420"/>
              </a:spcBef>
              <a:buClr>
                <a:srgbClr val="FFFFFF"/>
              </a:buClr>
              <a:buSzPct val="60000"/>
              <a:buFont typeface="Wingdings" charset="2"/>
              <a:buChar char=""/>
            </a:pPr>
            <a:r>
              <a:rPr lang="en-US" sz="21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the outline text format</a:t>
            </a:r>
            <a:endParaRPr lang="en-US" sz="21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864000" lvl="1" indent="-324000" algn="l" defTabSz="914400">
              <a:spcBef>
                <a:spcPts val="380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9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Second Outline Level</a:t>
            </a:r>
            <a:endParaRPr lang="en-US" sz="19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296000" lvl="2" indent="-288000" algn="l" defTabSz="914400">
              <a:spcBef>
                <a:spcPts val="34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7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Third Outline Level</a:t>
            </a:r>
            <a:endParaRPr lang="en-US" sz="17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728000" lvl="3" indent="-216000" algn="l" defTabSz="914400">
              <a:spcBef>
                <a:spcPts val="320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Fourth Outline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2160000" lvl="4" indent="-216000" algn="l" defTabSz="914400">
              <a:spcBef>
                <a:spcPts val="30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Fifth Outline Level</a:t>
            </a:r>
            <a:endParaRPr lang="en-US" sz="15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Sixth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Seventh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gradFill rotWithShape="0">
            <a:gsLst>
              <a:gs pos="0">
                <a:srgbClr val="504652">
                  <a:alpha val="36000"/>
                </a:srgbClr>
              </a:gs>
              <a:gs pos="100000">
                <a:srgbClr val="242852">
                  <a:alpha val="1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3" name="Oval 7"/>
          <p:cNvSpPr/>
          <p:nvPr/>
        </p:nvSpPr>
        <p:spPr>
          <a:xfrm rot="19724400">
            <a:off x="1373040" y="1038600"/>
            <a:ext cx="7240320" cy="5706720"/>
          </a:xfrm>
          <a:prstGeom prst="ellipse">
            <a:avLst/>
          </a:prstGeom>
          <a:gradFill rotWithShape="0">
            <a:gsLst>
              <a:gs pos="0">
                <a:srgbClr val="C4BCC6">
                  <a:alpha val="7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4" name="Oval 8"/>
          <p:cNvSpPr/>
          <p:nvPr/>
        </p:nvSpPr>
        <p:spPr>
          <a:xfrm rot="17656800">
            <a:off x="-273960" y="1165680"/>
            <a:ext cx="5538240" cy="448020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5" name="Oval 9"/>
          <p:cNvSpPr/>
          <p:nvPr/>
        </p:nvSpPr>
        <p:spPr>
          <a:xfrm rot="19724400">
            <a:off x="3277800" y="117000"/>
            <a:ext cx="6478920" cy="475452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77240" y="4876920"/>
            <a:ext cx="754344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title style</a:t>
            </a:r>
            <a:endParaRPr lang="en-US" sz="49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2133720" y="685800"/>
            <a:ext cx="5790960" cy="350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420"/>
              </a:spcBef>
              <a:buClr>
                <a:srgbClr val="FFFFFF"/>
              </a:buClr>
              <a:buSzPct val="60000"/>
              <a:buFont typeface="Wingdings" charset="2"/>
              <a:buChar char=""/>
              <a:defRPr lang="en-US" sz="21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  <a:lvl2pPr lvl="1" algn="l" defTabSz="914400"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SzPct val="60000"/>
              <a:buFont typeface="Wingdings" charset="2"/>
              <a:buChar char=""/>
              <a:defRPr lang="en-US" sz="19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2pPr>
            <a:lvl3pPr lvl="2" algn="l" defTabSz="91440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SzPct val="60000"/>
              <a:buFont typeface="Wingdings" charset="2"/>
              <a:buChar char=""/>
              <a:defRPr lang="en-US" sz="17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60000"/>
              <a:buFont typeface="Wingdings" charset="2"/>
              <a:buChar char="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4pPr>
            <a:lvl5pPr lvl="4" algn="l" defTabSz="9144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60000"/>
              <a:buFont typeface="Wingdings" charset="2"/>
              <a:buChar char=""/>
              <a:defRPr lang="en-US" sz="15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5pPr>
          </a:lstStyle>
          <a:p>
            <a:pPr marL="274320" indent="-255960" algn="l" defTabSz="914400">
              <a:lnSpc>
                <a:spcPct val="100000"/>
              </a:lnSpc>
              <a:spcBef>
                <a:spcPts val="420"/>
              </a:spcBef>
              <a:buClr>
                <a:srgbClr val="FFFFFF"/>
              </a:buClr>
              <a:buSzPct val="60000"/>
              <a:buFont typeface="Wingdings" charset="2"/>
              <a:buChar char=""/>
            </a:pPr>
            <a:r>
              <a:rPr lang="en-US" sz="21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text styles</a:t>
            </a:r>
            <a:endParaRPr lang="en-US" sz="21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640080" lvl="1" indent="-255960" algn="l" defTabSz="914400"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SzPct val="60000"/>
              <a:buFont typeface="Wingdings" charset="2"/>
              <a:buChar char=""/>
            </a:pPr>
            <a:r>
              <a:rPr lang="en-US" sz="19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Second level</a:t>
            </a:r>
            <a:endParaRPr lang="en-US" sz="19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005840" lvl="2" indent="-255960" algn="l" defTabSz="91440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SzPct val="60000"/>
              <a:buFont typeface="Wingdings" charset="2"/>
              <a:buChar char=""/>
            </a:pPr>
            <a:r>
              <a:rPr lang="en-US" sz="17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Third level</a:t>
            </a:r>
            <a:endParaRPr lang="en-US" sz="17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371600" lvl="3" indent="-255960" algn="l" defTabSz="9144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60000"/>
              <a:buFont typeface="Wingdings" charset="2"/>
              <a:buChar char="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Fourth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645920" lvl="4" indent="-255960" algn="l" defTabSz="9144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60000"/>
              <a:buFont typeface="Wingdings" charset="2"/>
              <a:buChar char=""/>
            </a:pPr>
            <a:r>
              <a:rPr lang="en-US" sz="15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Fifth level</a:t>
            </a:r>
            <a:endParaRPr lang="en-US" sz="15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6172200" y="615456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&lt;date/time&gt;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822960" y="6154560"/>
            <a:ext cx="4571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822960" y="5842080"/>
            <a:ext cx="2133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00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2E03E1F-2534-40E3-9D37-7CB69F1CBA3E}" type="slidenum">
              <a: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&lt;number&gt;</a:t>
            </a:fld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gradFill rotWithShape="0">
            <a:gsLst>
              <a:gs pos="0">
                <a:srgbClr val="504652">
                  <a:alpha val="36000"/>
                </a:srgbClr>
              </a:gs>
              <a:gs pos="100000">
                <a:srgbClr val="242852">
                  <a:alpha val="1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22" name="Oval 7"/>
          <p:cNvSpPr/>
          <p:nvPr/>
        </p:nvSpPr>
        <p:spPr>
          <a:xfrm rot="19724400">
            <a:off x="1373040" y="1038600"/>
            <a:ext cx="7240320" cy="5706720"/>
          </a:xfrm>
          <a:prstGeom prst="ellipse">
            <a:avLst/>
          </a:prstGeom>
          <a:gradFill rotWithShape="0">
            <a:gsLst>
              <a:gs pos="0">
                <a:srgbClr val="C4BCC6">
                  <a:alpha val="7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23" name="Oval 8"/>
          <p:cNvSpPr/>
          <p:nvPr/>
        </p:nvSpPr>
        <p:spPr>
          <a:xfrm rot="17656800">
            <a:off x="-273960" y="1165680"/>
            <a:ext cx="5538240" cy="448020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24" name="Oval 9"/>
          <p:cNvSpPr/>
          <p:nvPr/>
        </p:nvSpPr>
        <p:spPr>
          <a:xfrm rot="19724400">
            <a:off x="3277800" y="117000"/>
            <a:ext cx="6478920" cy="475452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2133360" cy="518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vert="eaVer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title style</a:t>
            </a:r>
            <a:endParaRPr lang="en-US" sz="49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2895480" y="685800"/>
            <a:ext cx="5028840" cy="457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420"/>
              </a:spcBef>
              <a:buClr>
                <a:srgbClr val="FFFFFF"/>
              </a:buClr>
              <a:buSzPct val="60000"/>
              <a:buFont typeface="Wingdings" charset="2"/>
              <a:buChar char=""/>
              <a:defRPr lang="en-US" sz="21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  <a:lvl2pPr lvl="1" algn="l" defTabSz="914400"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SzPct val="60000"/>
              <a:buFont typeface="Wingdings" charset="2"/>
              <a:buChar char=""/>
              <a:defRPr lang="en-US" sz="19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2pPr>
            <a:lvl3pPr lvl="2" algn="l" defTabSz="91440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SzPct val="60000"/>
              <a:buFont typeface="Wingdings" charset="2"/>
              <a:buChar char=""/>
              <a:defRPr lang="en-US" sz="17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60000"/>
              <a:buFont typeface="Wingdings" charset="2"/>
              <a:buChar char="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4pPr>
            <a:lvl5pPr lvl="4" algn="l" defTabSz="9144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60000"/>
              <a:buFont typeface="Wingdings" charset="2"/>
              <a:buChar char=""/>
              <a:defRPr lang="en-US" sz="15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5pPr>
          </a:lstStyle>
          <a:p>
            <a:pPr marL="274320" indent="-255960" algn="l" defTabSz="914400">
              <a:lnSpc>
                <a:spcPct val="100000"/>
              </a:lnSpc>
              <a:spcBef>
                <a:spcPts val="420"/>
              </a:spcBef>
              <a:buClr>
                <a:srgbClr val="FFFFFF"/>
              </a:buClr>
              <a:buSzPct val="60000"/>
              <a:buFont typeface="Wingdings" charset="2"/>
              <a:buChar char=""/>
            </a:pPr>
            <a:r>
              <a:rPr lang="en-US" sz="21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text styles</a:t>
            </a:r>
            <a:endParaRPr lang="en-US" sz="21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640080" lvl="1" indent="-255960" algn="l" defTabSz="914400"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SzPct val="60000"/>
              <a:buFont typeface="Wingdings" charset="2"/>
              <a:buChar char=""/>
            </a:pPr>
            <a:r>
              <a:rPr lang="en-US" sz="19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Second level</a:t>
            </a:r>
            <a:endParaRPr lang="en-US" sz="19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005840" lvl="2" indent="-255960" algn="l" defTabSz="91440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SzPct val="60000"/>
              <a:buFont typeface="Wingdings" charset="2"/>
              <a:buChar char=""/>
            </a:pPr>
            <a:r>
              <a:rPr lang="en-US" sz="17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Third level</a:t>
            </a:r>
            <a:endParaRPr lang="en-US" sz="17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371600" lvl="3" indent="-255960" algn="l" defTabSz="9144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60000"/>
              <a:buFont typeface="Wingdings" charset="2"/>
              <a:buChar char="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Fourth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645920" lvl="4" indent="-255960" algn="l" defTabSz="9144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60000"/>
              <a:buFont typeface="Wingdings" charset="2"/>
              <a:buChar char=""/>
            </a:pPr>
            <a:r>
              <a:rPr lang="en-US" sz="15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Fifth level</a:t>
            </a:r>
            <a:endParaRPr lang="en-US" sz="15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7"/>
          </p:nvPr>
        </p:nvSpPr>
        <p:spPr>
          <a:xfrm>
            <a:off x="6172200" y="615456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&lt;date/time&gt;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8"/>
          </p:nvPr>
        </p:nvSpPr>
        <p:spPr>
          <a:xfrm>
            <a:off x="822960" y="6154560"/>
            <a:ext cx="4571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22960" y="5842080"/>
            <a:ext cx="2133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00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1CA1871-F3E4-4C64-9B66-260B0301012B}" type="slidenum">
              <a: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&lt;number&gt;</a:t>
            </a:fld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6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gradFill rotWithShape="0">
            <a:gsLst>
              <a:gs pos="0">
                <a:srgbClr val="504652">
                  <a:alpha val="36000"/>
                </a:srgbClr>
              </a:gs>
              <a:gs pos="100000">
                <a:srgbClr val="242852">
                  <a:alpha val="1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31" name="Oval 7"/>
          <p:cNvSpPr/>
          <p:nvPr/>
        </p:nvSpPr>
        <p:spPr>
          <a:xfrm rot="19724400">
            <a:off x="1373040" y="1038600"/>
            <a:ext cx="7240320" cy="5706720"/>
          </a:xfrm>
          <a:prstGeom prst="ellipse">
            <a:avLst/>
          </a:prstGeom>
          <a:gradFill rotWithShape="0">
            <a:gsLst>
              <a:gs pos="0">
                <a:srgbClr val="C4BCC6">
                  <a:alpha val="7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32" name="Oval 8"/>
          <p:cNvSpPr/>
          <p:nvPr/>
        </p:nvSpPr>
        <p:spPr>
          <a:xfrm rot="17656800">
            <a:off x="-273960" y="1165680"/>
            <a:ext cx="5538240" cy="448020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33" name="Oval 9"/>
          <p:cNvSpPr/>
          <p:nvPr/>
        </p:nvSpPr>
        <p:spPr>
          <a:xfrm rot="19724400">
            <a:off x="3277800" y="117000"/>
            <a:ext cx="6478920" cy="475452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77240" y="4876920"/>
            <a:ext cx="754344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title style</a:t>
            </a:r>
            <a:endParaRPr lang="en-US" sz="49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dt" idx="10"/>
          </p:nvPr>
        </p:nvSpPr>
        <p:spPr>
          <a:xfrm>
            <a:off x="6172200" y="615456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&lt;date/time&gt;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ftr" idx="11"/>
          </p:nvPr>
        </p:nvSpPr>
        <p:spPr>
          <a:xfrm>
            <a:off x="822960" y="6154560"/>
            <a:ext cx="4571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sldNum" idx="12"/>
          </p:nvPr>
        </p:nvSpPr>
        <p:spPr>
          <a:xfrm>
            <a:off x="822960" y="5842080"/>
            <a:ext cx="2133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00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31EBB75-6D75-4E16-8568-A29C942A37E7}" type="slidenum">
              <a: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&lt;number&gt;</a:t>
            </a:fld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 Layou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6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gradFill rotWithShape="0">
            <a:gsLst>
              <a:gs pos="0">
                <a:srgbClr val="504652">
                  <a:alpha val="36000"/>
                </a:srgbClr>
              </a:gs>
              <a:gs pos="100000">
                <a:srgbClr val="242852">
                  <a:alpha val="1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39" name="Oval 7"/>
          <p:cNvSpPr/>
          <p:nvPr/>
        </p:nvSpPr>
        <p:spPr>
          <a:xfrm rot="19724400">
            <a:off x="1373040" y="1038600"/>
            <a:ext cx="7240320" cy="5706720"/>
          </a:xfrm>
          <a:prstGeom prst="ellipse">
            <a:avLst/>
          </a:prstGeom>
          <a:gradFill rotWithShape="0">
            <a:gsLst>
              <a:gs pos="0">
                <a:srgbClr val="C4BCC6">
                  <a:alpha val="7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40" name="Oval 8"/>
          <p:cNvSpPr/>
          <p:nvPr/>
        </p:nvSpPr>
        <p:spPr>
          <a:xfrm rot="17656800">
            <a:off x="-273960" y="1165680"/>
            <a:ext cx="5538240" cy="448020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41" name="Oval 9"/>
          <p:cNvSpPr/>
          <p:nvPr/>
        </p:nvSpPr>
        <p:spPr>
          <a:xfrm rot="19724400">
            <a:off x="3277800" y="117000"/>
            <a:ext cx="6478920" cy="475452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77240" y="4876920"/>
            <a:ext cx="754344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title style</a:t>
            </a:r>
            <a:endParaRPr lang="en-US" sz="49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dt" idx="13"/>
          </p:nvPr>
        </p:nvSpPr>
        <p:spPr>
          <a:xfrm>
            <a:off x="6172200" y="615456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&lt;date/time&gt;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ftr" idx="14"/>
          </p:nvPr>
        </p:nvSpPr>
        <p:spPr>
          <a:xfrm>
            <a:off x="822960" y="6154560"/>
            <a:ext cx="4571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sldNum" idx="15"/>
          </p:nvPr>
        </p:nvSpPr>
        <p:spPr>
          <a:xfrm>
            <a:off x="822960" y="5842080"/>
            <a:ext cx="2133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00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F6A1EC1-82AD-4D8B-8FE0-740520C0DCE9}" type="slidenum">
              <a: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&lt;number&gt;</a:t>
            </a:fld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6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gradFill rotWithShape="0">
            <a:gsLst>
              <a:gs pos="0">
                <a:srgbClr val="504652">
                  <a:alpha val="36000"/>
                </a:srgbClr>
              </a:gs>
              <a:gs pos="100000">
                <a:srgbClr val="242852">
                  <a:alpha val="1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47" name="Oval 7"/>
          <p:cNvSpPr/>
          <p:nvPr/>
        </p:nvSpPr>
        <p:spPr>
          <a:xfrm rot="19724400">
            <a:off x="1373040" y="1038600"/>
            <a:ext cx="7240320" cy="5706720"/>
          </a:xfrm>
          <a:prstGeom prst="ellipse">
            <a:avLst/>
          </a:prstGeom>
          <a:gradFill rotWithShape="0">
            <a:gsLst>
              <a:gs pos="0">
                <a:srgbClr val="C4BCC6">
                  <a:alpha val="7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48" name="Oval 8"/>
          <p:cNvSpPr/>
          <p:nvPr/>
        </p:nvSpPr>
        <p:spPr>
          <a:xfrm rot="17656800">
            <a:off x="-273960" y="1165680"/>
            <a:ext cx="5538240" cy="448020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49" name="Oval 9"/>
          <p:cNvSpPr/>
          <p:nvPr/>
        </p:nvSpPr>
        <p:spPr>
          <a:xfrm rot="19724400">
            <a:off x="3277800" y="117000"/>
            <a:ext cx="6478920" cy="475452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body"/>
          </p:nvPr>
        </p:nvSpPr>
        <p:spPr>
          <a:xfrm>
            <a:off x="2133720" y="685800"/>
            <a:ext cx="6095520" cy="3657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spcBef>
                <a:spcPts val="420"/>
              </a:spcBef>
              <a:buClr>
                <a:srgbClr val="FFFFFF"/>
              </a:buClr>
              <a:buSzPct val="60000"/>
              <a:buFont typeface="Wingdings" charset="2"/>
              <a:buChar char=""/>
              <a:defRPr lang="en-US" sz="21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  <a:lvl2pPr lvl="1" algn="l" defTabSz="914400"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SzPct val="60000"/>
              <a:buFont typeface="Wingdings" charset="2"/>
              <a:buChar char=""/>
              <a:defRPr lang="en-US" sz="19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2pPr>
            <a:lvl3pPr lvl="2" algn="l" defTabSz="91440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SzPct val="60000"/>
              <a:buFont typeface="Wingdings" charset="2"/>
              <a:buChar char=""/>
              <a:defRPr lang="en-US" sz="17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60000"/>
              <a:buFont typeface="Wingdings" charset="2"/>
              <a:buChar char="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4pPr>
            <a:lvl5pPr lvl="4" algn="l" defTabSz="9144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60000"/>
              <a:buFont typeface="Wingdings" charset="2"/>
              <a:buChar char=""/>
              <a:defRPr lang="en-US" sz="15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5pPr>
          </a:lstStyle>
          <a:p>
            <a:pPr marL="274320" indent="-255960" algn="l" defTabSz="914400">
              <a:lnSpc>
                <a:spcPct val="100000"/>
              </a:lnSpc>
              <a:spcBef>
                <a:spcPts val="420"/>
              </a:spcBef>
              <a:buClr>
                <a:srgbClr val="FFFFFF"/>
              </a:buClr>
              <a:buSzPct val="60000"/>
              <a:buFont typeface="Wingdings" charset="2"/>
              <a:buChar char=""/>
            </a:pPr>
            <a:r>
              <a:rPr lang="en-US" sz="21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text styles</a:t>
            </a:r>
            <a:endParaRPr lang="en-US" sz="21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640080" lvl="1" indent="-255960" algn="l" defTabSz="914400"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SzPct val="60000"/>
              <a:buFont typeface="Wingdings" charset="2"/>
              <a:buChar char=""/>
            </a:pPr>
            <a:r>
              <a:rPr lang="en-US" sz="19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Second level</a:t>
            </a:r>
            <a:endParaRPr lang="en-US" sz="19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005840" lvl="2" indent="-255960" algn="l" defTabSz="91440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SzPct val="60000"/>
              <a:buFont typeface="Wingdings" charset="2"/>
              <a:buChar char=""/>
            </a:pPr>
            <a:r>
              <a:rPr lang="en-US" sz="17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Third level</a:t>
            </a:r>
            <a:endParaRPr lang="en-US" sz="17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371600" lvl="3" indent="-255960" algn="l" defTabSz="9144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60000"/>
              <a:buFont typeface="Wingdings" charset="2"/>
              <a:buChar char="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Fourth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645920" lvl="4" indent="-255960" algn="l" defTabSz="9144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60000"/>
              <a:buFont typeface="Wingdings" charset="2"/>
              <a:buChar char=""/>
            </a:pPr>
            <a:r>
              <a:rPr lang="en-US" sz="15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Fifth level</a:t>
            </a:r>
            <a:endParaRPr lang="en-US" sz="15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777240" y="4876920"/>
            <a:ext cx="754344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title style</a:t>
            </a:r>
            <a:endParaRPr lang="en-US" sz="49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16"/>
          </p:nvPr>
        </p:nvSpPr>
        <p:spPr>
          <a:xfrm>
            <a:off x="6172200" y="615456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&lt;date/time&gt;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17"/>
          </p:nvPr>
        </p:nvSpPr>
        <p:spPr>
          <a:xfrm>
            <a:off x="822960" y="5842080"/>
            <a:ext cx="2133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00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E08AC41-5835-46E8-8F7D-B8D0B696FCAB}" type="slidenum">
              <a: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&lt;number&gt;</a:t>
            </a:fld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18"/>
          </p:nvPr>
        </p:nvSpPr>
        <p:spPr>
          <a:xfrm>
            <a:off x="822960" y="6154560"/>
            <a:ext cx="4571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6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gradFill rotWithShape="0">
            <a:gsLst>
              <a:gs pos="0">
                <a:srgbClr val="504652">
                  <a:alpha val="36000"/>
                </a:srgbClr>
              </a:gs>
              <a:gs pos="100000">
                <a:srgbClr val="242852">
                  <a:alpha val="1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56" name="Oval 7"/>
          <p:cNvSpPr/>
          <p:nvPr/>
        </p:nvSpPr>
        <p:spPr>
          <a:xfrm rot="19724400">
            <a:off x="1373040" y="1038600"/>
            <a:ext cx="7240320" cy="5706720"/>
          </a:xfrm>
          <a:prstGeom prst="ellipse">
            <a:avLst/>
          </a:prstGeom>
          <a:gradFill rotWithShape="0">
            <a:gsLst>
              <a:gs pos="0">
                <a:srgbClr val="C4BCC6">
                  <a:alpha val="7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57" name="Oval 8"/>
          <p:cNvSpPr/>
          <p:nvPr/>
        </p:nvSpPr>
        <p:spPr>
          <a:xfrm rot="17656800">
            <a:off x="-273960" y="1165680"/>
            <a:ext cx="5538240" cy="448020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58" name="Oval 9"/>
          <p:cNvSpPr/>
          <p:nvPr/>
        </p:nvSpPr>
        <p:spPr>
          <a:xfrm rot="19724400">
            <a:off x="3277800" y="117000"/>
            <a:ext cx="6478920" cy="475452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59" name="TextBox 7"/>
          <p:cNvSpPr/>
          <p:nvPr/>
        </p:nvSpPr>
        <p:spPr>
          <a:xfrm>
            <a:off x="4267080" y="4074480"/>
            <a:ext cx="45684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66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{</a:t>
            </a:r>
            <a:endParaRPr lang="en-US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body"/>
          </p:nvPr>
        </p:nvSpPr>
        <p:spPr>
          <a:xfrm>
            <a:off x="4572000" y="4267440"/>
            <a:ext cx="3733560" cy="73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dt" idx="19"/>
          </p:nvPr>
        </p:nvSpPr>
        <p:spPr>
          <a:xfrm>
            <a:off x="6172200" y="615456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&lt;date/time&gt;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20"/>
          </p:nvPr>
        </p:nvSpPr>
        <p:spPr>
          <a:xfrm>
            <a:off x="822960" y="5842080"/>
            <a:ext cx="2133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00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7588180-D22F-4E1B-90C8-E26EA943F2C8}" type="slidenum">
              <a: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&lt;number&gt;</a:t>
            </a:fld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ftr" idx="21"/>
          </p:nvPr>
        </p:nvSpPr>
        <p:spPr>
          <a:xfrm>
            <a:off x="822960" y="6154560"/>
            <a:ext cx="4571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title"/>
          </p:nvPr>
        </p:nvSpPr>
        <p:spPr>
          <a:xfrm>
            <a:off x="2286000" y="1905120"/>
            <a:ext cx="6034680" cy="234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54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54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title style</a:t>
            </a:r>
            <a:endParaRPr lang="en-US" sz="54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gradFill rotWithShape="0">
            <a:gsLst>
              <a:gs pos="0">
                <a:srgbClr val="504652">
                  <a:alpha val="36000"/>
                </a:srgbClr>
              </a:gs>
              <a:gs pos="100000">
                <a:srgbClr val="242852">
                  <a:alpha val="1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66" name="Oval 7"/>
          <p:cNvSpPr/>
          <p:nvPr/>
        </p:nvSpPr>
        <p:spPr>
          <a:xfrm rot="19724400">
            <a:off x="1373040" y="1038600"/>
            <a:ext cx="7240320" cy="5706720"/>
          </a:xfrm>
          <a:prstGeom prst="ellipse">
            <a:avLst/>
          </a:prstGeom>
          <a:gradFill rotWithShape="0">
            <a:gsLst>
              <a:gs pos="0">
                <a:srgbClr val="C4BCC6">
                  <a:alpha val="7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67" name="Oval 8"/>
          <p:cNvSpPr/>
          <p:nvPr/>
        </p:nvSpPr>
        <p:spPr>
          <a:xfrm rot="17656800">
            <a:off x="-273960" y="1165680"/>
            <a:ext cx="5538240" cy="448020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68" name="Oval 9"/>
          <p:cNvSpPr/>
          <p:nvPr/>
        </p:nvSpPr>
        <p:spPr>
          <a:xfrm rot="19724400">
            <a:off x="3277800" y="117000"/>
            <a:ext cx="6478920" cy="475452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dt" idx="22"/>
          </p:nvPr>
        </p:nvSpPr>
        <p:spPr>
          <a:xfrm>
            <a:off x="6172200" y="615456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&lt;date/time&gt;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ldNum" idx="23"/>
          </p:nvPr>
        </p:nvSpPr>
        <p:spPr>
          <a:xfrm>
            <a:off x="822960" y="5842080"/>
            <a:ext cx="2133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00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BEA1DBB-4E90-48F9-981B-04CE8B1F8635}" type="slidenum">
              <a: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&lt;number&gt;</a:t>
            </a:fld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ftr" idx="24"/>
          </p:nvPr>
        </p:nvSpPr>
        <p:spPr>
          <a:xfrm>
            <a:off x="822960" y="6154560"/>
            <a:ext cx="4571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title"/>
          </p:nvPr>
        </p:nvSpPr>
        <p:spPr>
          <a:xfrm>
            <a:off x="777240" y="4876920"/>
            <a:ext cx="754344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title style</a:t>
            </a:r>
            <a:endParaRPr lang="en-US" sz="49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1344240" y="658440"/>
            <a:ext cx="3273120" cy="342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spcBef>
                <a:spcPts val="420"/>
              </a:spcBef>
              <a:buClr>
                <a:srgbClr val="FFFFFF"/>
              </a:buClr>
              <a:buSzPct val="60000"/>
              <a:buFont typeface="Wingdings" charset="2"/>
              <a:buChar char=""/>
              <a:defRPr lang="en-US" sz="21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  <a:lvl2pPr lvl="1" algn="l" defTabSz="914400"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SzPct val="60000"/>
              <a:buFont typeface="Wingdings" charset="2"/>
              <a:buChar char=""/>
              <a:defRPr lang="en-US" sz="19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2pPr>
            <a:lvl3pPr lvl="2" algn="l" defTabSz="91440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SzPct val="60000"/>
              <a:buFont typeface="Wingdings" charset="2"/>
              <a:buChar char=""/>
              <a:defRPr lang="en-US" sz="17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60000"/>
              <a:buFont typeface="Wingdings" charset="2"/>
              <a:buChar char="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4pPr>
            <a:lvl5pPr lvl="4" algn="l" defTabSz="9144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60000"/>
              <a:buFont typeface="Wingdings" charset="2"/>
              <a:buChar char=""/>
              <a:defRPr lang="en-US" sz="15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5pPr>
          </a:lstStyle>
          <a:p>
            <a:pPr marL="274320" indent="-255960" algn="l" defTabSz="914400">
              <a:lnSpc>
                <a:spcPct val="100000"/>
              </a:lnSpc>
              <a:spcBef>
                <a:spcPts val="420"/>
              </a:spcBef>
              <a:buClr>
                <a:srgbClr val="FFFFFF"/>
              </a:buClr>
              <a:buSzPct val="60000"/>
              <a:buFont typeface="Wingdings" charset="2"/>
              <a:buChar char=""/>
            </a:pPr>
            <a:r>
              <a:rPr lang="en-US" sz="21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text styles</a:t>
            </a:r>
            <a:endParaRPr lang="en-US" sz="21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640080" lvl="1" indent="-255960" algn="l" defTabSz="914400"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SzPct val="60000"/>
              <a:buFont typeface="Wingdings" charset="2"/>
              <a:buChar char=""/>
            </a:pPr>
            <a:r>
              <a:rPr lang="en-US" sz="19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Second level</a:t>
            </a:r>
            <a:endParaRPr lang="en-US" sz="19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005840" lvl="2" indent="-255960" algn="l" defTabSz="91440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SzPct val="60000"/>
              <a:buFont typeface="Wingdings" charset="2"/>
              <a:buChar char=""/>
            </a:pPr>
            <a:r>
              <a:rPr lang="en-US" sz="17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Third level</a:t>
            </a:r>
            <a:endParaRPr lang="en-US" sz="17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371600" lvl="3" indent="-255960" algn="l" defTabSz="9144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60000"/>
              <a:buFont typeface="Wingdings" charset="2"/>
              <a:buChar char="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Fourth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645920" lvl="4" indent="-255960" algn="l" defTabSz="9144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60000"/>
              <a:buFont typeface="Wingdings" charset="2"/>
              <a:buChar char=""/>
            </a:pPr>
            <a:r>
              <a:rPr lang="en-US" sz="15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Fifth level</a:t>
            </a:r>
            <a:endParaRPr lang="en-US" sz="15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5029200" y="658440"/>
            <a:ext cx="3273120" cy="343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spcBef>
                <a:spcPts val="420"/>
              </a:spcBef>
              <a:buClr>
                <a:srgbClr val="FFFFFF"/>
              </a:buClr>
              <a:buSzPct val="60000"/>
              <a:buFont typeface="Wingdings" charset="2"/>
              <a:buChar char=""/>
              <a:defRPr lang="en-US" sz="21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  <a:lvl2pPr lvl="1" algn="l" defTabSz="914400"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SzPct val="60000"/>
              <a:buFont typeface="Wingdings" charset="2"/>
              <a:buChar char=""/>
              <a:defRPr lang="en-US" sz="19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2pPr>
            <a:lvl3pPr lvl="2" algn="l" defTabSz="91440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SzPct val="60000"/>
              <a:buFont typeface="Wingdings" charset="2"/>
              <a:buChar char=""/>
              <a:defRPr lang="en-US" sz="17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60000"/>
              <a:buFont typeface="Wingdings" charset="2"/>
              <a:buChar char="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4pPr>
            <a:lvl5pPr lvl="4" algn="l" defTabSz="9144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60000"/>
              <a:buFont typeface="Wingdings" charset="2"/>
              <a:buChar char=""/>
              <a:defRPr lang="en-US" sz="15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5pPr>
          </a:lstStyle>
          <a:p>
            <a:pPr marL="274320" indent="-255960" algn="l" defTabSz="914400">
              <a:lnSpc>
                <a:spcPct val="100000"/>
              </a:lnSpc>
              <a:spcBef>
                <a:spcPts val="420"/>
              </a:spcBef>
              <a:buClr>
                <a:srgbClr val="FFFFFF"/>
              </a:buClr>
              <a:buSzPct val="60000"/>
              <a:buFont typeface="Wingdings" charset="2"/>
              <a:buChar char=""/>
            </a:pPr>
            <a:r>
              <a:rPr lang="en-US" sz="21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text styles</a:t>
            </a:r>
            <a:endParaRPr lang="en-US" sz="21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640080" lvl="1" indent="-255960" algn="l" defTabSz="914400"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SzPct val="60000"/>
              <a:buFont typeface="Wingdings" charset="2"/>
              <a:buChar char=""/>
            </a:pPr>
            <a:r>
              <a:rPr lang="en-US" sz="19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Second level</a:t>
            </a:r>
            <a:endParaRPr lang="en-US" sz="19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005840" lvl="2" indent="-255960" algn="l" defTabSz="91440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SzPct val="60000"/>
              <a:buFont typeface="Wingdings" charset="2"/>
              <a:buChar char=""/>
            </a:pPr>
            <a:r>
              <a:rPr lang="en-US" sz="17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Third level</a:t>
            </a:r>
            <a:endParaRPr lang="en-US" sz="17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371600" lvl="3" indent="-255960" algn="l" defTabSz="9144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60000"/>
              <a:buFont typeface="Wingdings" charset="2"/>
              <a:buChar char="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Fourth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645920" lvl="4" indent="-255960" algn="l" defTabSz="9144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60000"/>
              <a:buFont typeface="Wingdings" charset="2"/>
              <a:buChar char=""/>
            </a:pPr>
            <a:r>
              <a:rPr lang="en-US" sz="15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Fifth level</a:t>
            </a:r>
            <a:endParaRPr lang="en-US" sz="15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6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gradFill rotWithShape="0">
            <a:gsLst>
              <a:gs pos="0">
                <a:srgbClr val="504652">
                  <a:alpha val="36000"/>
                </a:srgbClr>
              </a:gs>
              <a:gs pos="100000">
                <a:srgbClr val="242852">
                  <a:alpha val="1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76" name="Oval 7"/>
          <p:cNvSpPr/>
          <p:nvPr/>
        </p:nvSpPr>
        <p:spPr>
          <a:xfrm rot="19724400">
            <a:off x="1373040" y="1038600"/>
            <a:ext cx="7240320" cy="5706720"/>
          </a:xfrm>
          <a:prstGeom prst="ellipse">
            <a:avLst/>
          </a:prstGeom>
          <a:gradFill rotWithShape="0">
            <a:gsLst>
              <a:gs pos="0">
                <a:srgbClr val="C4BCC6">
                  <a:alpha val="7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77" name="Oval 8"/>
          <p:cNvSpPr/>
          <p:nvPr/>
        </p:nvSpPr>
        <p:spPr>
          <a:xfrm rot="17656800">
            <a:off x="-273960" y="1165680"/>
            <a:ext cx="5538240" cy="448020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78" name="Oval 9"/>
          <p:cNvSpPr/>
          <p:nvPr/>
        </p:nvSpPr>
        <p:spPr>
          <a:xfrm rot="19724400">
            <a:off x="3277800" y="117000"/>
            <a:ext cx="6478920" cy="475452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body"/>
          </p:nvPr>
        </p:nvSpPr>
        <p:spPr>
          <a:xfrm>
            <a:off x="1341000" y="662040"/>
            <a:ext cx="32731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  <a:defRPr lang="en-US" sz="22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text styles</a:t>
            </a:r>
            <a:endParaRPr lang="en-US" sz="22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1344240" y="1371600"/>
            <a:ext cx="3276360" cy="274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SzPct val="60000"/>
              <a:buFont typeface="Wingdings" charset="2"/>
              <a:buChar char=""/>
              <a:tabLst>
                <a:tab pos="0" algn="l"/>
              </a:tabLst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SzPct val="60000"/>
              <a:buFont typeface="Wingdings" charset="2"/>
              <a:buChar char=""/>
              <a:tabLst>
                <a:tab pos="0" algn="l"/>
              </a:tabLst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SzPct val="60000"/>
              <a:buFont typeface="Wingdings" charset="2"/>
              <a:buChar char=""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60000"/>
              <a:buFont typeface="Wingdings" charset="2"/>
              <a:buChar char=""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60000"/>
              <a:buFont typeface="Wingdings" charset="2"/>
              <a:buChar char=""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5pPr>
          </a:lstStyle>
          <a:p>
            <a:pPr marL="274320" indent="-255960" algn="l" defTabSz="9144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SzPct val="60000"/>
              <a:buFont typeface="Wingdings" charset="2"/>
              <a:buChar char="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text styles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640080" lvl="1" indent="-255960" algn="l" defTabSz="9144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SzPct val="60000"/>
              <a:buFont typeface="Wingdings" charset="2"/>
              <a:buChar char="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Second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005840" lvl="2" indent="-255960" algn="l" defTabSz="914400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SzPct val="60000"/>
              <a:buFont typeface="Wingdings" charset="2"/>
              <a:buChar char="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Third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371600" lvl="3" indent="-255960" algn="l" defTabSz="9144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60000"/>
              <a:buFont typeface="Wingdings" charset="2"/>
              <a:buChar char="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Fourth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645920" lvl="4" indent="-255960" algn="l" defTabSz="9144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60000"/>
              <a:buFont typeface="Wingdings" charset="2"/>
              <a:buChar char="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Fifth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5029200" y="662040"/>
            <a:ext cx="32731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  <a:defRPr lang="en-US" sz="22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text styles</a:t>
            </a:r>
            <a:endParaRPr lang="en-US" sz="22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029200" y="1371600"/>
            <a:ext cx="3273120" cy="274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SzPct val="60000"/>
              <a:buFont typeface="Wingdings" charset="2"/>
              <a:buChar char=""/>
              <a:tabLst>
                <a:tab pos="0" algn="l"/>
              </a:tabLst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SzPct val="60000"/>
              <a:buFont typeface="Wingdings" charset="2"/>
              <a:buChar char=""/>
              <a:tabLst>
                <a:tab pos="0" algn="l"/>
              </a:tabLst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SzPct val="60000"/>
              <a:buFont typeface="Wingdings" charset="2"/>
              <a:buChar char=""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60000"/>
              <a:buFont typeface="Wingdings" charset="2"/>
              <a:buChar char=""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60000"/>
              <a:buFont typeface="Wingdings" charset="2"/>
              <a:buChar char=""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5pPr>
          </a:lstStyle>
          <a:p>
            <a:pPr marL="274320" indent="-255960" algn="l" defTabSz="9144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SzPct val="60000"/>
              <a:buFont typeface="Wingdings" charset="2"/>
              <a:buChar char="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text styles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640080" lvl="1" indent="-255960" algn="l" defTabSz="9144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SzPct val="60000"/>
              <a:buFont typeface="Wingdings" charset="2"/>
              <a:buChar char="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Second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005840" lvl="2" indent="-255960" algn="l" defTabSz="914400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SzPct val="60000"/>
              <a:buFont typeface="Wingdings" charset="2"/>
              <a:buChar char="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Third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371600" lvl="3" indent="-255960" algn="l" defTabSz="9144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60000"/>
              <a:buFont typeface="Wingdings" charset="2"/>
              <a:buChar char="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Fourth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645920" lvl="4" indent="-255960" algn="l" defTabSz="9144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60000"/>
              <a:buFont typeface="Wingdings" charset="2"/>
              <a:buChar char="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Fifth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83" name="TextBox 12"/>
          <p:cNvSpPr/>
          <p:nvPr/>
        </p:nvSpPr>
        <p:spPr>
          <a:xfrm>
            <a:off x="1056600" y="520200"/>
            <a:ext cx="45684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{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7"/>
          <p:cNvSpPr/>
          <p:nvPr/>
        </p:nvSpPr>
        <p:spPr>
          <a:xfrm>
            <a:off x="4780440" y="520200"/>
            <a:ext cx="45684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{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title"/>
          </p:nvPr>
        </p:nvSpPr>
        <p:spPr>
          <a:xfrm>
            <a:off x="777240" y="4876920"/>
            <a:ext cx="754344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title style</a:t>
            </a:r>
            <a:endParaRPr lang="en-US" sz="49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dt" idx="25"/>
          </p:nvPr>
        </p:nvSpPr>
        <p:spPr>
          <a:xfrm>
            <a:off x="6172200" y="615456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&lt;date/time&gt;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 type="sldNum" idx="26"/>
          </p:nvPr>
        </p:nvSpPr>
        <p:spPr>
          <a:xfrm>
            <a:off x="822960" y="5842080"/>
            <a:ext cx="2133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00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205B3A4-8D08-4DBA-9D70-FC5EDEE993B0}" type="slidenum">
              <a: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&lt;number&gt;</a:t>
            </a:fld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8"/>
          <p:cNvSpPr>
            <a:spLocks noGrp="1"/>
          </p:cNvSpPr>
          <p:nvPr>
            <p:ph type="ftr" idx="27"/>
          </p:nvPr>
        </p:nvSpPr>
        <p:spPr>
          <a:xfrm>
            <a:off x="822960" y="6154560"/>
            <a:ext cx="4571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6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gradFill rotWithShape="0">
            <a:gsLst>
              <a:gs pos="0">
                <a:srgbClr val="504652">
                  <a:alpha val="36000"/>
                </a:srgbClr>
              </a:gs>
              <a:gs pos="100000">
                <a:srgbClr val="242852">
                  <a:alpha val="1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90" name="Oval 7"/>
          <p:cNvSpPr/>
          <p:nvPr/>
        </p:nvSpPr>
        <p:spPr>
          <a:xfrm rot="19724400">
            <a:off x="1373040" y="1038600"/>
            <a:ext cx="7240320" cy="5706720"/>
          </a:xfrm>
          <a:prstGeom prst="ellipse">
            <a:avLst/>
          </a:prstGeom>
          <a:gradFill rotWithShape="0">
            <a:gsLst>
              <a:gs pos="0">
                <a:srgbClr val="C4BCC6">
                  <a:alpha val="7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91" name="Oval 8"/>
          <p:cNvSpPr/>
          <p:nvPr/>
        </p:nvSpPr>
        <p:spPr>
          <a:xfrm rot="17656800">
            <a:off x="-273960" y="1165680"/>
            <a:ext cx="5538240" cy="448020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92" name="Oval 9"/>
          <p:cNvSpPr/>
          <p:nvPr/>
        </p:nvSpPr>
        <p:spPr>
          <a:xfrm rot="19724400">
            <a:off x="3277800" y="117000"/>
            <a:ext cx="6478920" cy="475452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77240" y="4876920"/>
            <a:ext cx="754344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title style</a:t>
            </a:r>
            <a:endParaRPr lang="en-US" sz="49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dt" idx="28"/>
          </p:nvPr>
        </p:nvSpPr>
        <p:spPr>
          <a:xfrm>
            <a:off x="6172200" y="615456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&lt;date/time&gt;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29"/>
          </p:nvPr>
        </p:nvSpPr>
        <p:spPr>
          <a:xfrm>
            <a:off x="822960" y="5842080"/>
            <a:ext cx="2133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00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590B1B4-F79B-43C6-9BF5-B23F7FBE4FDE}" type="slidenum">
              <a: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&lt;number&gt;</a:t>
            </a:fld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ftr" idx="30"/>
          </p:nvPr>
        </p:nvSpPr>
        <p:spPr>
          <a:xfrm>
            <a:off x="822960" y="6154560"/>
            <a:ext cx="4571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6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gradFill rotWithShape="0">
            <a:gsLst>
              <a:gs pos="0">
                <a:srgbClr val="504652">
                  <a:alpha val="36000"/>
                </a:srgbClr>
              </a:gs>
              <a:gs pos="100000">
                <a:srgbClr val="242852">
                  <a:alpha val="1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98" name="Oval 7"/>
          <p:cNvSpPr/>
          <p:nvPr/>
        </p:nvSpPr>
        <p:spPr>
          <a:xfrm rot="19724400">
            <a:off x="1373040" y="1038600"/>
            <a:ext cx="7240320" cy="5706720"/>
          </a:xfrm>
          <a:prstGeom prst="ellipse">
            <a:avLst/>
          </a:prstGeom>
          <a:gradFill rotWithShape="0">
            <a:gsLst>
              <a:gs pos="0">
                <a:srgbClr val="C4BCC6">
                  <a:alpha val="7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99" name="Oval 8"/>
          <p:cNvSpPr/>
          <p:nvPr/>
        </p:nvSpPr>
        <p:spPr>
          <a:xfrm rot="17656800">
            <a:off x="-273960" y="1165680"/>
            <a:ext cx="5538240" cy="448020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00" name="Oval 9"/>
          <p:cNvSpPr/>
          <p:nvPr/>
        </p:nvSpPr>
        <p:spPr>
          <a:xfrm rot="19724400">
            <a:off x="3277800" y="117000"/>
            <a:ext cx="6478920" cy="475452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dt" idx="31"/>
          </p:nvPr>
        </p:nvSpPr>
        <p:spPr>
          <a:xfrm>
            <a:off x="6172200" y="615456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&lt;date/time&gt;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ldNum" idx="32"/>
          </p:nvPr>
        </p:nvSpPr>
        <p:spPr>
          <a:xfrm>
            <a:off x="822960" y="5842080"/>
            <a:ext cx="2133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00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3E3BF8E-7A62-4DAD-82B9-6BAE2FE259B9}" type="slidenum">
              <a: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&lt;number&gt;</a:t>
            </a:fld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ftr" idx="33"/>
          </p:nvPr>
        </p:nvSpPr>
        <p:spPr>
          <a:xfrm>
            <a:off x="822960" y="6154560"/>
            <a:ext cx="4571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6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gradFill rotWithShape="0">
            <a:gsLst>
              <a:gs pos="0">
                <a:srgbClr val="504652">
                  <a:alpha val="36000"/>
                </a:srgbClr>
              </a:gs>
              <a:gs pos="100000">
                <a:srgbClr val="242852">
                  <a:alpha val="1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05" name="Oval 7"/>
          <p:cNvSpPr/>
          <p:nvPr/>
        </p:nvSpPr>
        <p:spPr>
          <a:xfrm rot="19724400">
            <a:off x="1373040" y="1038600"/>
            <a:ext cx="7240320" cy="5706720"/>
          </a:xfrm>
          <a:prstGeom prst="ellipse">
            <a:avLst/>
          </a:prstGeom>
          <a:gradFill rotWithShape="0">
            <a:gsLst>
              <a:gs pos="0">
                <a:srgbClr val="C4BCC6">
                  <a:alpha val="7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06" name="Oval 8"/>
          <p:cNvSpPr/>
          <p:nvPr/>
        </p:nvSpPr>
        <p:spPr>
          <a:xfrm rot="17656800">
            <a:off x="-273960" y="1165680"/>
            <a:ext cx="5538240" cy="448020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07" name="Oval 9"/>
          <p:cNvSpPr/>
          <p:nvPr/>
        </p:nvSpPr>
        <p:spPr>
          <a:xfrm rot="19724400">
            <a:off x="3277800" y="117000"/>
            <a:ext cx="6478920" cy="475452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08" name="TextBox 8"/>
          <p:cNvSpPr/>
          <p:nvPr/>
        </p:nvSpPr>
        <p:spPr>
          <a:xfrm>
            <a:off x="5329080" y="1774440"/>
            <a:ext cx="456840" cy="12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{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body"/>
          </p:nvPr>
        </p:nvSpPr>
        <p:spPr>
          <a:xfrm>
            <a:off x="838080" y="685800"/>
            <a:ext cx="4343040" cy="342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SzPct val="60000"/>
              <a:buFont typeface="Wingdings" charset="2"/>
              <a:buChar char=""/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  <a:lvl2pPr lvl="1" algn="l" defTabSz="914400">
              <a:lnSpc>
                <a:spcPct val="100000"/>
              </a:lnSpc>
              <a:spcBef>
                <a:spcPts val="439"/>
              </a:spcBef>
              <a:buClr>
                <a:srgbClr val="FFFFFF"/>
              </a:buClr>
              <a:buSzPct val="60000"/>
              <a:buFont typeface="Wingdings" charset="2"/>
              <a:buChar char=""/>
              <a:defRPr lang="en-US" sz="22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SzPct val="60000"/>
              <a:buFont typeface="Wingdings" charset="2"/>
              <a:buChar char="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SzPct val="60000"/>
              <a:buFont typeface="Wingdings" charset="2"/>
              <a:buChar char="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SzPct val="60000"/>
              <a:buFont typeface="Wingdings" charset="2"/>
              <a:buChar char="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5pPr>
          </a:lstStyle>
          <a:p>
            <a:pPr marL="274320" indent="-255960" algn="l" defTabSz="9144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SzPct val="60000"/>
              <a:buFont typeface="Wingdings" charset="2"/>
              <a:buChar char="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text styles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640080" lvl="1" indent="-255960" algn="l" defTabSz="914400">
              <a:lnSpc>
                <a:spcPct val="100000"/>
              </a:lnSpc>
              <a:spcBef>
                <a:spcPts val="439"/>
              </a:spcBef>
              <a:buClr>
                <a:srgbClr val="FFFFFF"/>
              </a:buClr>
              <a:buSzPct val="60000"/>
              <a:buFont typeface="Wingdings" charset="2"/>
              <a:buChar char=""/>
            </a:pP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Second level</a:t>
            </a:r>
            <a:endParaRPr lang="en-US" sz="22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005840" lvl="2" indent="-255960" algn="l" defTabSz="9144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SzPct val="60000"/>
              <a:buFont typeface="Wingdings" charset="2"/>
              <a:buChar char="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Third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371600" lvl="3" indent="-255960" algn="l" defTabSz="914400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SzPct val="60000"/>
              <a:buFont typeface="Wingdings" charset="2"/>
              <a:buChar char="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Fourth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  <a:p>
            <a:pPr marL="1645920" lvl="4" indent="-255960" algn="l" defTabSz="914400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SzPct val="60000"/>
              <a:buFont typeface="Wingdings" charset="2"/>
              <a:buChar char="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Fifth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5715000" y="685800"/>
            <a:ext cx="2590560" cy="342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text styles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dt" idx="34"/>
          </p:nvPr>
        </p:nvSpPr>
        <p:spPr>
          <a:xfrm>
            <a:off x="6172200" y="615456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&lt;date/time&gt;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sldNum" idx="35"/>
          </p:nvPr>
        </p:nvSpPr>
        <p:spPr>
          <a:xfrm>
            <a:off x="822960" y="5842080"/>
            <a:ext cx="2133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00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94F9391-6F96-483B-BC6C-E3ED09A80584}" type="slidenum">
              <a: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&lt;number&gt;</a:t>
            </a:fld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ftr" idx="36"/>
          </p:nvPr>
        </p:nvSpPr>
        <p:spPr>
          <a:xfrm>
            <a:off x="822960" y="6154560"/>
            <a:ext cx="4571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 type="title"/>
          </p:nvPr>
        </p:nvSpPr>
        <p:spPr>
          <a:xfrm>
            <a:off x="777240" y="4876920"/>
            <a:ext cx="754344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title style</a:t>
            </a:r>
            <a:endParaRPr lang="en-US" sz="49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6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gradFill rotWithShape="0">
            <a:gsLst>
              <a:gs pos="0">
                <a:srgbClr val="504652">
                  <a:alpha val="36000"/>
                </a:srgbClr>
              </a:gs>
              <a:gs pos="100000">
                <a:srgbClr val="242852">
                  <a:alpha val="1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16" name="Oval 7"/>
          <p:cNvSpPr/>
          <p:nvPr/>
        </p:nvSpPr>
        <p:spPr>
          <a:xfrm rot="19724400">
            <a:off x="1373040" y="1038600"/>
            <a:ext cx="7240320" cy="5706720"/>
          </a:xfrm>
          <a:prstGeom prst="ellipse">
            <a:avLst/>
          </a:prstGeom>
          <a:gradFill rotWithShape="0">
            <a:gsLst>
              <a:gs pos="0">
                <a:srgbClr val="C4BCC6">
                  <a:alpha val="7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17" name="Oval 8"/>
          <p:cNvSpPr/>
          <p:nvPr/>
        </p:nvSpPr>
        <p:spPr>
          <a:xfrm rot="17656800">
            <a:off x="-273960" y="1165680"/>
            <a:ext cx="5538240" cy="448020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18" name="Oval 9"/>
          <p:cNvSpPr/>
          <p:nvPr/>
        </p:nvSpPr>
        <p:spPr>
          <a:xfrm rot="19724400">
            <a:off x="3277800" y="117000"/>
            <a:ext cx="6478920" cy="4754520"/>
          </a:xfrm>
          <a:prstGeom prst="ellipse">
            <a:avLst/>
          </a:prstGeom>
          <a:gradFill rotWithShape="0">
            <a:gsLst>
              <a:gs pos="0">
                <a:srgbClr val="C4BCC6">
                  <a:alpha val="8000"/>
                </a:srgbClr>
              </a:gs>
              <a:gs pos="58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body"/>
          </p:nvPr>
        </p:nvSpPr>
        <p:spPr>
          <a:xfrm>
            <a:off x="1219320" y="612720"/>
            <a:ext cx="6705360" cy="2546640"/>
          </a:xfrm>
          <a:prstGeom prst="rect">
            <a:avLst/>
          </a:prstGeom>
          <a:noFill/>
          <a:ln w="0">
            <a:noFill/>
          </a:ln>
          <a:effectLst>
            <a:outerShdw dist="317520" dir="5400000" blurRad="152280" rotWithShape="0">
              <a:srgbClr val="000000">
                <a:alpha val="15000"/>
              </a:srgbClr>
            </a:outerShdw>
          </a:effectLst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icon to add picture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2743200" y="3453120"/>
            <a:ext cx="5028840" cy="72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text styles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21" name="TextBox 8"/>
          <p:cNvSpPr/>
          <p:nvPr/>
        </p:nvSpPr>
        <p:spPr>
          <a:xfrm>
            <a:off x="2435400" y="3331440"/>
            <a:ext cx="45684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{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title"/>
          </p:nvPr>
        </p:nvSpPr>
        <p:spPr>
          <a:xfrm>
            <a:off x="777240" y="4876920"/>
            <a:ext cx="754344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900" b="0" u="none" strike="noStrike">
                <a:solidFill>
                  <a:schemeClr val="lt1"/>
                </a:solidFill>
                <a:effectLst/>
                <a:uFillTx/>
                <a:latin typeface="Palatino Linotype"/>
              </a:rPr>
              <a:t>Click to edit Master title style</a:t>
            </a:r>
            <a:endParaRPr lang="en-US" sz="49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dt" idx="37"/>
          </p:nvPr>
        </p:nvSpPr>
        <p:spPr>
          <a:xfrm>
            <a:off x="6172200" y="615456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&lt;date/time&gt;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sldNum" idx="38"/>
          </p:nvPr>
        </p:nvSpPr>
        <p:spPr>
          <a:xfrm>
            <a:off x="822960" y="5842080"/>
            <a:ext cx="2133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00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6968C67-F37B-4FD2-9F5B-6DEDA6FF3B2A}" type="slidenum">
              <a:rPr lang="en-US" sz="1600" b="0" u="none" strike="noStrike">
                <a:solidFill>
                  <a:schemeClr val="lt1">
                    <a:alpha val="60000"/>
                  </a:schemeClr>
                </a:solidFill>
                <a:effectLst/>
                <a:uFillTx/>
                <a:latin typeface="Palatino Linotype"/>
              </a:rPr>
              <a:t>&lt;number&gt;</a:t>
            </a:fld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ftr" idx="39"/>
          </p:nvPr>
        </p:nvSpPr>
        <p:spPr>
          <a:xfrm>
            <a:off x="822960" y="6154560"/>
            <a:ext cx="4571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>
            <a:fillRect l="-9999" r="-9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380880" y="1447920"/>
            <a:ext cx="8534160" cy="3047760"/>
          </a:xfrm>
          <a:prstGeom prst="rect">
            <a:avLst/>
          </a:prstGeom>
          <a:solidFill>
            <a:srgbClr val="002060">
              <a:alpha val="80000"/>
            </a:srgbClr>
          </a:solidFill>
          <a:ln w="0">
            <a:noFill/>
          </a:ln>
          <a:effectLst>
            <a:glow rad="63360">
              <a:srgbClr val="38A0FB">
                <a:alpha val="40000"/>
              </a:srgbClr>
            </a:glow>
            <a:softEdge rad="216000"/>
          </a:effectLst>
        </p:spPr>
        <p:txBody>
          <a:bodyPr lIns="91440" tIns="45720" rIns="91440" bIns="45720" anchor="b">
            <a:noAutofit/>
          </a:bodyPr>
          <a:p>
            <a:pPr marL="182880" indent="0" algn="l" defTabSz="91440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4800" b="1" u="none" spc="51" strike="noStrike">
                <a:solidFill>
                  <a:srgbClr val="FF0000"/>
                </a:solidFill>
                <a:effectLst/>
                <a:uFillTx/>
                <a:latin typeface="Britannic Bold"/>
              </a:rPr>
              <a:t>NEIGHBORHOOD STRUCTURE</a:t>
            </a:r>
            <a:br>
              <a:rPr sz="4800"/>
            </a:br>
            <a:br>
              <a:rPr sz="2800"/>
            </a:br>
            <a:endParaRPr lang="en-US" sz="4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>
            <a:fillRect l="-17000" r="-17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3"/>
          <p:cNvSpPr/>
          <p:nvPr/>
        </p:nvSpPr>
        <p:spPr>
          <a:xfrm>
            <a:off x="2362320" y="533880"/>
            <a:ext cx="4419360" cy="517320"/>
          </a:xfrm>
          <a:prstGeom prst="rect">
            <a:avLst/>
          </a:prstGeom>
          <a:noFill/>
          <a:ln w="0">
            <a:noFill/>
          </a:ln>
          <a:effectLst>
            <a:innerShdw blurRad="114300">
              <a:srgbClr val="000000"/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  <a:scene3d>
              <a:camera prst="orthographicFront">
                <a:rot lat="0" lon="0" rev="0"/>
              </a:camera>
              <a:lightRig dir="t" rig="contrasting">
                <a:rot lat="0" lon="0" rev="4500000"/>
              </a:lightRig>
            </a:scene3d>
            <a:sp3d contourW="6350" prstMaterial="metal">
              <a:bevelT prst="relaxedInset" w="127000" h="31750"/>
              <a:contourClr>
                <a:schemeClr val="accent1"/>
              </a:contourClr>
            </a:sp3d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 cap="all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OUTLINE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2971800" y="1600200"/>
            <a:ext cx="3047760" cy="29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AutoNum type="arabicParenR"/>
            </a:pPr>
            <a:r>
              <a:rPr lang="en-US" sz="25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Introduction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AutoNum type="arabicParenR"/>
            </a:pPr>
            <a:r>
              <a:rPr lang="en-US" sz="25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Objective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AutoNum type="arabicParenR"/>
            </a:pPr>
            <a:r>
              <a:rPr lang="en-US" sz="25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Some key words 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AutoNum type="arabicParenR"/>
            </a:pPr>
            <a:r>
              <a:rPr lang="en-US" sz="25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How it works 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AutoNum type="arabicParenR"/>
            </a:pPr>
            <a:r>
              <a:rPr lang="en-US" sz="25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Example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>
            <a:fillRect l="-17000" r="-17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3"/>
          <p:cNvSpPr/>
          <p:nvPr/>
        </p:nvSpPr>
        <p:spPr>
          <a:xfrm>
            <a:off x="2362320" y="533880"/>
            <a:ext cx="4419360" cy="517320"/>
          </a:xfrm>
          <a:prstGeom prst="rect">
            <a:avLst/>
          </a:prstGeom>
          <a:noFill/>
          <a:ln w="0">
            <a:noFill/>
          </a:ln>
          <a:effectLst>
            <a:innerShdw blurRad="114300">
              <a:srgbClr val="000000"/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  <a:scene3d>
              <a:camera prst="orthographicFront">
                <a:rot lat="0" lon="0" rev="0"/>
              </a:camera>
              <a:lightRig dir="t" rig="contrasting">
                <a:rot lat="0" lon="0" rev="4500000"/>
              </a:lightRig>
            </a:scene3d>
            <a:sp3d contourW="6350" prstMaterial="metal">
              <a:bevelT prst="relaxedInset" w="127000" h="31750"/>
              <a:contourClr>
                <a:schemeClr val="accent1"/>
              </a:contourClr>
            </a:sp3d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 cap="all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INTRODUCTION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TextBox 1"/>
          <p:cNvSpPr/>
          <p:nvPr/>
        </p:nvSpPr>
        <p:spPr>
          <a:xfrm>
            <a:off x="1399680" y="1785960"/>
            <a:ext cx="6344640" cy="30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914400">
              <a:lnSpc>
                <a:spcPts val="2999"/>
              </a:lnSpc>
              <a:buClr>
                <a:srgbClr val="000066"/>
              </a:buClr>
              <a:buFont typeface="OpenSymbol"/>
              <a:buChar char="►"/>
            </a:pPr>
            <a:r>
              <a:rPr lang="en-US" sz="2500" b="0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Neighbor is a person  who lives next to us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2001"/>
              </a:lnSpc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85840" indent="-285840" defTabSz="914400">
              <a:lnSpc>
                <a:spcPts val="2999"/>
              </a:lnSpc>
              <a:spcBef>
                <a:spcPts val="601"/>
              </a:spcBef>
              <a:buClr>
                <a:srgbClr val="000066"/>
              </a:buClr>
              <a:buFont typeface="OpenSymbol"/>
              <a:buChar char="►"/>
            </a:pPr>
            <a:r>
              <a:rPr lang="en-US" sz="2500" b="0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Neighborhood means 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2999"/>
              </a:lnSpc>
              <a:spcBef>
                <a:spcPts val="601"/>
              </a:spcBef>
            </a:pPr>
            <a:r>
              <a:rPr lang="en-US" sz="2500" b="0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    - a community in a town or city 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2999"/>
              </a:lnSpc>
              <a:spcBef>
                <a:spcPts val="601"/>
              </a:spcBef>
            </a:pPr>
            <a:r>
              <a:rPr lang="en-US" sz="2500" b="0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    - created by social  interaction      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2999"/>
              </a:lnSpc>
              <a:spcBef>
                <a:spcPts val="601"/>
              </a:spcBef>
            </a:pPr>
            <a:r>
              <a:rPr lang="en-US" sz="2500" b="0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       between a group of people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2999"/>
              </a:lnSpc>
              <a:spcBef>
                <a:spcPts val="601"/>
              </a:spcBef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>
            <a:fillRect l="-17000" r="-17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3"/>
          <p:cNvSpPr/>
          <p:nvPr/>
        </p:nvSpPr>
        <p:spPr>
          <a:xfrm>
            <a:off x="2362320" y="533880"/>
            <a:ext cx="4419360" cy="517320"/>
          </a:xfrm>
          <a:prstGeom prst="rect">
            <a:avLst/>
          </a:prstGeom>
          <a:noFill/>
          <a:ln w="0">
            <a:noFill/>
          </a:ln>
          <a:effectLst>
            <a:innerShdw blurRad="114300">
              <a:srgbClr val="000000"/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  <a:scene3d>
              <a:camera prst="orthographicFront">
                <a:rot lat="0" lon="0" rev="0"/>
              </a:camera>
              <a:lightRig dir="t" rig="contrasting">
                <a:rot lat="0" lon="0" rev="4500000"/>
              </a:lightRig>
            </a:scene3d>
            <a:sp3d contourW="6350" prstMaterial="metal">
              <a:bevelT prst="relaxedInset" w="127000" h="31750"/>
              <a:contourClr>
                <a:schemeClr val="accent1"/>
              </a:contourClr>
            </a:sp3d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 cap="all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INTRODUCTION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TextBox 1"/>
          <p:cNvSpPr/>
          <p:nvPr/>
        </p:nvSpPr>
        <p:spPr>
          <a:xfrm>
            <a:off x="437040" y="2305440"/>
            <a:ext cx="4973040" cy="22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914400">
              <a:lnSpc>
                <a:spcPts val="2999"/>
              </a:lnSpc>
              <a:buClr>
                <a:srgbClr val="000066"/>
              </a:buClr>
              <a:buFont typeface="Wingdings" charset="2"/>
              <a:buChar char=""/>
            </a:pPr>
            <a:r>
              <a:rPr lang="en-US" sz="2500" b="0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Neighbor – modules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85840" indent="-285840" defTabSz="914400">
              <a:lnSpc>
                <a:spcPts val="2999"/>
              </a:lnSpc>
              <a:spcBef>
                <a:spcPts val="601"/>
              </a:spcBef>
              <a:buClr>
                <a:srgbClr val="000066"/>
              </a:buClr>
              <a:buFont typeface="Wingdings" charset="2"/>
              <a:buChar char=""/>
            </a:pPr>
            <a:r>
              <a:rPr lang="en-US" sz="2500" b="0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City/Town – area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85840" indent="-285840" defTabSz="914400">
              <a:lnSpc>
                <a:spcPts val="2999"/>
              </a:lnSpc>
              <a:spcBef>
                <a:spcPts val="601"/>
              </a:spcBef>
              <a:buClr>
                <a:srgbClr val="000066"/>
              </a:buClr>
              <a:buFont typeface="Wingdings" charset="2"/>
              <a:buChar char=""/>
            </a:pPr>
            <a:r>
              <a:rPr lang="en-US" sz="2500" b="0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Neighborhood – interconnection between the modules 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2999"/>
              </a:lnSpc>
              <a:spcBef>
                <a:spcPts val="601"/>
              </a:spcBef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Rectangle 2"/>
          <p:cNvSpPr/>
          <p:nvPr/>
        </p:nvSpPr>
        <p:spPr>
          <a:xfrm>
            <a:off x="5600880" y="1908360"/>
            <a:ext cx="3238200" cy="3040560"/>
          </a:xfrm>
          <a:prstGeom prst="rect">
            <a:avLst/>
          </a:prstGeom>
          <a:solidFill>
            <a:schemeClr val="tx1">
              <a:lumMod val="75000"/>
            </a:schemeClr>
          </a:solidFill>
          <a:ln w="28575">
            <a:solidFill>
              <a:srgbClr val="6600CC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Rectangle 5"/>
          <p:cNvSpPr/>
          <p:nvPr/>
        </p:nvSpPr>
        <p:spPr>
          <a:xfrm>
            <a:off x="5747040" y="3981240"/>
            <a:ext cx="1254600" cy="667080"/>
          </a:xfrm>
          <a:prstGeom prst="rect">
            <a:avLst/>
          </a:prstGeom>
          <a:solidFill>
            <a:srgbClr val="000066"/>
          </a:solidFill>
          <a:ln w="28575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module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Rectangle 6"/>
          <p:cNvSpPr/>
          <p:nvPr/>
        </p:nvSpPr>
        <p:spPr>
          <a:xfrm>
            <a:off x="7043760" y="3939840"/>
            <a:ext cx="1490040" cy="708840"/>
          </a:xfrm>
          <a:prstGeom prst="rect">
            <a:avLst/>
          </a:prstGeom>
          <a:solidFill>
            <a:srgbClr val="000066"/>
          </a:solidFill>
          <a:ln w="28575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module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Rectangle 7"/>
          <p:cNvSpPr/>
          <p:nvPr/>
        </p:nvSpPr>
        <p:spPr>
          <a:xfrm>
            <a:off x="5747040" y="2842920"/>
            <a:ext cx="1393920" cy="963720"/>
          </a:xfrm>
          <a:prstGeom prst="rect">
            <a:avLst/>
          </a:prstGeom>
          <a:solidFill>
            <a:srgbClr val="000066"/>
          </a:solidFill>
          <a:ln w="28575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module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Rectangle 8"/>
          <p:cNvSpPr/>
          <p:nvPr/>
        </p:nvSpPr>
        <p:spPr>
          <a:xfrm>
            <a:off x="7219800" y="2275560"/>
            <a:ext cx="1045440" cy="1458000"/>
          </a:xfrm>
          <a:prstGeom prst="rect">
            <a:avLst/>
          </a:prstGeom>
          <a:solidFill>
            <a:srgbClr val="000066"/>
          </a:solidFill>
          <a:ln w="28575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module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Rectangle 9"/>
          <p:cNvSpPr/>
          <p:nvPr/>
        </p:nvSpPr>
        <p:spPr>
          <a:xfrm>
            <a:off x="5837400" y="2116080"/>
            <a:ext cx="1254600" cy="592920"/>
          </a:xfrm>
          <a:prstGeom prst="rect">
            <a:avLst/>
          </a:prstGeom>
          <a:solidFill>
            <a:srgbClr val="000066"/>
          </a:solidFill>
          <a:ln w="28575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module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>
            <a:fillRect l="-17000" r="-17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3"/>
          <p:cNvSpPr/>
          <p:nvPr/>
        </p:nvSpPr>
        <p:spPr>
          <a:xfrm>
            <a:off x="2362320" y="533880"/>
            <a:ext cx="4419360" cy="517320"/>
          </a:xfrm>
          <a:prstGeom prst="rect">
            <a:avLst/>
          </a:prstGeom>
          <a:noFill/>
          <a:ln w="0">
            <a:noFill/>
          </a:ln>
          <a:effectLst>
            <a:innerShdw blurRad="114300">
              <a:srgbClr val="000000"/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  <a:scene3d>
              <a:camera prst="orthographicFront">
                <a:rot lat="0" lon="0" rev="0"/>
              </a:camera>
              <a:lightRig dir="t" rig="contrasting">
                <a:rot lat="0" lon="0" rev="4500000"/>
              </a:lightRig>
            </a:scene3d>
            <a:sp3d contourW="6350" prstMaterial="metal">
              <a:bevelT prst="relaxedInset" w="127000" h="31750"/>
              <a:contourClr>
                <a:schemeClr val="accent1"/>
              </a:contourClr>
            </a:sp3d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 cap="all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Objective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1056600" y="2305440"/>
            <a:ext cx="7030440" cy="142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ts val="3501"/>
              </a:lnSpc>
            </a:pPr>
            <a:r>
              <a:rPr lang="en-US" sz="2500" b="0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Changing a normalized polish expression through perturbation to obtain its corresponding slicing floorplans with zero dead space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>
            <a:fillRect l="-17000" r="-17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3"/>
          <p:cNvSpPr/>
          <p:nvPr/>
        </p:nvSpPr>
        <p:spPr>
          <a:xfrm>
            <a:off x="2362320" y="533880"/>
            <a:ext cx="4419360" cy="522720"/>
          </a:xfrm>
          <a:prstGeom prst="rect">
            <a:avLst/>
          </a:prstGeom>
          <a:noFill/>
          <a:ln w="0">
            <a:noFill/>
          </a:ln>
          <a:effectLst>
            <a:innerShdw blurRad="114300">
              <a:srgbClr val="000000"/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  <a:scene3d>
              <a:camera prst="orthographicFront">
                <a:rot lat="0" lon="0" rev="0"/>
              </a:camera>
              <a:lightRig dir="t" rig="contrasting">
                <a:rot lat="0" lon="0" rev="4500000"/>
              </a:lightRig>
            </a:scene3d>
            <a:sp3d contourW="6350" prstMaterial="metal">
              <a:bevelT prst="relaxedInset" w="127000" h="31750"/>
              <a:contourClr>
                <a:schemeClr val="accent1"/>
              </a:contourClr>
            </a:sp3d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 cap="all">
                <a:solidFill>
                  <a:srgbClr val="000066"/>
                </a:solidFill>
                <a:effectLst/>
                <a:uFillTx/>
                <a:latin typeface="Cambria"/>
                <a:ea typeface="Cambria"/>
              </a:rPr>
              <a:t>Some key words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1"/>
          <p:cNvSpPr/>
          <p:nvPr/>
        </p:nvSpPr>
        <p:spPr>
          <a:xfrm>
            <a:off x="1731960" y="2666880"/>
            <a:ext cx="567936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5400" b="1" u="none" spc="51" strike="noStrike">
                <a:solidFill>
                  <a:schemeClr val="dk2"/>
                </a:solidFill>
                <a:effectLst/>
                <a:uFillTx/>
                <a:latin typeface="Palatino Linotype"/>
              </a:rPr>
              <a:t>1 2 H 3 4 H 5 H V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6"/>
          <p:cNvSpPr/>
          <p:nvPr/>
        </p:nvSpPr>
        <p:spPr>
          <a:xfrm>
            <a:off x="2513880" y="4038480"/>
            <a:ext cx="41158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mbria Math"/>
                <a:ea typeface="Cambria Math"/>
              </a:rPr>
              <a:t>Normalized Polish Expression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Down Arrow 7"/>
          <p:cNvSpPr/>
          <p:nvPr/>
        </p:nvSpPr>
        <p:spPr>
          <a:xfrm>
            <a:off x="4343400" y="3505320"/>
            <a:ext cx="380520" cy="533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Palatino Linotype"/>
            </a:endParaRPr>
          </a:p>
        </p:txBody>
      </p:sp>
      <p:sp>
        <p:nvSpPr>
          <p:cNvPr id="145" name="TextBox 8"/>
          <p:cNvSpPr/>
          <p:nvPr/>
        </p:nvSpPr>
        <p:spPr>
          <a:xfrm>
            <a:off x="2362320" y="1505520"/>
            <a:ext cx="15325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300" b="0" u="none" strike="noStrike">
                <a:solidFill>
                  <a:srgbClr val="FF0000"/>
                </a:solidFill>
                <a:effectLst/>
                <a:uFillTx/>
                <a:latin typeface="Cambria Math"/>
                <a:ea typeface="Cambria Math"/>
              </a:rPr>
              <a:t>OPERAND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9"/>
          <p:cNvSpPr/>
          <p:nvPr/>
        </p:nvSpPr>
        <p:spPr>
          <a:xfrm>
            <a:off x="5410080" y="1526400"/>
            <a:ext cx="16167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300" b="0" u="none" strike="noStrike">
                <a:solidFill>
                  <a:srgbClr val="6600CC"/>
                </a:solidFill>
                <a:effectLst/>
                <a:uFillTx/>
                <a:latin typeface="Cambria Math"/>
                <a:ea typeface="Cambria Math"/>
              </a:rPr>
              <a:t>OPERATOR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7" name="Straight Arrow Connector 11"/>
          <p:cNvCxnSpPr>
            <a:stCxn id="145" idx="2"/>
          </p:cNvCxnSpPr>
          <p:nvPr/>
        </p:nvCxnSpPr>
        <p:spPr>
          <a:xfrm>
            <a:off x="3128760" y="1966680"/>
            <a:ext cx="648360" cy="864000"/>
          </a:xfrm>
          <a:prstGeom prst="straightConnector1">
            <a:avLst/>
          </a:prstGeom>
          <a:ln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148" name="Straight Arrow Connector 13"/>
          <p:cNvCxnSpPr>
            <a:stCxn id="145" idx="2"/>
          </p:cNvCxnSpPr>
          <p:nvPr/>
        </p:nvCxnSpPr>
        <p:spPr>
          <a:xfrm flipH="1">
            <a:off x="2620800" y="1966680"/>
            <a:ext cx="508320" cy="812160"/>
          </a:xfrm>
          <a:prstGeom prst="straightConnector1">
            <a:avLst/>
          </a:prstGeom>
          <a:ln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149" name="Straight Arrow Connector 14"/>
          <p:cNvCxnSpPr>
            <a:stCxn id="145" idx="2"/>
          </p:cNvCxnSpPr>
          <p:nvPr/>
        </p:nvCxnSpPr>
        <p:spPr>
          <a:xfrm>
            <a:off x="3128760" y="1966680"/>
            <a:ext cx="1215000" cy="849600"/>
          </a:xfrm>
          <a:prstGeom prst="straightConnector1">
            <a:avLst/>
          </a:prstGeom>
          <a:ln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150" name="Straight Arrow Connector 15"/>
          <p:cNvCxnSpPr>
            <a:stCxn id="145" idx="2"/>
          </p:cNvCxnSpPr>
          <p:nvPr/>
        </p:nvCxnSpPr>
        <p:spPr>
          <a:xfrm>
            <a:off x="3128760" y="1966680"/>
            <a:ext cx="2433960" cy="859680"/>
          </a:xfrm>
          <a:prstGeom prst="straightConnector1">
            <a:avLst/>
          </a:prstGeom>
          <a:ln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151" name="Straight Arrow Connector 16"/>
          <p:cNvCxnSpPr>
            <a:stCxn id="145" idx="2"/>
          </p:cNvCxnSpPr>
          <p:nvPr/>
        </p:nvCxnSpPr>
        <p:spPr>
          <a:xfrm flipH="1">
            <a:off x="2051280" y="1966680"/>
            <a:ext cx="1077840" cy="849600"/>
          </a:xfrm>
          <a:prstGeom prst="straightConnector1">
            <a:avLst/>
          </a:prstGeom>
          <a:ln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152" name="Straight Arrow Connector 32"/>
          <p:cNvCxnSpPr/>
          <p:nvPr/>
        </p:nvCxnSpPr>
        <p:spPr>
          <a:xfrm>
            <a:off x="6251760" y="1955160"/>
            <a:ext cx="707400" cy="823680"/>
          </a:xfrm>
          <a:prstGeom prst="straightConnector1">
            <a:avLst/>
          </a:prstGeom>
          <a:ln>
            <a:solidFill>
              <a:srgbClr val="6600CC"/>
            </a:solidFill>
            <a:round/>
            <a:tailEnd len="med" type="triangle" w="med"/>
          </a:ln>
        </p:spPr>
      </p:cxnSp>
      <p:cxnSp>
        <p:nvCxnSpPr>
          <p:cNvPr id="153" name="Straight Arrow Connector 33"/>
          <p:cNvCxnSpPr/>
          <p:nvPr/>
        </p:nvCxnSpPr>
        <p:spPr>
          <a:xfrm flipH="1">
            <a:off x="6251760" y="1987560"/>
            <a:ext cx="6480" cy="791280"/>
          </a:xfrm>
          <a:prstGeom prst="straightConnector1">
            <a:avLst/>
          </a:prstGeom>
          <a:ln>
            <a:solidFill>
              <a:srgbClr val="6600CC"/>
            </a:solidFill>
            <a:round/>
            <a:tailEnd len="med" type="triangle" w="med"/>
          </a:ln>
        </p:spPr>
      </p:cxnSp>
      <p:cxnSp>
        <p:nvCxnSpPr>
          <p:cNvPr id="154" name="Straight Arrow Connector 34"/>
          <p:cNvCxnSpPr>
            <a:stCxn id="146" idx="2"/>
          </p:cNvCxnSpPr>
          <p:nvPr/>
        </p:nvCxnSpPr>
        <p:spPr>
          <a:xfrm flipH="1">
            <a:off x="5032440" y="1987560"/>
            <a:ext cx="1186560" cy="791280"/>
          </a:xfrm>
          <a:prstGeom prst="straightConnector1">
            <a:avLst/>
          </a:prstGeom>
          <a:ln>
            <a:solidFill>
              <a:srgbClr val="6600CC"/>
            </a:solidFill>
            <a:round/>
            <a:tailEnd len="med" type="triangle" w="med"/>
          </a:ln>
        </p:spPr>
      </p:cxnSp>
      <p:cxnSp>
        <p:nvCxnSpPr>
          <p:cNvPr id="155" name="Straight Arrow Connector 42"/>
          <p:cNvCxnSpPr/>
          <p:nvPr/>
        </p:nvCxnSpPr>
        <p:spPr>
          <a:xfrm flipH="1">
            <a:off x="3200400" y="1962720"/>
            <a:ext cx="3051720" cy="826560"/>
          </a:xfrm>
          <a:prstGeom prst="straightConnector1">
            <a:avLst/>
          </a:prstGeom>
          <a:ln>
            <a:solidFill>
              <a:srgbClr val="6600CC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>
            <a:fillRect l="-17000" r="-17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3"/>
          <p:cNvSpPr/>
          <p:nvPr/>
        </p:nvSpPr>
        <p:spPr>
          <a:xfrm>
            <a:off x="2362320" y="533880"/>
            <a:ext cx="4419360" cy="517320"/>
          </a:xfrm>
          <a:prstGeom prst="rect">
            <a:avLst/>
          </a:prstGeom>
          <a:noFill/>
          <a:ln w="0">
            <a:noFill/>
          </a:ln>
          <a:effectLst>
            <a:innerShdw blurRad="114300">
              <a:srgbClr val="000000"/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  <a:scene3d>
              <a:camera prst="orthographicFront">
                <a:rot lat="0" lon="0" rev="0"/>
              </a:camera>
              <a:lightRig dir="t" rig="contrasting">
                <a:rot lat="0" lon="0" rev="4500000"/>
              </a:lightRig>
            </a:scene3d>
            <a:sp3d contourW="6350" prstMaterial="metal">
              <a:bevelT prst="relaxedInset" w="127000" h="31750"/>
              <a:contourClr>
                <a:schemeClr val="accent1"/>
              </a:contourClr>
            </a:sp3d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 cap="all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Some key words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Rectangle 1"/>
          <p:cNvSpPr/>
          <p:nvPr/>
        </p:nvSpPr>
        <p:spPr>
          <a:xfrm>
            <a:off x="1836720" y="2666880"/>
            <a:ext cx="546948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5400" b="1" u="none" spc="51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1 2 H 3 4 H 5 H V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TextBox 6"/>
          <p:cNvSpPr/>
          <p:nvPr/>
        </p:nvSpPr>
        <p:spPr>
          <a:xfrm>
            <a:off x="2513880" y="4038480"/>
            <a:ext cx="4071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Times New Roman"/>
                <a:ea typeface="Cambria Math"/>
              </a:rPr>
              <a:t>Normalized Polish Expression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Down Arrow 7"/>
          <p:cNvSpPr/>
          <p:nvPr/>
        </p:nvSpPr>
        <p:spPr>
          <a:xfrm>
            <a:off x="4343400" y="3505320"/>
            <a:ext cx="380520" cy="533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TextBox 8"/>
          <p:cNvSpPr/>
          <p:nvPr/>
        </p:nvSpPr>
        <p:spPr>
          <a:xfrm>
            <a:off x="1178280" y="1505520"/>
            <a:ext cx="310176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3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 Math"/>
              </a:rPr>
              <a:t>ADJACENT OPERAND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TextBox 9"/>
          <p:cNvSpPr/>
          <p:nvPr/>
        </p:nvSpPr>
        <p:spPr>
          <a:xfrm>
            <a:off x="5266800" y="1500120"/>
            <a:ext cx="324648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300" b="0" u="none" strike="noStrike">
                <a:solidFill>
                  <a:srgbClr val="6600CC"/>
                </a:solidFill>
                <a:effectLst/>
                <a:uFillTx/>
                <a:latin typeface="Times New Roman"/>
                <a:ea typeface="Cambria Math"/>
              </a:rPr>
              <a:t>ADJACENT OPERATOR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62" name="Straight Arrow Connector 11"/>
          <p:cNvCxnSpPr/>
          <p:nvPr/>
        </p:nvCxnSpPr>
        <p:spPr>
          <a:xfrm flipH="1">
            <a:off x="2027880" y="1908720"/>
            <a:ext cx="33840" cy="879120"/>
          </a:xfrm>
          <a:prstGeom prst="straightConnector1">
            <a:avLst/>
          </a:prstGeom>
          <a:ln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163" name="Straight Arrow Connector 14"/>
          <p:cNvCxnSpPr/>
          <p:nvPr/>
        </p:nvCxnSpPr>
        <p:spPr>
          <a:xfrm>
            <a:off x="2082240" y="1908720"/>
            <a:ext cx="532800" cy="865080"/>
          </a:xfrm>
          <a:prstGeom prst="straightConnector1">
            <a:avLst/>
          </a:prstGeom>
          <a:ln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164" name="Straight Arrow Connector 32"/>
          <p:cNvCxnSpPr/>
          <p:nvPr/>
        </p:nvCxnSpPr>
        <p:spPr>
          <a:xfrm>
            <a:off x="6305040" y="2037600"/>
            <a:ext cx="705960" cy="778680"/>
          </a:xfrm>
          <a:prstGeom prst="straightConnector1">
            <a:avLst/>
          </a:prstGeom>
          <a:ln>
            <a:solidFill>
              <a:srgbClr val="6600CC"/>
            </a:solidFill>
            <a:round/>
            <a:tailEnd len="med" type="triangle" w="med"/>
          </a:ln>
        </p:spPr>
      </p:cxnSp>
      <p:cxnSp>
        <p:nvCxnSpPr>
          <p:cNvPr id="165" name="Straight Arrow Connector 33"/>
          <p:cNvCxnSpPr/>
          <p:nvPr/>
        </p:nvCxnSpPr>
        <p:spPr>
          <a:xfrm>
            <a:off x="6305040" y="2088360"/>
            <a:ext cx="360" cy="741960"/>
          </a:xfrm>
          <a:prstGeom prst="straightConnector1">
            <a:avLst/>
          </a:prstGeom>
          <a:ln>
            <a:solidFill>
              <a:srgbClr val="6600CC"/>
            </a:solidFill>
            <a:round/>
            <a:tailEnd len="med" type="triangle" w="med"/>
          </a:ln>
        </p:spPr>
      </p:cxnSp>
      <p:sp>
        <p:nvSpPr>
          <p:cNvPr id="166" name="TextBox 2"/>
          <p:cNvSpPr/>
          <p:nvPr/>
        </p:nvSpPr>
        <p:spPr>
          <a:xfrm>
            <a:off x="1092240" y="4948560"/>
            <a:ext cx="68004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Times New Roman"/>
                <a:ea typeface="Cambria Math"/>
              </a:rPr>
              <a:t>Adjacent Operand :  No operands between two operands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TextBox 12"/>
          <p:cNvSpPr/>
          <p:nvPr/>
        </p:nvSpPr>
        <p:spPr>
          <a:xfrm>
            <a:off x="1046880" y="5396760"/>
            <a:ext cx="6863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Times New Roman"/>
                <a:ea typeface="Cambria Math"/>
              </a:rPr>
              <a:t>Adjacent Operator :  No operands between two operators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>
            <a:fillRect l="-17000" r="-17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3"/>
          <p:cNvSpPr/>
          <p:nvPr/>
        </p:nvSpPr>
        <p:spPr>
          <a:xfrm>
            <a:off x="2362320" y="533880"/>
            <a:ext cx="4419360" cy="517320"/>
          </a:xfrm>
          <a:prstGeom prst="rect">
            <a:avLst/>
          </a:prstGeom>
          <a:noFill/>
          <a:ln w="0">
            <a:noFill/>
          </a:ln>
          <a:effectLst>
            <a:innerShdw blurRad="114300">
              <a:srgbClr val="000000"/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  <a:scene3d>
              <a:camera prst="orthographicFront">
                <a:rot lat="0" lon="0" rev="0"/>
              </a:camera>
              <a:lightRig dir="t" rig="contrasting">
                <a:rot lat="0" lon="0" rev="4500000"/>
              </a:lightRig>
            </a:scene3d>
            <a:sp3d contourW="6350" prstMaterial="metal">
              <a:bevelT prst="relaxedInset" w="127000" h="31750"/>
              <a:contourClr>
                <a:schemeClr val="accent1"/>
              </a:contourClr>
            </a:sp3d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 cap="all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Some key words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Rectangle 1"/>
          <p:cNvSpPr/>
          <p:nvPr/>
        </p:nvSpPr>
        <p:spPr>
          <a:xfrm>
            <a:off x="1642320" y="2086200"/>
            <a:ext cx="605340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5400" b="1" u="none" spc="51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1 2 H 3 4 H 5  H V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TextBox 6"/>
          <p:cNvSpPr/>
          <p:nvPr/>
        </p:nvSpPr>
        <p:spPr>
          <a:xfrm>
            <a:off x="4036320" y="3807720"/>
            <a:ext cx="1201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 Math"/>
              </a:rPr>
              <a:t>CHAIN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Rectangle 10"/>
          <p:cNvSpPr/>
          <p:nvPr/>
        </p:nvSpPr>
        <p:spPr>
          <a:xfrm>
            <a:off x="2819520" y="2086200"/>
            <a:ext cx="761760" cy="80892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Rectangle 20"/>
          <p:cNvSpPr/>
          <p:nvPr/>
        </p:nvSpPr>
        <p:spPr>
          <a:xfrm>
            <a:off x="5942880" y="2131920"/>
            <a:ext cx="1752840" cy="80892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Rectangle 21"/>
          <p:cNvSpPr/>
          <p:nvPr/>
        </p:nvSpPr>
        <p:spPr>
          <a:xfrm>
            <a:off x="4592520" y="2111400"/>
            <a:ext cx="761760" cy="80892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74" name="Straight Arrow Connector 17"/>
          <p:cNvCxnSpPr/>
          <p:nvPr/>
        </p:nvCxnSpPr>
        <p:spPr>
          <a:xfrm flipH="1" flipV="1">
            <a:off x="3297240" y="3009240"/>
            <a:ext cx="1031760" cy="798840"/>
          </a:xfrm>
          <a:prstGeom prst="straightConnector1">
            <a:avLst/>
          </a:prstGeom>
          <a:ln w="28575">
            <a:solidFill>
              <a:srgbClr val="000066"/>
            </a:solidFill>
            <a:prstDash val="dash"/>
            <a:round/>
            <a:tailEnd len="med" type="triangle" w="med"/>
          </a:ln>
        </p:spPr>
      </p:cxnSp>
      <p:cxnSp>
        <p:nvCxnSpPr>
          <p:cNvPr id="175" name="Straight Arrow Connector 24"/>
          <p:cNvCxnSpPr/>
          <p:nvPr/>
        </p:nvCxnSpPr>
        <p:spPr>
          <a:xfrm flipV="1">
            <a:off x="4592160" y="3104640"/>
            <a:ext cx="284760" cy="703440"/>
          </a:xfrm>
          <a:prstGeom prst="straightConnector1">
            <a:avLst/>
          </a:prstGeom>
          <a:ln w="28575">
            <a:solidFill>
              <a:srgbClr val="000066"/>
            </a:solidFill>
            <a:prstDash val="dash"/>
            <a:round/>
            <a:tailEnd len="med" type="triangle" w="med"/>
          </a:ln>
        </p:spPr>
      </p:cxnSp>
      <p:cxnSp>
        <p:nvCxnSpPr>
          <p:cNvPr id="176" name="Straight Arrow Connector 25"/>
          <p:cNvCxnSpPr/>
          <p:nvPr/>
        </p:nvCxnSpPr>
        <p:spPr>
          <a:xfrm flipV="1">
            <a:off x="4973400" y="3009240"/>
            <a:ext cx="1704240" cy="798840"/>
          </a:xfrm>
          <a:prstGeom prst="straightConnector1">
            <a:avLst/>
          </a:prstGeom>
          <a:ln w="28575">
            <a:solidFill>
              <a:srgbClr val="000066"/>
            </a:solidFill>
            <a:prstDash val="dash"/>
            <a:round/>
            <a:tailEnd len="med" type="triangle" w="med"/>
          </a:ln>
        </p:spPr>
      </p:cxnSp>
      <p:sp>
        <p:nvSpPr>
          <p:cNvPr id="177" name="TextBox 36"/>
          <p:cNvSpPr/>
          <p:nvPr/>
        </p:nvSpPr>
        <p:spPr>
          <a:xfrm>
            <a:off x="1828800" y="4605840"/>
            <a:ext cx="5486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 Math"/>
              </a:rPr>
              <a:t>No Consecutive Operators of Same Type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>
            <a:fillRect l="-17000" r="-17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3"/>
          <p:cNvSpPr/>
          <p:nvPr/>
        </p:nvSpPr>
        <p:spPr>
          <a:xfrm>
            <a:off x="2362320" y="533880"/>
            <a:ext cx="4419360" cy="517320"/>
          </a:xfrm>
          <a:prstGeom prst="rect">
            <a:avLst/>
          </a:prstGeom>
          <a:noFill/>
          <a:ln w="0">
            <a:noFill/>
          </a:ln>
          <a:effectLst>
            <a:innerShdw blurRad="114300">
              <a:srgbClr val="000000"/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  <a:scene3d>
              <a:camera prst="orthographicFront">
                <a:rot lat="0" lon="0" rev="0"/>
              </a:camera>
              <a:lightRig dir="t" rig="contrasting">
                <a:rot lat="0" lon="0" rev="4500000"/>
              </a:lightRig>
            </a:scene3d>
            <a:sp3d contourW="6350" prstMaterial="metal">
              <a:bevelT prst="relaxedInset" w="127000" h="31750"/>
              <a:contourClr>
                <a:schemeClr val="accent1"/>
              </a:contourClr>
            </a:sp3d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 cap="all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HOW  IT  WORKS  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1056600" y="1523880"/>
            <a:ext cx="7030440" cy="38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ts val="3501"/>
              </a:lnSpc>
            </a:pPr>
            <a:r>
              <a:rPr lang="en-US" sz="2500" b="0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3 types of moves –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3501"/>
              </a:lnSpc>
              <a:spcBef>
                <a:spcPts val="1199"/>
              </a:spcBef>
            </a:pPr>
            <a:r>
              <a:rPr lang="en-US" sz="25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M1 :  Operand Swap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3501"/>
              </a:lnSpc>
            </a:pPr>
            <a:r>
              <a:rPr lang="en-US" sz="2500" b="0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Swap two adjacent operands 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3501"/>
              </a:lnSpc>
              <a:spcBef>
                <a:spcPts val="1800"/>
              </a:spcBef>
            </a:pPr>
            <a:r>
              <a:rPr lang="en-US" sz="25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M2 :  Chain Invert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3501"/>
              </a:lnSpc>
            </a:pPr>
            <a:r>
              <a:rPr lang="en-US" sz="2500" b="0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Invert a chain by changing V to H and H to V 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3501"/>
              </a:lnSpc>
              <a:spcBef>
                <a:spcPts val="1800"/>
              </a:spcBef>
            </a:pPr>
            <a:r>
              <a:rPr lang="en-US" sz="25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M3 :   Operator/Operand Swap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3501"/>
              </a:lnSpc>
            </a:pPr>
            <a:r>
              <a:rPr lang="en-US" sz="2500" b="0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Swap two adjacent operands and operators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>
            <a:fillRect l="-17000" r="-17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Box 3"/>
          <p:cNvSpPr/>
          <p:nvPr/>
        </p:nvSpPr>
        <p:spPr>
          <a:xfrm>
            <a:off x="2362320" y="533880"/>
            <a:ext cx="4419360" cy="517320"/>
          </a:xfrm>
          <a:prstGeom prst="rect">
            <a:avLst/>
          </a:prstGeom>
          <a:noFill/>
          <a:ln w="0">
            <a:noFill/>
          </a:ln>
          <a:effectLst>
            <a:innerShdw blurRad="114300">
              <a:srgbClr val="000000"/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  <a:scene3d>
              <a:camera prst="orthographicFront">
                <a:rot lat="0" lon="0" rev="0"/>
              </a:camera>
              <a:lightRig dir="t" rig="contrasting">
                <a:rot lat="0" lon="0" rev="4500000"/>
              </a:lightRig>
            </a:scene3d>
            <a:sp3d contourW="6350" prstMaterial="metal">
              <a:bevelT prst="relaxedInset" w="127000" h="31750"/>
              <a:contourClr>
                <a:schemeClr val="accent1"/>
              </a:contourClr>
            </a:sp3d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 cap="all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EXAMPLE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81" name="Group 16"/>
          <p:cNvGrpSpPr/>
          <p:nvPr/>
        </p:nvGrpSpPr>
        <p:grpSpPr>
          <a:xfrm>
            <a:off x="51120" y="1981080"/>
            <a:ext cx="2057040" cy="2514240"/>
            <a:chOff x="51120" y="1981080"/>
            <a:chExt cx="2057040" cy="2514240"/>
          </a:xfrm>
        </p:grpSpPr>
        <p:sp>
          <p:nvSpPr>
            <p:cNvPr id="182" name="Rectangle 1"/>
            <p:cNvSpPr/>
            <p:nvPr/>
          </p:nvSpPr>
          <p:spPr>
            <a:xfrm>
              <a:off x="51120" y="1981080"/>
              <a:ext cx="2057040" cy="25142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3" name="TextBox 12"/>
            <p:cNvSpPr/>
            <p:nvPr/>
          </p:nvSpPr>
          <p:spPr>
            <a:xfrm>
              <a:off x="367920" y="4034160"/>
              <a:ext cx="1467000" cy="456120"/>
            </a:xfrm>
            <a:prstGeom prst="rect">
              <a:avLst/>
            </a:prstGeom>
            <a:solidFill>
              <a:schemeClr val="tx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400" b="1" u="none" strike="noStrike">
                  <a:solidFill>
                    <a:schemeClr val="dk1"/>
                  </a:solidFill>
                  <a:effectLst/>
                  <a:uFillTx/>
                  <a:latin typeface="Times New Roman"/>
                  <a:ea typeface="Cambria Math"/>
                </a:rPr>
                <a:t>12V4H3V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84" name="Group 17"/>
          <p:cNvGrpSpPr/>
          <p:nvPr/>
        </p:nvGrpSpPr>
        <p:grpSpPr>
          <a:xfrm>
            <a:off x="2108520" y="1981080"/>
            <a:ext cx="2541600" cy="2523960"/>
            <a:chOff x="2108520" y="1981080"/>
            <a:chExt cx="2541600" cy="2523960"/>
          </a:xfrm>
        </p:grpSpPr>
        <p:sp>
          <p:nvSpPr>
            <p:cNvPr id="185" name="Rectangle 7"/>
            <p:cNvSpPr/>
            <p:nvPr/>
          </p:nvSpPr>
          <p:spPr>
            <a:xfrm>
              <a:off x="2108520" y="1981080"/>
              <a:ext cx="2541600" cy="25142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6" name="TextBox 13"/>
            <p:cNvSpPr/>
            <p:nvPr/>
          </p:nvSpPr>
          <p:spPr>
            <a:xfrm>
              <a:off x="2974320" y="4048920"/>
              <a:ext cx="1467000" cy="456120"/>
            </a:xfrm>
            <a:prstGeom prst="rect">
              <a:avLst/>
            </a:prstGeom>
            <a:solidFill>
              <a:schemeClr val="tx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400" b="1" u="none" strike="noStrike">
                  <a:solidFill>
                    <a:schemeClr val="dk1"/>
                  </a:solidFill>
                  <a:effectLst/>
                  <a:uFillTx/>
                  <a:latin typeface="Times New Roman"/>
                  <a:ea typeface="Cambria Math"/>
                </a:rPr>
                <a:t>12V3H4V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87" name="Group 18"/>
          <p:cNvGrpSpPr/>
          <p:nvPr/>
        </p:nvGrpSpPr>
        <p:grpSpPr>
          <a:xfrm>
            <a:off x="4637880" y="1981080"/>
            <a:ext cx="2319840" cy="2514240"/>
            <a:chOff x="4637880" y="1981080"/>
            <a:chExt cx="2319840" cy="2514240"/>
          </a:xfrm>
        </p:grpSpPr>
        <p:sp>
          <p:nvSpPr>
            <p:cNvPr id="188" name="Rectangle 8"/>
            <p:cNvSpPr/>
            <p:nvPr/>
          </p:nvSpPr>
          <p:spPr>
            <a:xfrm>
              <a:off x="4637880" y="1981080"/>
              <a:ext cx="2285640" cy="251424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9" name="TextBox 14"/>
            <p:cNvSpPr/>
            <p:nvPr/>
          </p:nvSpPr>
          <p:spPr>
            <a:xfrm>
              <a:off x="5473800" y="4034160"/>
              <a:ext cx="1483920" cy="456120"/>
            </a:xfrm>
            <a:prstGeom prst="rect">
              <a:avLst/>
            </a:prstGeom>
            <a:solidFill>
              <a:schemeClr val="tx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400" b="1" u="none" strike="noStrike">
                  <a:solidFill>
                    <a:schemeClr val="dk1"/>
                  </a:solidFill>
                  <a:effectLst/>
                  <a:uFillTx/>
                  <a:latin typeface="Times New Roman"/>
                  <a:ea typeface="Cambria Math"/>
                </a:rPr>
                <a:t>12H3H4V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90" name="Group 19"/>
          <p:cNvGrpSpPr/>
          <p:nvPr/>
        </p:nvGrpSpPr>
        <p:grpSpPr>
          <a:xfrm>
            <a:off x="6921720" y="1981080"/>
            <a:ext cx="2217240" cy="2514240"/>
            <a:chOff x="6921720" y="1981080"/>
            <a:chExt cx="2217240" cy="2514240"/>
          </a:xfrm>
        </p:grpSpPr>
        <p:sp>
          <p:nvSpPr>
            <p:cNvPr id="191" name="Rectangle 9"/>
            <p:cNvSpPr/>
            <p:nvPr/>
          </p:nvSpPr>
          <p:spPr>
            <a:xfrm>
              <a:off x="6921720" y="1981080"/>
              <a:ext cx="2217240" cy="2514240"/>
            </a:xfrm>
            <a:prstGeom prst="rect">
              <a:avLst/>
            </a:prstGeom>
            <a:blipFill rotWithShape="0">
              <a:blip r:embed="rId5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2" name="TextBox 15"/>
            <p:cNvSpPr/>
            <p:nvPr/>
          </p:nvSpPr>
          <p:spPr>
            <a:xfrm>
              <a:off x="7543800" y="4034160"/>
              <a:ext cx="1483920" cy="456120"/>
            </a:xfrm>
            <a:prstGeom prst="rect">
              <a:avLst/>
            </a:prstGeom>
            <a:solidFill>
              <a:schemeClr val="tx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400" b="1" u="none" strike="noStrike">
                  <a:solidFill>
                    <a:schemeClr val="dk1"/>
                  </a:solidFill>
                  <a:effectLst/>
                  <a:uFillTx/>
                  <a:latin typeface="Times New Roman"/>
                  <a:ea typeface="Cambria Math"/>
                </a:rPr>
                <a:t>12H34HV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>
            <a:fillRect l="-17000" r="-17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3"/>
          <p:cNvSpPr/>
          <p:nvPr/>
        </p:nvSpPr>
        <p:spPr>
          <a:xfrm>
            <a:off x="2362320" y="533880"/>
            <a:ext cx="4419360" cy="517320"/>
          </a:xfrm>
          <a:prstGeom prst="rect">
            <a:avLst/>
          </a:prstGeom>
          <a:noFill/>
          <a:ln w="0">
            <a:noFill/>
          </a:ln>
          <a:effectLst>
            <a:innerShdw blurRad="114300">
              <a:srgbClr val="000000"/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  <a:scene3d>
              <a:camera prst="orthographicFront">
                <a:rot lat="0" lon="0" rev="0"/>
              </a:camera>
              <a:lightRig dir="t" rig="contrasting">
                <a:rot lat="0" lon="0" rev="4500000"/>
              </a:lightRig>
            </a:scene3d>
            <a:sp3d contourW="6350" prstMaterial="metal">
              <a:bevelT prst="relaxedInset" w="127000" h="31750"/>
              <a:contourClr>
                <a:schemeClr val="accent1"/>
              </a:contourClr>
            </a:sp3d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 cap="all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CHECKING  LEGALITY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TextBox 2"/>
          <p:cNvSpPr/>
          <p:nvPr/>
        </p:nvSpPr>
        <p:spPr>
          <a:xfrm>
            <a:off x="1295280" y="1828800"/>
            <a:ext cx="6095520" cy="22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 Math"/>
              </a:rPr>
              <a:t>Balloting Property 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9"/>
              </a:spcBef>
              <a:buClr>
                <a:srgbClr val="000066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 Math"/>
              </a:rPr>
              <a:t>M1 and M2 moves are OK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9"/>
              </a:spcBef>
              <a:buClr>
                <a:srgbClr val="000066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 Math"/>
              </a:rPr>
              <a:t>M3 could make the number of operands not greater than that of operators, which violates the balloting property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>
            <a:fillRect l="-17000" r="-17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3"/>
          <p:cNvSpPr/>
          <p:nvPr/>
        </p:nvSpPr>
        <p:spPr>
          <a:xfrm>
            <a:off x="2362320" y="533880"/>
            <a:ext cx="4419360" cy="517320"/>
          </a:xfrm>
          <a:prstGeom prst="rect">
            <a:avLst/>
          </a:prstGeom>
          <a:noFill/>
          <a:ln w="0">
            <a:noFill/>
          </a:ln>
          <a:effectLst>
            <a:innerShdw blurRad="114300">
              <a:srgbClr val="000000"/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  <a:scene3d>
              <a:camera prst="orthographicFront">
                <a:rot lat="0" lon="0" rev="0"/>
              </a:camera>
              <a:lightRig dir="t" rig="contrasting">
                <a:rot lat="0" lon="0" rev="4500000"/>
              </a:lightRig>
            </a:scene3d>
            <a:sp3d contourW="6350" prstMaterial="metal">
              <a:bevelT prst="relaxedInset" w="127000" h="31750"/>
              <a:contourClr>
                <a:schemeClr val="accent1"/>
              </a:contourClr>
            </a:sp3d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 cap="all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CHECKING  LEGALITY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TextBox 2"/>
          <p:cNvSpPr/>
          <p:nvPr/>
        </p:nvSpPr>
        <p:spPr>
          <a:xfrm>
            <a:off x="1295280" y="1828800"/>
            <a:ext cx="6095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 Math"/>
              </a:rPr>
              <a:t>Balloting Property 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7" name="Picture 1"/>
          <p:cNvPicPr/>
          <p:nvPr/>
        </p:nvPicPr>
        <p:blipFill>
          <a:blip r:embed="rId2"/>
          <a:stretch/>
        </p:blipFill>
        <p:spPr>
          <a:xfrm>
            <a:off x="202680" y="2743200"/>
            <a:ext cx="8737920" cy="1909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>
            <a:fillRect l="-17000" r="-17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Box 3"/>
          <p:cNvSpPr/>
          <p:nvPr/>
        </p:nvSpPr>
        <p:spPr>
          <a:xfrm>
            <a:off x="2362320" y="533880"/>
            <a:ext cx="4419360" cy="517320"/>
          </a:xfrm>
          <a:prstGeom prst="rect">
            <a:avLst/>
          </a:prstGeom>
          <a:noFill/>
          <a:ln w="0">
            <a:noFill/>
          </a:ln>
          <a:effectLst>
            <a:innerShdw blurRad="114300">
              <a:srgbClr val="000000"/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  <a:scene3d>
              <a:camera prst="orthographicFront">
                <a:rot lat="0" lon="0" rev="0"/>
              </a:camera>
              <a:lightRig dir="t" rig="contrasting">
                <a:rot lat="0" lon="0" rev="4500000"/>
              </a:lightRig>
            </a:scene3d>
            <a:sp3d contourW="6350" prstMaterial="metal">
              <a:bevelT prst="relaxedInset" w="127000" h="31750"/>
              <a:contourClr>
                <a:schemeClr val="accent1"/>
              </a:contourClr>
            </a:sp3d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 cap="all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CHECKING  LEGALITY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TextBox 2"/>
          <p:cNvSpPr/>
          <p:nvPr/>
        </p:nvSpPr>
        <p:spPr>
          <a:xfrm>
            <a:off x="1295280" y="1828800"/>
            <a:ext cx="6095520" cy="25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 Math"/>
              </a:rPr>
              <a:t>No Consecutive Operators 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9"/>
              </a:spcBef>
              <a:buClr>
                <a:srgbClr val="000066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 Math"/>
              </a:rPr>
              <a:t>M1 and M2 moves are OK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9"/>
              </a:spcBef>
              <a:buClr>
                <a:srgbClr val="000066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66"/>
                </a:solidFill>
                <a:effectLst/>
                <a:uFillTx/>
                <a:latin typeface="Times New Roman"/>
                <a:ea typeface="Cambria Math"/>
              </a:rPr>
              <a:t>M3 could generate two identical consecutive operators that violates the legal property of normalized polish expression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>
            <a:fillRect l="-17000" r="-17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3"/>
          <p:cNvSpPr/>
          <p:nvPr/>
        </p:nvSpPr>
        <p:spPr>
          <a:xfrm>
            <a:off x="1463040" y="2514600"/>
            <a:ext cx="5852160" cy="1004760"/>
          </a:xfrm>
          <a:prstGeom prst="rect">
            <a:avLst/>
          </a:prstGeom>
          <a:noFill/>
          <a:ln w="0">
            <a:noFill/>
          </a:ln>
          <a:effectLst>
            <a:innerShdw blurRad="114300">
              <a:srgbClr val="000000"/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  <a:scene3d>
              <a:camera prst="orthographicFront">
                <a:rot lat="0" lon="0" rev="0"/>
              </a:camera>
              <a:lightRig dir="t" rig="contrasting">
                <a:rot lat="0" lon="0" rev="4500000"/>
              </a:lightRig>
            </a:scene3d>
            <a:sp3d contourW="6350" prstMaterial="metal">
              <a:bevelT prst="relaxedInset" w="127000" h="31750"/>
              <a:contourClr>
                <a:schemeClr val="accent1"/>
              </a:contourClr>
            </a:sp3d>
          </a:bodyPr>
          <a:p>
            <a:pPr algn="ctr" defTabSz="914400">
              <a:lnSpc>
                <a:spcPct val="100000"/>
              </a:lnSpc>
            </a:pPr>
            <a:r>
              <a:rPr lang="en-US" sz="3200" b="1" u="none" strike="noStrike" cap="all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 </a:t>
            </a:r>
            <a:r>
              <a:rPr lang="en-US" sz="6000" b="1" u="none" strike="noStrike" cap="all">
                <a:solidFill>
                  <a:srgbClr val="000066"/>
                </a:solidFill>
                <a:effectLst/>
                <a:uFillTx/>
                <a:latin typeface="Times New Roman"/>
                <a:ea typeface="Cambria"/>
              </a:rPr>
              <a:t>THANK  YOU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Elemental">
  <a:themeElements>
    <a:clrScheme name="Elemental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 pitchFamily="0" charset="1"/>
        <a:ea typeface=""/>
        <a:cs typeface=""/>
      </a:majorFont>
      <a:minorFont>
        <a:latin typeface="Palatino Linotyp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</a:schemeClr>
            </a:gs>
            <a:gs pos="100000">
              <a:schemeClr val="phClr">
                <a:tint val="24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/>
            </a:gs>
            <a:gs pos="100000">
              <a:schemeClr val="phClr">
                <a:shade val="48000"/>
                <a:lumMod val="94000"/>
              </a:schemeClr>
            </a:gs>
            <a:gs pos="100000">
              <a:schemeClr val="phClr">
                <a:shade val="48000"/>
                <a:lumMod val="94000"/>
              </a:schemeClr>
            </a:gs>
          </a:gsLst>
          <a:lin ang="4140000" scaled="1"/>
          <a:tileRect l="0" t="0" r="0" b="0"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857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</a:schemeClr>
            </a:gs>
          </a:gsLst>
          <a:lin ang="540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268</TotalTime>
  <Application>LibreOffice/26.2.3.2$Linux_X86_64 LibreOffice_project/70e089b17412e4cb7773e41413306b17a2328c34</Application>
  <AppVersion>15.0000</AppVersion>
  <Words>273</Words>
  <Paragraphs>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2020-03-10T12:56:47Z</dcterms:created>
  <dc:creator>DELL</dc:creator>
  <dc:description/>
  <dc:language>en-US</dc:language>
  <cp:lastModifiedBy/>
  <dcterms:modified xsi:type="dcterms:W3CDTF">2026-06-03T21:47:42Z</dcterms:modified>
  <cp:revision>35</cp:revision>
  <dc:subject/>
  <dc:title>NEIGHBORHOOD STRUCTURE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14</vt:i4>
  </property>
</Properties>
</file>