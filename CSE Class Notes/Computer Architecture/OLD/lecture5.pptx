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8aH1Y3JR8zD2SLWD9J/byn5D7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71" name="Google Shape;71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2" name="Google Shape;72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7" name="Google Shape;87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88" name="Google Shape;88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9" name="Google Shape;89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90" name="Google Shape;90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96" name="Google Shape;9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97" name="Google Shape;97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03" name="Google Shape;103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/>
        </p:nvSpPr>
        <p:spPr>
          <a:xfrm>
            <a:off x="609600" y="2667000"/>
            <a:ext cx="74676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Computer Architecture</a:t>
            </a:r>
            <a:br>
              <a:rPr b="0" i="0" lang="en-GB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GB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Lecture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1"/>
          <p:cNvSpPr txBox="1"/>
          <p:nvPr>
            <p:ph type="title"/>
          </p:nvPr>
        </p:nvSpPr>
        <p:spPr>
          <a:xfrm>
            <a:off x="457200" y="434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mic Sans MS"/>
              <a:buNone/>
            </a:pPr>
            <a:r>
              <a:rPr b="0" i="0" lang="en-GB" sz="4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Logical Operations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/>
          </a:p>
        </p:txBody>
      </p:sp>
      <p:pic>
        <p:nvPicPr>
          <p:cNvPr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800"/>
            <a:ext cx="7624762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0" y="762000"/>
            <a:ext cx="91440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first class of such operations is called shifts. They move all the bits in a word to the left or right, filling the emptied bits with 0s.</a:t>
            </a:r>
            <a:r>
              <a:rPr b="0" i="0" lang="en-GB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if register $s0 contained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819400"/>
            <a:ext cx="68230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0" y="3581400"/>
            <a:ext cx="91440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the instruction to shift left by 4 was executed, the new value would be:</a:t>
            </a:r>
            <a:endParaRPr/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4724400"/>
            <a:ext cx="7162800" cy="69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Shifts-Continue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0" y="762000"/>
            <a:ext cx="91440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dual of a shift left is a shift right. The actual name of the two MIPS shift instructions are called </a:t>
            </a:r>
            <a:r>
              <a:rPr b="0" i="1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 left logical (sll) and shift right logical (srl).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1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sll $t2,$s0,4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sll $t2,$s0,4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machine language version of the instruction above 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4724400"/>
            <a:ext cx="86106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Shifts-Continue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200"/>
            <a:ext cx="8610600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0" y="2590800"/>
            <a:ext cx="9144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encoding of sll is 0 in both the op and funct fields, rd contains 10 (register $t2), rt contains 16 (register $s0), and shamt contains 4. The rs field is unused and thus is set to 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Shifts-Continue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0" y="609600"/>
            <a:ext cx="91440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Shift left logical provides a bonus benefit. Shifting left </a:t>
            </a:r>
            <a:r>
              <a:rPr b="0" i="0" lang="en-GB" sz="24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i bits gives the same result as multiplying by 2</a:t>
            </a:r>
            <a:r>
              <a:rPr b="0" baseline="30000" i="0" lang="en-GB" sz="24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just as shifting a decimal number by i digits is equivalent to multiplying by 10</a:t>
            </a:r>
            <a:r>
              <a:rPr b="0" baseline="3000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the above sll shifts by 4, which gives the same result as multiplying by 2</a:t>
            </a:r>
            <a:r>
              <a:rPr b="0" baseline="3000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or 16.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first bit pattern above represents 9, and 9 × 16 = 144, the value of the second bit pattern.</a:t>
            </a:r>
            <a:endParaRPr/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114800"/>
            <a:ext cx="68230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3352800" y="4876800"/>
            <a:ext cx="20478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sll $t2,$s0,4</a:t>
            </a:r>
            <a:endParaRPr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5715000"/>
            <a:ext cx="7162800" cy="69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operation 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0" y="685800"/>
            <a:ext cx="91440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is a bit-by‑bit operation that leaves a 1 in the result only if both bits of the operands are 1.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if register $t2 contains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362200"/>
            <a:ext cx="6831012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0" y="3124200"/>
            <a:ext cx="3810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register $t1 contains</a:t>
            </a:r>
            <a:endParaRPr/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581400"/>
            <a:ext cx="61150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0" y="4343400"/>
            <a:ext cx="64135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then, after executing the MIPS instruction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2590800" y="4953000"/>
            <a:ext cx="3810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$t0,$t1,$t2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0" y="5562600"/>
            <a:ext cx="51308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value of register $t0 would be</a:t>
            </a:r>
            <a:endParaRPr/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6096000"/>
            <a:ext cx="45720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operation-Continue 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0" y="685800"/>
            <a:ext cx="9144000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can apply a bit pattern to a set of bits to force 0s where there is a 0 in the bit pattern.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a bit pattern in conjunction with AND is traditionally called a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mask, since the mask “conceals” some bits.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operation 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0" y="838200"/>
            <a:ext cx="91440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bit-by‑bit operation that places a 1 in the result if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either operand bit is a 1.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2286000" y="5029200"/>
            <a:ext cx="320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$t0,$t1,$t2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0" y="1905000"/>
            <a:ext cx="64373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if register $t2 contains</a:t>
            </a:r>
            <a:endParaRPr/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362200"/>
            <a:ext cx="6831012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0" y="3048000"/>
            <a:ext cx="45164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register $t1 contains</a:t>
            </a:r>
            <a:endParaRPr/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733800"/>
            <a:ext cx="61150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0" y="4419600"/>
            <a:ext cx="6013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result of the MIPS instruction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0" y="5562600"/>
            <a:ext cx="42148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this value in register $t0:</a:t>
            </a:r>
            <a:endParaRPr/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0" y="6019800"/>
            <a:ext cx="634365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Operation 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0" y="1143000"/>
            <a:ext cx="9144000" cy="397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1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takes one operand and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places a 1 in the result if one operand bit is a 0, and vice versa.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keeping with the three-operand format, the designers of MIPS decided to include the instruction </a:t>
            </a:r>
            <a:r>
              <a:rPr b="1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NOR (NOT OR) instead of NOT.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1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one operand is zero, then it is equivalent to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NOT: A NOR 0 = NOT (A OR 0) = NOT (A).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/>
        </p:nvSpPr>
        <p:spPr>
          <a:xfrm>
            <a:off x="0" y="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Operation </a:t>
            </a:r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0" y="914400"/>
            <a:ext cx="91440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 register $t1 is 0000 0000 0000 0000 0011 1100 0000 0000</a:t>
            </a:r>
            <a:r>
              <a:rPr b="0" baseline="-2500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register $t3 has the value 0, the result of the MIPS instruction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nor $t0,$t1,$t3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this value in register $t0: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1111 1111 1111 1111 1100 0011 1111 1111two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/>
        </p:nvSpPr>
        <p:spPr>
          <a:xfrm>
            <a:off x="0" y="0"/>
            <a:ext cx="77724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Instructions for Making Decisions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0" y="685800"/>
            <a:ext cx="91440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MIPS assembly language includes two decision- making instructions, similar to an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a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go to.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first instruction is</a:t>
            </a:r>
            <a:r>
              <a:rPr b="0" i="0" lang="en-GB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beq register1, register2, L1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instruction means go to the statement labeled L1 if the value in register1 equals the value in register2.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mnemonic beq stands for </a:t>
            </a:r>
            <a:r>
              <a:rPr b="0" i="1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if equal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Instructions for Making Decisions-Cont.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0" y="990600"/>
            <a:ext cx="9144000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bne register1, register2, L1</a:t>
            </a:r>
            <a:r>
              <a:rPr b="0" i="0" lang="en-GB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means go to the statement labeled L1 if the value in register1 does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equal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value in register2.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mnemonic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bne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stands for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if not equal.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These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instructions are traditionally called </a:t>
            </a:r>
            <a:r>
              <a:rPr b="1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conditional branches.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0" y="685800"/>
            <a:ext cx="91440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following code segment, f, g, h, i, and j are variables. If the five variables f through j correspond to the five registers $s0 through $s4, what is the compiled MIPS code for this C </a:t>
            </a:r>
            <a:r>
              <a:rPr b="0" i="1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statement?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1981200" y="2362200"/>
            <a:ext cx="55848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(i == j) f = g + h; else f = g – h;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0" y="3352800"/>
            <a:ext cx="8429625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bne $s3,$s4,Else 	# go to Else if i ≠ j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$s0,$s1,$s2 	# f = g + h (skipped if i ≠ j)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 Exit 			# go to Exit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Else:sub $s0,$s1,$s2 	# f = g – h (skipped if i = j)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Exit: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Example-Cont.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0" y="2819400"/>
            <a:ext cx="9144000" cy="378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example introduces another kind of branch, often called an unconditional branch.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instruction says that the processor always follows the branch.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distinguish between conditional and unconditional branches, the MIPS name for this type of instruction is jump, abbreviated as j.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27" name="Google Shape;2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449262"/>
            <a:ext cx="3962400" cy="22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Loops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0" y="685800"/>
            <a:ext cx="914400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Decisions are important both for choosing between two alternatives—found in </a:t>
            </a:r>
            <a:r>
              <a:rPr b="0" i="1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statements—and for iterating a computation—found in loops. The same assembly instructions are the building blocks for both cases</a:t>
            </a:r>
            <a:r>
              <a:rPr b="0" i="0" lang="en-GB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0" y="3581400"/>
            <a:ext cx="89154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Here is a traditional loop in C:</a:t>
            </a:r>
            <a:endParaRPr/>
          </a:p>
          <a:p>
            <a:pPr indent="0" lvl="6" marL="2743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while (save[i] == k)</a:t>
            </a:r>
            <a:endParaRPr/>
          </a:p>
          <a:p>
            <a:pPr indent="0" lvl="6" marL="2743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+= 1;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Assume that i and k correspond to registers $s3 and $s5 and the base of the array </a:t>
            </a: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save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in $s6. What is the MIPS assembly code corresponding to this C segment?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0" y="28956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Loops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0" y="838200"/>
            <a:ext cx="9144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Here is a traditional loop in C:</a:t>
            </a:r>
            <a:endParaRPr/>
          </a:p>
          <a:p>
            <a:pPr indent="0" lvl="6" marL="2743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while (save[i] == k)</a:t>
            </a:r>
            <a:endParaRPr/>
          </a:p>
          <a:p>
            <a:pPr indent="0" lvl="6" marL="2743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+= 1;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Assume that i and k correspond to registers $s3 and $s5 and the base of the array </a:t>
            </a:r>
            <a:r>
              <a:rPr b="0" i="0" lang="en-GB" sz="24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save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in $s6. What is the MIPS assembly code corresponding to this C segment?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228600" y="3276600"/>
            <a:ext cx="8915400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Loop: sll $t1,$s3,2	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# Temp reg $t1 = i * 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$t1,$t1,$s6		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# $t1 = address of save[i]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lw $t0,0($t1)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# Temp reg $t0 = save[i]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bne $t0,$s5, Exit 	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# go to Exit if save[i] ≠ 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addi $s3,$s3,1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# i = i + 1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 Loop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# go to Loop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Exit: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on less than </a:t>
            </a: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0" y="1143000"/>
            <a:ext cx="9144000" cy="526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slt $t0, $s3, $s4 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# $t0 = 1 if $s3 &lt; $s4</a:t>
            </a:r>
            <a:r>
              <a:rPr b="0" i="0" lang="en-GB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means that register $t0 is set to 1 if the value in register $s3 is less than the value in register $s4; otherwise, register $t0 is set to 0.</a:t>
            </a:r>
            <a:r>
              <a:rPr b="0" i="0" lang="en-GB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Constant operands are popular in comparisons, so there is an immediate version of the set on less than instruction. To test if register $s2 is less than the constant 10, we can just write</a:t>
            </a:r>
            <a:r>
              <a:rPr b="0" i="0" lang="en-GB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0" i="0" lang="en-GB" sz="28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GB" sz="28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slti $t0,$s2,10 		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# $t0 = 1 if $s2 &lt; 10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J-type </a:t>
            </a: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0" y="838200"/>
            <a:ext cx="89916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already implemented R-Type and </a:t>
            </a:r>
            <a:r>
              <a:rPr lang="en-GB" sz="2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b="0" i="0" lang="en-GB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-Type instructions. Now, we will learn about </a:t>
            </a:r>
            <a:r>
              <a:rPr lang="en-GB" sz="2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r>
              <a:rPr b="0" i="0" lang="en-GB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-type instruction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rgbClr val="1F1F1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only J-type instructions are the </a:t>
            </a:r>
            <a:r>
              <a:rPr b="0" i="0" lang="en-GB" sz="2800" u="none">
                <a:solidFill>
                  <a:srgbClr val="040C28"/>
                </a:solidFill>
                <a:latin typeface="Comic Sans MS"/>
                <a:ea typeface="Comic Sans MS"/>
                <a:cs typeface="Comic Sans MS"/>
                <a:sym typeface="Comic Sans MS"/>
              </a:rPr>
              <a:t>jump instructions j and jal</a:t>
            </a:r>
            <a:r>
              <a:rPr b="0" i="0" lang="en-GB" sz="2800" u="none">
                <a:solidFill>
                  <a:srgbClr val="1F1F1F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rgbClr val="1F1F1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instructions require a 26-bit coded address field to specify the target of the jump.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1F1F1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12" y="4606925"/>
            <a:ext cx="8613775" cy="123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/>
          <p:nvPr>
            <p:ph type="title"/>
          </p:nvPr>
        </p:nvSpPr>
        <p:spPr>
          <a:xfrm>
            <a:off x="457200" y="27463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mic Sans MS"/>
              <a:buNone/>
            </a:pPr>
            <a:r>
              <a:rPr b="0" i="0" lang="en-GB" sz="3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Format</a:t>
            </a:r>
            <a:endParaRPr/>
          </a:p>
        </p:txBody>
      </p:sp>
      <p:pic>
        <p:nvPicPr>
          <p:cNvPr id="261" name="Google Shape;26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012" y="990600"/>
            <a:ext cx="8435975" cy="5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J-type </a:t>
            </a: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0" y="838200"/>
            <a:ext cx="8991600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address stored in a J instruction is 26 bits of the address associated with the specified label. 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b="0" i="0" sz="28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J Loop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Char char="•"/>
            </a:pPr>
            <a:r>
              <a:rPr b="0" i="0" lang="en-GB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Loop is at address 1028, then the value stored in the machine instruction would be 257(257= 1028/4).</a:t>
            </a:r>
            <a:r>
              <a:rPr b="0" i="0" lang="en-GB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pic>
        <p:nvPicPr>
          <p:cNvPr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2612" y="4419600"/>
            <a:ext cx="54387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Format</a:t>
            </a:r>
            <a:endParaRPr/>
          </a:p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8200"/>
            <a:ext cx="9144000" cy="177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630487"/>
            <a:ext cx="9144000" cy="38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Format</a:t>
            </a:r>
            <a:endParaRPr/>
          </a:p>
        </p:txBody>
      </p:sp>
      <p:pic>
        <p:nvPicPr>
          <p:cNvPr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9144000" cy="267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419600"/>
            <a:ext cx="9144000" cy="204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1" lang="en-GB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Instruction Format</a:t>
            </a:r>
            <a:endParaRPr/>
          </a:p>
        </p:txBody>
      </p:sp>
      <p:pic>
        <p:nvPicPr>
          <p:cNvPr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7800"/>
            <a:ext cx="9144000" cy="29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2008-03-23T23:58:27Z</dcterms:created>
  <dc:creator>Mrs.Nayeema Islam</dc:creator>
</cp:coreProperties>
</file>