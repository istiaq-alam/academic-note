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21"/>
  </p:notesMasterIdLst>
  <p:sldIdLst>
    <p:sldId id="256" r:id="rId2"/>
    <p:sldId id="258" r:id="rId3"/>
    <p:sldId id="295" r:id="rId4"/>
    <p:sldId id="257" r:id="rId5"/>
    <p:sldId id="260" r:id="rId6"/>
    <p:sldId id="259" r:id="rId7"/>
    <p:sldId id="261" r:id="rId8"/>
    <p:sldId id="262" r:id="rId9"/>
    <p:sldId id="263" r:id="rId10"/>
    <p:sldId id="281" r:id="rId11"/>
    <p:sldId id="264" r:id="rId12"/>
    <p:sldId id="297" r:id="rId13"/>
    <p:sldId id="296" r:id="rId14"/>
    <p:sldId id="265" r:id="rId15"/>
    <p:sldId id="273" r:id="rId16"/>
    <p:sldId id="298" r:id="rId17"/>
    <p:sldId id="270" r:id="rId18"/>
    <p:sldId id="269" r:id="rId19"/>
    <p:sldId id="278" r:id="rId20"/>
  </p:sldIdLst>
  <p:sldSz cx="9144000" cy="5143500" type="screen16x9"/>
  <p:notesSz cx="6858000" cy="9144000"/>
  <p:embeddedFontLst>
    <p:embeddedFont>
      <p:font typeface="Bahnschrift" panose="020B0502040204020203" pitchFamily="34" charset="0"/>
      <p:regular r:id="rId22"/>
      <p:bold r:id="rId23"/>
    </p:embeddedFont>
    <p:embeddedFont>
      <p:font typeface="Segoe UI Historic" panose="020B0502040204020203" pitchFamily="34" charset="0"/>
      <p:regular r:id="rId24"/>
    </p:embeddedFont>
    <p:embeddedFont>
      <p:font typeface="Tinos" panose="020B0604020202020204" charset="0"/>
      <p:regular r:id="rId25"/>
      <p:bold r:id="rId26"/>
      <p:italic r:id="rId27"/>
      <p:boldItalic r:id="rId28"/>
    </p:embeddedFont>
    <p:embeddedFont>
      <p:font typeface="Wingdings 3" panose="05040102010807070707" pitchFamily="18" charset="2"/>
      <p:regular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0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005B024-BF1A-4809-B3CE-6C05331695DE}">
  <a:tblStyle styleId="{6005B024-BF1A-4809-B3CE-6C05331695DE}"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674E931-C3F3-43B3-8207-C72E7EAE3723}"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47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tiaq Alam" userId="6e56752581b029fa" providerId="LiveId" clId="{34D58922-975C-42EE-B003-2229277C431D}"/>
    <pc:docChg chg="modSld">
      <pc:chgData name="Istiaq Alam" userId="6e56752581b029fa" providerId="LiveId" clId="{34D58922-975C-42EE-B003-2229277C431D}" dt="2022-12-16T18:57:29.376" v="9" actId="20577"/>
      <pc:docMkLst>
        <pc:docMk/>
      </pc:docMkLst>
      <pc:sldChg chg="modSp">
        <pc:chgData name="Istiaq Alam" userId="6e56752581b029fa" providerId="LiveId" clId="{34D58922-975C-42EE-B003-2229277C431D}" dt="2022-12-16T18:57:29.376" v="9" actId="20577"/>
        <pc:sldMkLst>
          <pc:docMk/>
          <pc:sldMk cId="0" sldId="258"/>
        </pc:sldMkLst>
        <pc:spChg chg="mod">
          <ac:chgData name="Istiaq Alam" userId="6e56752581b029fa" providerId="LiveId" clId="{34D58922-975C-42EE-B003-2229277C431D}" dt="2022-12-16T18:57:29.376" v="9" actId="20577"/>
          <ac:spMkLst>
            <pc:docMk/>
            <pc:sldMk cId="0" sldId="258"/>
            <ac:spMk id="5" creationId="{361415AA-EA9D-495A-9FCF-8B0B3A376723}"/>
          </ac:spMkLst>
        </pc:spChg>
        <pc:spChg chg="mod">
          <ac:chgData name="Istiaq Alam" userId="6e56752581b029fa" providerId="LiveId" clId="{34D58922-975C-42EE-B003-2229277C431D}" dt="2022-12-16T18:57:23.944" v="4" actId="20577"/>
          <ac:spMkLst>
            <pc:docMk/>
            <pc:sldMk cId="0" sldId="258"/>
            <ac:spMk id="14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267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c73a8cc8c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c73a8cc8c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c73a8cc8c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c73a8cc8c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86709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70732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c73a8cc8c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c73a8cc8c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15237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1030800" y="1030700"/>
            <a:ext cx="7082400" cy="3082200"/>
          </a:xfrm>
          <a:prstGeom prst="rect">
            <a:avLst/>
          </a:prstGeom>
          <a:solidFill>
            <a:srgbClr val="FFFFFF"/>
          </a:solidFill>
          <a:ln>
            <a:noFill/>
          </a:ln>
          <a:effectLst>
            <a:outerShdw blurRad="185738" dist="9525" dir="5400000" algn="bl" rotWithShape="0">
              <a:srgbClr val="66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rot="-5400000">
            <a:off x="3449925" y="-39825"/>
            <a:ext cx="2244000" cy="1397400"/>
          </a:xfrm>
          <a:prstGeom prst="chevron">
            <a:avLst>
              <a:gd name="adj" fmla="val 31570"/>
            </a:avLst>
          </a:prstGeom>
          <a:gradFill>
            <a:gsLst>
              <a:gs pos="0">
                <a:srgbClr val="AD0B2D"/>
              </a:gs>
              <a:gs pos="31000">
                <a:srgbClr val="AD0B2D"/>
              </a:gs>
              <a:gs pos="100000">
                <a:srgbClr val="8B0E34"/>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 name="Google Shape;12;p2"/>
          <p:cNvGrpSpPr/>
          <p:nvPr/>
        </p:nvGrpSpPr>
        <p:grpSpPr>
          <a:xfrm>
            <a:off x="4087183" y="290068"/>
            <a:ext cx="970187" cy="737616"/>
            <a:chOff x="519000" y="238125"/>
            <a:chExt cx="6582000" cy="5238750"/>
          </a:xfrm>
        </p:grpSpPr>
        <p:sp>
          <p:nvSpPr>
            <p:cNvPr id="13" name="Google Shape;13;p2"/>
            <p:cNvSpPr/>
            <p:nvPr/>
          </p:nvSpPr>
          <p:spPr>
            <a:xfrm>
              <a:off x="2928800" y="4770300"/>
              <a:ext cx="1762400" cy="306300"/>
            </a:xfrm>
            <a:custGeom>
              <a:avLst/>
              <a:gdLst/>
              <a:ahLst/>
              <a:cxnLst/>
              <a:rect l="l" t="t" r="r" b="b"/>
              <a:pathLst>
                <a:path w="70496" h="12252" extrusionOk="0">
                  <a:moveTo>
                    <a:pt x="6233" y="1"/>
                  </a:moveTo>
                  <a:lnTo>
                    <a:pt x="5051" y="108"/>
                  </a:lnTo>
                  <a:lnTo>
                    <a:pt x="3869" y="430"/>
                  </a:lnTo>
                  <a:lnTo>
                    <a:pt x="2902" y="968"/>
                  </a:lnTo>
                  <a:lnTo>
                    <a:pt x="1935" y="1720"/>
                  </a:lnTo>
                  <a:lnTo>
                    <a:pt x="1183" y="2580"/>
                  </a:lnTo>
                  <a:lnTo>
                    <a:pt x="538" y="3547"/>
                  </a:lnTo>
                  <a:lnTo>
                    <a:pt x="108" y="4621"/>
                  </a:lnTo>
                  <a:lnTo>
                    <a:pt x="1" y="5911"/>
                  </a:lnTo>
                  <a:lnTo>
                    <a:pt x="1" y="6556"/>
                  </a:lnTo>
                  <a:lnTo>
                    <a:pt x="1" y="7201"/>
                  </a:lnTo>
                  <a:lnTo>
                    <a:pt x="216" y="7738"/>
                  </a:lnTo>
                  <a:lnTo>
                    <a:pt x="323" y="8383"/>
                  </a:lnTo>
                  <a:lnTo>
                    <a:pt x="860" y="9457"/>
                  </a:lnTo>
                  <a:lnTo>
                    <a:pt x="1613" y="10424"/>
                  </a:lnTo>
                  <a:lnTo>
                    <a:pt x="2580" y="11177"/>
                  </a:lnTo>
                  <a:lnTo>
                    <a:pt x="3654" y="11821"/>
                  </a:lnTo>
                  <a:lnTo>
                    <a:pt x="4836" y="12144"/>
                  </a:lnTo>
                  <a:lnTo>
                    <a:pt x="5481" y="12251"/>
                  </a:lnTo>
                  <a:lnTo>
                    <a:pt x="65015" y="12251"/>
                  </a:lnTo>
                  <a:lnTo>
                    <a:pt x="65660" y="12144"/>
                  </a:lnTo>
                  <a:lnTo>
                    <a:pt x="66842" y="11821"/>
                  </a:lnTo>
                  <a:lnTo>
                    <a:pt x="67916" y="11177"/>
                  </a:lnTo>
                  <a:lnTo>
                    <a:pt x="68883" y="10424"/>
                  </a:lnTo>
                  <a:lnTo>
                    <a:pt x="69636" y="9457"/>
                  </a:lnTo>
                  <a:lnTo>
                    <a:pt x="70173" y="8383"/>
                  </a:lnTo>
                  <a:lnTo>
                    <a:pt x="70280" y="7738"/>
                  </a:lnTo>
                  <a:lnTo>
                    <a:pt x="70495" y="7201"/>
                  </a:lnTo>
                  <a:lnTo>
                    <a:pt x="70495" y="6556"/>
                  </a:lnTo>
                  <a:lnTo>
                    <a:pt x="70495" y="5911"/>
                  </a:lnTo>
                  <a:lnTo>
                    <a:pt x="70388" y="4621"/>
                  </a:lnTo>
                  <a:lnTo>
                    <a:pt x="69958" y="3547"/>
                  </a:lnTo>
                  <a:lnTo>
                    <a:pt x="69313" y="2580"/>
                  </a:lnTo>
                  <a:lnTo>
                    <a:pt x="68561" y="1720"/>
                  </a:lnTo>
                  <a:lnTo>
                    <a:pt x="67594" y="968"/>
                  </a:lnTo>
                  <a:lnTo>
                    <a:pt x="66627" y="430"/>
                  </a:lnTo>
                  <a:lnTo>
                    <a:pt x="65445" y="108"/>
                  </a:lnTo>
                  <a:lnTo>
                    <a:pt x="642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2190000" y="5170600"/>
              <a:ext cx="3240000" cy="306275"/>
            </a:xfrm>
            <a:custGeom>
              <a:avLst/>
              <a:gdLst/>
              <a:ahLst/>
              <a:cxnLst/>
              <a:rect l="l" t="t" r="r" b="b"/>
              <a:pathLst>
                <a:path w="129600" h="12251" extrusionOk="0">
                  <a:moveTo>
                    <a:pt x="6126" y="0"/>
                  </a:moveTo>
                  <a:lnTo>
                    <a:pt x="4944" y="108"/>
                  </a:lnTo>
                  <a:lnTo>
                    <a:pt x="3762" y="430"/>
                  </a:lnTo>
                  <a:lnTo>
                    <a:pt x="2687" y="1075"/>
                  </a:lnTo>
                  <a:lnTo>
                    <a:pt x="1828" y="1827"/>
                  </a:lnTo>
                  <a:lnTo>
                    <a:pt x="1075" y="2687"/>
                  </a:lnTo>
                  <a:lnTo>
                    <a:pt x="538" y="3762"/>
                  </a:lnTo>
                  <a:lnTo>
                    <a:pt x="108" y="4836"/>
                  </a:lnTo>
                  <a:lnTo>
                    <a:pt x="1" y="6126"/>
                  </a:lnTo>
                  <a:lnTo>
                    <a:pt x="108" y="7308"/>
                  </a:lnTo>
                  <a:lnTo>
                    <a:pt x="538" y="8490"/>
                  </a:lnTo>
                  <a:lnTo>
                    <a:pt x="1075" y="9564"/>
                  </a:lnTo>
                  <a:lnTo>
                    <a:pt x="1828" y="10424"/>
                  </a:lnTo>
                  <a:lnTo>
                    <a:pt x="2687" y="11176"/>
                  </a:lnTo>
                  <a:lnTo>
                    <a:pt x="3762" y="11821"/>
                  </a:lnTo>
                  <a:lnTo>
                    <a:pt x="4944" y="12144"/>
                  </a:lnTo>
                  <a:lnTo>
                    <a:pt x="6126" y="12251"/>
                  </a:lnTo>
                  <a:lnTo>
                    <a:pt x="123474" y="12251"/>
                  </a:lnTo>
                  <a:lnTo>
                    <a:pt x="124656" y="12144"/>
                  </a:lnTo>
                  <a:lnTo>
                    <a:pt x="125838" y="11821"/>
                  </a:lnTo>
                  <a:lnTo>
                    <a:pt x="126913" y="11176"/>
                  </a:lnTo>
                  <a:lnTo>
                    <a:pt x="127772" y="10424"/>
                  </a:lnTo>
                  <a:lnTo>
                    <a:pt x="128525" y="9564"/>
                  </a:lnTo>
                  <a:lnTo>
                    <a:pt x="129062" y="8490"/>
                  </a:lnTo>
                  <a:lnTo>
                    <a:pt x="129492" y="7308"/>
                  </a:lnTo>
                  <a:lnTo>
                    <a:pt x="129599" y="6126"/>
                  </a:lnTo>
                  <a:lnTo>
                    <a:pt x="129492" y="4836"/>
                  </a:lnTo>
                  <a:lnTo>
                    <a:pt x="129062" y="3762"/>
                  </a:lnTo>
                  <a:lnTo>
                    <a:pt x="128525" y="2687"/>
                  </a:lnTo>
                  <a:lnTo>
                    <a:pt x="127772" y="1827"/>
                  </a:lnTo>
                  <a:lnTo>
                    <a:pt x="126913" y="1075"/>
                  </a:lnTo>
                  <a:lnTo>
                    <a:pt x="125838" y="430"/>
                  </a:lnTo>
                  <a:lnTo>
                    <a:pt x="124656" y="108"/>
                  </a:lnTo>
                  <a:lnTo>
                    <a:pt x="1234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3264625" y="238125"/>
              <a:ext cx="1090750" cy="4456975"/>
            </a:xfrm>
            <a:custGeom>
              <a:avLst/>
              <a:gdLst/>
              <a:ahLst/>
              <a:cxnLst/>
              <a:rect l="l" t="t" r="r" b="b"/>
              <a:pathLst>
                <a:path w="43630" h="178279" extrusionOk="0">
                  <a:moveTo>
                    <a:pt x="21815" y="23534"/>
                  </a:moveTo>
                  <a:lnTo>
                    <a:pt x="22460" y="23642"/>
                  </a:lnTo>
                  <a:lnTo>
                    <a:pt x="22997" y="23749"/>
                  </a:lnTo>
                  <a:lnTo>
                    <a:pt x="23534" y="24071"/>
                  </a:lnTo>
                  <a:lnTo>
                    <a:pt x="23964" y="24394"/>
                  </a:lnTo>
                  <a:lnTo>
                    <a:pt x="24287" y="24931"/>
                  </a:lnTo>
                  <a:lnTo>
                    <a:pt x="24609" y="25361"/>
                  </a:lnTo>
                  <a:lnTo>
                    <a:pt x="24824" y="26006"/>
                  </a:lnTo>
                  <a:lnTo>
                    <a:pt x="24824" y="26543"/>
                  </a:lnTo>
                  <a:lnTo>
                    <a:pt x="24824" y="27188"/>
                  </a:lnTo>
                  <a:lnTo>
                    <a:pt x="24609" y="27725"/>
                  </a:lnTo>
                  <a:lnTo>
                    <a:pt x="24287" y="28262"/>
                  </a:lnTo>
                  <a:lnTo>
                    <a:pt x="23964" y="28692"/>
                  </a:lnTo>
                  <a:lnTo>
                    <a:pt x="23534" y="29122"/>
                  </a:lnTo>
                  <a:lnTo>
                    <a:pt x="22997" y="29337"/>
                  </a:lnTo>
                  <a:lnTo>
                    <a:pt x="22460" y="29552"/>
                  </a:lnTo>
                  <a:lnTo>
                    <a:pt x="21170" y="29552"/>
                  </a:lnTo>
                  <a:lnTo>
                    <a:pt x="20633" y="29337"/>
                  </a:lnTo>
                  <a:lnTo>
                    <a:pt x="20096" y="29122"/>
                  </a:lnTo>
                  <a:lnTo>
                    <a:pt x="19666" y="28692"/>
                  </a:lnTo>
                  <a:lnTo>
                    <a:pt x="19343" y="28262"/>
                  </a:lnTo>
                  <a:lnTo>
                    <a:pt x="19021" y="27725"/>
                  </a:lnTo>
                  <a:lnTo>
                    <a:pt x="18806" y="27188"/>
                  </a:lnTo>
                  <a:lnTo>
                    <a:pt x="18806" y="26543"/>
                  </a:lnTo>
                  <a:lnTo>
                    <a:pt x="18806" y="26006"/>
                  </a:lnTo>
                  <a:lnTo>
                    <a:pt x="19021" y="25361"/>
                  </a:lnTo>
                  <a:lnTo>
                    <a:pt x="19343" y="24931"/>
                  </a:lnTo>
                  <a:lnTo>
                    <a:pt x="19666" y="24394"/>
                  </a:lnTo>
                  <a:lnTo>
                    <a:pt x="20096" y="24071"/>
                  </a:lnTo>
                  <a:lnTo>
                    <a:pt x="20633" y="23749"/>
                  </a:lnTo>
                  <a:lnTo>
                    <a:pt x="21170" y="23642"/>
                  </a:lnTo>
                  <a:lnTo>
                    <a:pt x="21815" y="23534"/>
                  </a:lnTo>
                  <a:close/>
                  <a:moveTo>
                    <a:pt x="21385" y="0"/>
                  </a:moveTo>
                  <a:lnTo>
                    <a:pt x="21063" y="215"/>
                  </a:lnTo>
                  <a:lnTo>
                    <a:pt x="20740" y="430"/>
                  </a:lnTo>
                  <a:lnTo>
                    <a:pt x="20418" y="752"/>
                  </a:lnTo>
                  <a:lnTo>
                    <a:pt x="15152" y="9672"/>
                  </a:lnTo>
                  <a:lnTo>
                    <a:pt x="14615" y="10746"/>
                  </a:lnTo>
                  <a:lnTo>
                    <a:pt x="14185" y="11821"/>
                  </a:lnTo>
                  <a:lnTo>
                    <a:pt x="13863" y="12895"/>
                  </a:lnTo>
                  <a:lnTo>
                    <a:pt x="13648" y="13863"/>
                  </a:lnTo>
                  <a:lnTo>
                    <a:pt x="13648" y="14830"/>
                  </a:lnTo>
                  <a:lnTo>
                    <a:pt x="13755" y="15797"/>
                  </a:lnTo>
                  <a:lnTo>
                    <a:pt x="14078" y="17946"/>
                  </a:lnTo>
                  <a:lnTo>
                    <a:pt x="14508" y="20418"/>
                  </a:lnTo>
                  <a:lnTo>
                    <a:pt x="15045" y="23212"/>
                  </a:lnTo>
                  <a:lnTo>
                    <a:pt x="15367" y="24824"/>
                  </a:lnTo>
                  <a:lnTo>
                    <a:pt x="15475" y="26543"/>
                  </a:lnTo>
                  <a:lnTo>
                    <a:pt x="15582" y="28585"/>
                  </a:lnTo>
                  <a:lnTo>
                    <a:pt x="15690" y="30734"/>
                  </a:lnTo>
                  <a:lnTo>
                    <a:pt x="15690" y="59964"/>
                  </a:lnTo>
                  <a:lnTo>
                    <a:pt x="14400" y="60071"/>
                  </a:lnTo>
                  <a:lnTo>
                    <a:pt x="13326" y="60393"/>
                  </a:lnTo>
                  <a:lnTo>
                    <a:pt x="12251" y="61038"/>
                  </a:lnTo>
                  <a:lnTo>
                    <a:pt x="11284" y="61683"/>
                  </a:lnTo>
                  <a:lnTo>
                    <a:pt x="10532" y="62650"/>
                  </a:lnTo>
                  <a:lnTo>
                    <a:pt x="9994" y="63725"/>
                  </a:lnTo>
                  <a:lnTo>
                    <a:pt x="9672" y="64799"/>
                  </a:lnTo>
                  <a:lnTo>
                    <a:pt x="9564" y="66089"/>
                  </a:lnTo>
                  <a:lnTo>
                    <a:pt x="9672" y="67271"/>
                  </a:lnTo>
                  <a:lnTo>
                    <a:pt x="9994" y="68453"/>
                  </a:lnTo>
                  <a:lnTo>
                    <a:pt x="10532" y="69528"/>
                  </a:lnTo>
                  <a:lnTo>
                    <a:pt x="11284" y="70387"/>
                  </a:lnTo>
                  <a:lnTo>
                    <a:pt x="12251" y="71140"/>
                  </a:lnTo>
                  <a:lnTo>
                    <a:pt x="13326" y="71784"/>
                  </a:lnTo>
                  <a:lnTo>
                    <a:pt x="14400" y="72107"/>
                  </a:lnTo>
                  <a:lnTo>
                    <a:pt x="15690" y="72214"/>
                  </a:lnTo>
                  <a:lnTo>
                    <a:pt x="15690" y="164739"/>
                  </a:lnTo>
                  <a:lnTo>
                    <a:pt x="15690" y="165276"/>
                  </a:lnTo>
                  <a:lnTo>
                    <a:pt x="15475" y="166458"/>
                  </a:lnTo>
                  <a:lnTo>
                    <a:pt x="15260" y="167210"/>
                  </a:lnTo>
                  <a:lnTo>
                    <a:pt x="14937" y="168070"/>
                  </a:lnTo>
                  <a:lnTo>
                    <a:pt x="14400" y="169037"/>
                  </a:lnTo>
                  <a:lnTo>
                    <a:pt x="13863" y="170004"/>
                  </a:lnTo>
                  <a:lnTo>
                    <a:pt x="13111" y="170971"/>
                  </a:lnTo>
                  <a:lnTo>
                    <a:pt x="12143" y="171938"/>
                  </a:lnTo>
                  <a:lnTo>
                    <a:pt x="10961" y="172906"/>
                  </a:lnTo>
                  <a:lnTo>
                    <a:pt x="9672" y="173658"/>
                  </a:lnTo>
                  <a:lnTo>
                    <a:pt x="7953" y="174303"/>
                  </a:lnTo>
                  <a:lnTo>
                    <a:pt x="6126" y="174840"/>
                  </a:lnTo>
                  <a:lnTo>
                    <a:pt x="3976" y="175162"/>
                  </a:lnTo>
                  <a:lnTo>
                    <a:pt x="1397" y="175270"/>
                  </a:lnTo>
                  <a:lnTo>
                    <a:pt x="860" y="175377"/>
                  </a:lnTo>
                  <a:lnTo>
                    <a:pt x="430" y="175377"/>
                  </a:lnTo>
                  <a:lnTo>
                    <a:pt x="215" y="175592"/>
                  </a:lnTo>
                  <a:lnTo>
                    <a:pt x="0" y="175807"/>
                  </a:lnTo>
                  <a:lnTo>
                    <a:pt x="0" y="176022"/>
                  </a:lnTo>
                  <a:lnTo>
                    <a:pt x="0" y="176237"/>
                  </a:lnTo>
                  <a:lnTo>
                    <a:pt x="215" y="176774"/>
                  </a:lnTo>
                  <a:lnTo>
                    <a:pt x="538" y="177312"/>
                  </a:lnTo>
                  <a:lnTo>
                    <a:pt x="968" y="177849"/>
                  </a:lnTo>
                  <a:lnTo>
                    <a:pt x="1397" y="178279"/>
                  </a:lnTo>
                  <a:lnTo>
                    <a:pt x="42233" y="178279"/>
                  </a:lnTo>
                  <a:lnTo>
                    <a:pt x="42662" y="177849"/>
                  </a:lnTo>
                  <a:lnTo>
                    <a:pt x="43092" y="177312"/>
                  </a:lnTo>
                  <a:lnTo>
                    <a:pt x="43415" y="176774"/>
                  </a:lnTo>
                  <a:lnTo>
                    <a:pt x="43630" y="176237"/>
                  </a:lnTo>
                  <a:lnTo>
                    <a:pt x="43630" y="176022"/>
                  </a:lnTo>
                  <a:lnTo>
                    <a:pt x="43630" y="175807"/>
                  </a:lnTo>
                  <a:lnTo>
                    <a:pt x="43415" y="175592"/>
                  </a:lnTo>
                  <a:lnTo>
                    <a:pt x="43200" y="175377"/>
                  </a:lnTo>
                  <a:lnTo>
                    <a:pt x="42770" y="175377"/>
                  </a:lnTo>
                  <a:lnTo>
                    <a:pt x="42233" y="175270"/>
                  </a:lnTo>
                  <a:lnTo>
                    <a:pt x="39654" y="175162"/>
                  </a:lnTo>
                  <a:lnTo>
                    <a:pt x="37504" y="174840"/>
                  </a:lnTo>
                  <a:lnTo>
                    <a:pt x="35678" y="174303"/>
                  </a:lnTo>
                  <a:lnTo>
                    <a:pt x="33958" y="173658"/>
                  </a:lnTo>
                  <a:lnTo>
                    <a:pt x="32669" y="172906"/>
                  </a:lnTo>
                  <a:lnTo>
                    <a:pt x="31487" y="171938"/>
                  </a:lnTo>
                  <a:lnTo>
                    <a:pt x="30519" y="170971"/>
                  </a:lnTo>
                  <a:lnTo>
                    <a:pt x="29767" y="170004"/>
                  </a:lnTo>
                  <a:lnTo>
                    <a:pt x="29230" y="169037"/>
                  </a:lnTo>
                  <a:lnTo>
                    <a:pt x="28693" y="168070"/>
                  </a:lnTo>
                  <a:lnTo>
                    <a:pt x="28370" y="167210"/>
                  </a:lnTo>
                  <a:lnTo>
                    <a:pt x="28155" y="166458"/>
                  </a:lnTo>
                  <a:lnTo>
                    <a:pt x="27940" y="165276"/>
                  </a:lnTo>
                  <a:lnTo>
                    <a:pt x="27940" y="164739"/>
                  </a:lnTo>
                  <a:lnTo>
                    <a:pt x="27940" y="72214"/>
                  </a:lnTo>
                  <a:lnTo>
                    <a:pt x="29230" y="72107"/>
                  </a:lnTo>
                  <a:lnTo>
                    <a:pt x="30304" y="71784"/>
                  </a:lnTo>
                  <a:lnTo>
                    <a:pt x="31379" y="71140"/>
                  </a:lnTo>
                  <a:lnTo>
                    <a:pt x="32346" y="70387"/>
                  </a:lnTo>
                  <a:lnTo>
                    <a:pt x="33098" y="69528"/>
                  </a:lnTo>
                  <a:lnTo>
                    <a:pt x="33636" y="68453"/>
                  </a:lnTo>
                  <a:lnTo>
                    <a:pt x="33958" y="67271"/>
                  </a:lnTo>
                  <a:lnTo>
                    <a:pt x="34066" y="66089"/>
                  </a:lnTo>
                  <a:lnTo>
                    <a:pt x="33958" y="64799"/>
                  </a:lnTo>
                  <a:lnTo>
                    <a:pt x="33636" y="63725"/>
                  </a:lnTo>
                  <a:lnTo>
                    <a:pt x="33098" y="62650"/>
                  </a:lnTo>
                  <a:lnTo>
                    <a:pt x="32346" y="61683"/>
                  </a:lnTo>
                  <a:lnTo>
                    <a:pt x="31379" y="61038"/>
                  </a:lnTo>
                  <a:lnTo>
                    <a:pt x="30304" y="60393"/>
                  </a:lnTo>
                  <a:lnTo>
                    <a:pt x="29230" y="60071"/>
                  </a:lnTo>
                  <a:lnTo>
                    <a:pt x="27940" y="59964"/>
                  </a:lnTo>
                  <a:lnTo>
                    <a:pt x="27940" y="30734"/>
                  </a:lnTo>
                  <a:lnTo>
                    <a:pt x="28048" y="28585"/>
                  </a:lnTo>
                  <a:lnTo>
                    <a:pt x="28155" y="26543"/>
                  </a:lnTo>
                  <a:lnTo>
                    <a:pt x="28263" y="24824"/>
                  </a:lnTo>
                  <a:lnTo>
                    <a:pt x="28585" y="23212"/>
                  </a:lnTo>
                  <a:lnTo>
                    <a:pt x="29122" y="20418"/>
                  </a:lnTo>
                  <a:lnTo>
                    <a:pt x="29552" y="17946"/>
                  </a:lnTo>
                  <a:lnTo>
                    <a:pt x="29875" y="15797"/>
                  </a:lnTo>
                  <a:lnTo>
                    <a:pt x="29982" y="14830"/>
                  </a:lnTo>
                  <a:lnTo>
                    <a:pt x="29982" y="13863"/>
                  </a:lnTo>
                  <a:lnTo>
                    <a:pt x="29767" y="12895"/>
                  </a:lnTo>
                  <a:lnTo>
                    <a:pt x="29445" y="11821"/>
                  </a:lnTo>
                  <a:lnTo>
                    <a:pt x="29015" y="10746"/>
                  </a:lnTo>
                  <a:lnTo>
                    <a:pt x="28478" y="9672"/>
                  </a:lnTo>
                  <a:lnTo>
                    <a:pt x="23212" y="752"/>
                  </a:lnTo>
                  <a:lnTo>
                    <a:pt x="22890" y="430"/>
                  </a:lnTo>
                  <a:lnTo>
                    <a:pt x="22567" y="215"/>
                  </a:lnTo>
                  <a:lnTo>
                    <a:pt x="222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19000" y="541700"/>
              <a:ext cx="3051900" cy="3218500"/>
            </a:xfrm>
            <a:custGeom>
              <a:avLst/>
              <a:gdLst/>
              <a:ahLst/>
              <a:cxnLst/>
              <a:rect l="l" t="t" r="r" b="b"/>
              <a:pathLst>
                <a:path w="122076" h="128740" extrusionOk="0">
                  <a:moveTo>
                    <a:pt x="46423" y="17624"/>
                  </a:moveTo>
                  <a:lnTo>
                    <a:pt x="46961" y="17839"/>
                  </a:lnTo>
                  <a:lnTo>
                    <a:pt x="47498" y="18161"/>
                  </a:lnTo>
                  <a:lnTo>
                    <a:pt x="48035" y="18484"/>
                  </a:lnTo>
                  <a:lnTo>
                    <a:pt x="48358" y="19021"/>
                  </a:lnTo>
                  <a:lnTo>
                    <a:pt x="48680" y="19558"/>
                  </a:lnTo>
                  <a:lnTo>
                    <a:pt x="48895" y="20095"/>
                  </a:lnTo>
                  <a:lnTo>
                    <a:pt x="48895" y="20740"/>
                  </a:lnTo>
                  <a:lnTo>
                    <a:pt x="48895" y="21600"/>
                  </a:lnTo>
                  <a:lnTo>
                    <a:pt x="48572" y="22245"/>
                  </a:lnTo>
                  <a:lnTo>
                    <a:pt x="48143" y="22889"/>
                  </a:lnTo>
                  <a:lnTo>
                    <a:pt x="47605" y="23427"/>
                  </a:lnTo>
                  <a:lnTo>
                    <a:pt x="46961" y="22352"/>
                  </a:lnTo>
                  <a:lnTo>
                    <a:pt x="46638" y="21922"/>
                  </a:lnTo>
                  <a:lnTo>
                    <a:pt x="46101" y="21707"/>
                  </a:lnTo>
                  <a:lnTo>
                    <a:pt x="45564" y="21707"/>
                  </a:lnTo>
                  <a:lnTo>
                    <a:pt x="45026" y="21815"/>
                  </a:lnTo>
                  <a:lnTo>
                    <a:pt x="44059" y="23534"/>
                  </a:lnTo>
                  <a:lnTo>
                    <a:pt x="43414" y="22997"/>
                  </a:lnTo>
                  <a:lnTo>
                    <a:pt x="42984" y="22352"/>
                  </a:lnTo>
                  <a:lnTo>
                    <a:pt x="42662" y="21600"/>
                  </a:lnTo>
                  <a:lnTo>
                    <a:pt x="42555" y="20740"/>
                  </a:lnTo>
                  <a:lnTo>
                    <a:pt x="42662" y="20095"/>
                  </a:lnTo>
                  <a:lnTo>
                    <a:pt x="42770" y="19558"/>
                  </a:lnTo>
                  <a:lnTo>
                    <a:pt x="43092" y="19021"/>
                  </a:lnTo>
                  <a:lnTo>
                    <a:pt x="43522" y="18484"/>
                  </a:lnTo>
                  <a:lnTo>
                    <a:pt x="43952" y="18161"/>
                  </a:lnTo>
                  <a:lnTo>
                    <a:pt x="44489" y="17839"/>
                  </a:lnTo>
                  <a:lnTo>
                    <a:pt x="45134" y="17624"/>
                  </a:lnTo>
                  <a:close/>
                  <a:moveTo>
                    <a:pt x="44704" y="29122"/>
                  </a:moveTo>
                  <a:lnTo>
                    <a:pt x="45886" y="30197"/>
                  </a:lnTo>
                  <a:lnTo>
                    <a:pt x="47068" y="31271"/>
                  </a:lnTo>
                  <a:lnTo>
                    <a:pt x="48465" y="32346"/>
                  </a:lnTo>
                  <a:lnTo>
                    <a:pt x="49969" y="33421"/>
                  </a:lnTo>
                  <a:lnTo>
                    <a:pt x="89085" y="103593"/>
                  </a:lnTo>
                  <a:lnTo>
                    <a:pt x="3224" y="103593"/>
                  </a:lnTo>
                  <a:lnTo>
                    <a:pt x="44704" y="29122"/>
                  </a:lnTo>
                  <a:close/>
                  <a:moveTo>
                    <a:pt x="104237" y="0"/>
                  </a:moveTo>
                  <a:lnTo>
                    <a:pt x="102625" y="215"/>
                  </a:lnTo>
                  <a:lnTo>
                    <a:pt x="100906" y="430"/>
                  </a:lnTo>
                  <a:lnTo>
                    <a:pt x="99079" y="860"/>
                  </a:lnTo>
                  <a:lnTo>
                    <a:pt x="98005" y="1182"/>
                  </a:lnTo>
                  <a:lnTo>
                    <a:pt x="96823" y="1612"/>
                  </a:lnTo>
                  <a:lnTo>
                    <a:pt x="95748" y="2042"/>
                  </a:lnTo>
                  <a:lnTo>
                    <a:pt x="94673" y="2579"/>
                  </a:lnTo>
                  <a:lnTo>
                    <a:pt x="92417" y="3869"/>
                  </a:lnTo>
                  <a:lnTo>
                    <a:pt x="90267" y="5373"/>
                  </a:lnTo>
                  <a:lnTo>
                    <a:pt x="88118" y="6985"/>
                  </a:lnTo>
                  <a:lnTo>
                    <a:pt x="86076" y="8812"/>
                  </a:lnTo>
                  <a:lnTo>
                    <a:pt x="81778" y="12681"/>
                  </a:lnTo>
                  <a:lnTo>
                    <a:pt x="79306" y="14937"/>
                  </a:lnTo>
                  <a:lnTo>
                    <a:pt x="76727" y="17194"/>
                  </a:lnTo>
                  <a:lnTo>
                    <a:pt x="74256" y="19236"/>
                  </a:lnTo>
                  <a:lnTo>
                    <a:pt x="71677" y="21170"/>
                  </a:lnTo>
                  <a:lnTo>
                    <a:pt x="70387" y="21922"/>
                  </a:lnTo>
                  <a:lnTo>
                    <a:pt x="69098" y="22675"/>
                  </a:lnTo>
                  <a:lnTo>
                    <a:pt x="67915" y="23427"/>
                  </a:lnTo>
                  <a:lnTo>
                    <a:pt x="66626" y="23964"/>
                  </a:lnTo>
                  <a:lnTo>
                    <a:pt x="65336" y="24394"/>
                  </a:lnTo>
                  <a:lnTo>
                    <a:pt x="64047" y="24716"/>
                  </a:lnTo>
                  <a:lnTo>
                    <a:pt x="62757" y="24931"/>
                  </a:lnTo>
                  <a:lnTo>
                    <a:pt x="61468" y="25039"/>
                  </a:lnTo>
                  <a:lnTo>
                    <a:pt x="60608" y="24931"/>
                  </a:lnTo>
                  <a:lnTo>
                    <a:pt x="59748" y="24824"/>
                  </a:lnTo>
                  <a:lnTo>
                    <a:pt x="58889" y="24501"/>
                  </a:lnTo>
                  <a:lnTo>
                    <a:pt x="58029" y="24072"/>
                  </a:lnTo>
                  <a:lnTo>
                    <a:pt x="57169" y="23642"/>
                  </a:lnTo>
                  <a:lnTo>
                    <a:pt x="56417" y="23212"/>
                  </a:lnTo>
                  <a:lnTo>
                    <a:pt x="54913" y="22030"/>
                  </a:lnTo>
                  <a:lnTo>
                    <a:pt x="53516" y="20740"/>
                  </a:lnTo>
                  <a:lnTo>
                    <a:pt x="52441" y="19558"/>
                  </a:lnTo>
                  <a:lnTo>
                    <a:pt x="51474" y="18376"/>
                  </a:lnTo>
                  <a:lnTo>
                    <a:pt x="50829" y="17516"/>
                  </a:lnTo>
                  <a:lnTo>
                    <a:pt x="50077" y="16549"/>
                  </a:lnTo>
                  <a:lnTo>
                    <a:pt x="49217" y="15797"/>
                  </a:lnTo>
                  <a:lnTo>
                    <a:pt x="48143" y="15260"/>
                  </a:lnTo>
                  <a:lnTo>
                    <a:pt x="47068" y="14830"/>
                  </a:lnTo>
                  <a:lnTo>
                    <a:pt x="45886" y="14722"/>
                  </a:lnTo>
                  <a:lnTo>
                    <a:pt x="44704" y="14830"/>
                  </a:lnTo>
                  <a:lnTo>
                    <a:pt x="43629" y="15152"/>
                  </a:lnTo>
                  <a:lnTo>
                    <a:pt x="42555" y="15690"/>
                  </a:lnTo>
                  <a:lnTo>
                    <a:pt x="41587" y="16442"/>
                  </a:lnTo>
                  <a:lnTo>
                    <a:pt x="40835" y="17301"/>
                  </a:lnTo>
                  <a:lnTo>
                    <a:pt x="40190" y="18376"/>
                  </a:lnTo>
                  <a:lnTo>
                    <a:pt x="39868" y="19451"/>
                  </a:lnTo>
                  <a:lnTo>
                    <a:pt x="39761" y="20633"/>
                  </a:lnTo>
                  <a:lnTo>
                    <a:pt x="39761" y="21815"/>
                  </a:lnTo>
                  <a:lnTo>
                    <a:pt x="40083" y="22889"/>
                  </a:lnTo>
                  <a:lnTo>
                    <a:pt x="40620" y="24072"/>
                  </a:lnTo>
                  <a:lnTo>
                    <a:pt x="41265" y="24931"/>
                  </a:lnTo>
                  <a:lnTo>
                    <a:pt x="42447" y="26436"/>
                  </a:lnTo>
                  <a:lnTo>
                    <a:pt x="31701" y="45779"/>
                  </a:lnTo>
                  <a:lnTo>
                    <a:pt x="17624" y="71462"/>
                  </a:lnTo>
                  <a:lnTo>
                    <a:pt x="0" y="103593"/>
                  </a:lnTo>
                  <a:lnTo>
                    <a:pt x="0" y="110363"/>
                  </a:lnTo>
                  <a:lnTo>
                    <a:pt x="6770" y="110363"/>
                  </a:lnTo>
                  <a:lnTo>
                    <a:pt x="9134" y="112190"/>
                  </a:lnTo>
                  <a:lnTo>
                    <a:pt x="11498" y="114017"/>
                  </a:lnTo>
                  <a:lnTo>
                    <a:pt x="14077" y="115629"/>
                  </a:lnTo>
                  <a:lnTo>
                    <a:pt x="16656" y="117241"/>
                  </a:lnTo>
                  <a:lnTo>
                    <a:pt x="19343" y="118638"/>
                  </a:lnTo>
                  <a:lnTo>
                    <a:pt x="22137" y="119927"/>
                  </a:lnTo>
                  <a:lnTo>
                    <a:pt x="24931" y="121002"/>
                  </a:lnTo>
                  <a:lnTo>
                    <a:pt x="27832" y="122076"/>
                  </a:lnTo>
                  <a:lnTo>
                    <a:pt x="27832" y="128739"/>
                  </a:lnTo>
                  <a:lnTo>
                    <a:pt x="64477" y="128739"/>
                  </a:lnTo>
                  <a:lnTo>
                    <a:pt x="64477" y="122076"/>
                  </a:lnTo>
                  <a:lnTo>
                    <a:pt x="67378" y="121002"/>
                  </a:lnTo>
                  <a:lnTo>
                    <a:pt x="70172" y="119927"/>
                  </a:lnTo>
                  <a:lnTo>
                    <a:pt x="72966" y="118638"/>
                  </a:lnTo>
                  <a:lnTo>
                    <a:pt x="75653" y="117241"/>
                  </a:lnTo>
                  <a:lnTo>
                    <a:pt x="78232" y="115629"/>
                  </a:lnTo>
                  <a:lnTo>
                    <a:pt x="80703" y="114017"/>
                  </a:lnTo>
                  <a:lnTo>
                    <a:pt x="83175" y="112190"/>
                  </a:lnTo>
                  <a:lnTo>
                    <a:pt x="85432" y="110363"/>
                  </a:lnTo>
                  <a:lnTo>
                    <a:pt x="92202" y="110363"/>
                  </a:lnTo>
                  <a:lnTo>
                    <a:pt x="92202" y="103593"/>
                  </a:lnTo>
                  <a:lnTo>
                    <a:pt x="54483" y="35785"/>
                  </a:lnTo>
                  <a:lnTo>
                    <a:pt x="56095" y="36322"/>
                  </a:lnTo>
                  <a:lnTo>
                    <a:pt x="57814" y="36752"/>
                  </a:lnTo>
                  <a:lnTo>
                    <a:pt x="59641" y="36967"/>
                  </a:lnTo>
                  <a:lnTo>
                    <a:pt x="61468" y="37074"/>
                  </a:lnTo>
                  <a:lnTo>
                    <a:pt x="63617" y="36967"/>
                  </a:lnTo>
                  <a:lnTo>
                    <a:pt x="65659" y="36752"/>
                  </a:lnTo>
                  <a:lnTo>
                    <a:pt x="67701" y="36322"/>
                  </a:lnTo>
                  <a:lnTo>
                    <a:pt x="69635" y="35677"/>
                  </a:lnTo>
                  <a:lnTo>
                    <a:pt x="71569" y="34925"/>
                  </a:lnTo>
                  <a:lnTo>
                    <a:pt x="73503" y="34173"/>
                  </a:lnTo>
                  <a:lnTo>
                    <a:pt x="75223" y="33098"/>
                  </a:lnTo>
                  <a:lnTo>
                    <a:pt x="77050" y="32131"/>
                  </a:lnTo>
                  <a:lnTo>
                    <a:pt x="78769" y="30949"/>
                  </a:lnTo>
                  <a:lnTo>
                    <a:pt x="80488" y="29660"/>
                  </a:lnTo>
                  <a:lnTo>
                    <a:pt x="83712" y="27080"/>
                  </a:lnTo>
                  <a:lnTo>
                    <a:pt x="86936" y="24286"/>
                  </a:lnTo>
                  <a:lnTo>
                    <a:pt x="89945" y="21600"/>
                  </a:lnTo>
                  <a:lnTo>
                    <a:pt x="93276" y="18591"/>
                  </a:lnTo>
                  <a:lnTo>
                    <a:pt x="94888" y="17194"/>
                  </a:lnTo>
                  <a:lnTo>
                    <a:pt x="96500" y="15904"/>
                  </a:lnTo>
                  <a:lnTo>
                    <a:pt x="98005" y="14722"/>
                  </a:lnTo>
                  <a:lnTo>
                    <a:pt x="99402" y="13755"/>
                  </a:lnTo>
                  <a:lnTo>
                    <a:pt x="100799" y="13003"/>
                  </a:lnTo>
                  <a:lnTo>
                    <a:pt x="102088" y="12573"/>
                  </a:lnTo>
                  <a:lnTo>
                    <a:pt x="104022" y="12251"/>
                  </a:lnTo>
                  <a:lnTo>
                    <a:pt x="105742" y="12143"/>
                  </a:lnTo>
                  <a:lnTo>
                    <a:pt x="107354" y="12251"/>
                  </a:lnTo>
                  <a:lnTo>
                    <a:pt x="108966" y="12466"/>
                  </a:lnTo>
                  <a:lnTo>
                    <a:pt x="110363" y="13003"/>
                  </a:lnTo>
                  <a:lnTo>
                    <a:pt x="111867" y="13648"/>
                  </a:lnTo>
                  <a:lnTo>
                    <a:pt x="114984" y="15367"/>
                  </a:lnTo>
                  <a:lnTo>
                    <a:pt x="118315" y="17087"/>
                  </a:lnTo>
                  <a:lnTo>
                    <a:pt x="120142" y="17946"/>
                  </a:lnTo>
                  <a:lnTo>
                    <a:pt x="122076" y="18806"/>
                  </a:lnTo>
                  <a:lnTo>
                    <a:pt x="122076" y="18591"/>
                  </a:lnTo>
                  <a:lnTo>
                    <a:pt x="121968" y="15260"/>
                  </a:lnTo>
                  <a:lnTo>
                    <a:pt x="121646" y="12573"/>
                  </a:lnTo>
                  <a:lnTo>
                    <a:pt x="121216" y="10102"/>
                  </a:lnTo>
                  <a:lnTo>
                    <a:pt x="120786" y="8060"/>
                  </a:lnTo>
                  <a:lnTo>
                    <a:pt x="120464" y="6233"/>
                  </a:lnTo>
                  <a:lnTo>
                    <a:pt x="120142" y="4406"/>
                  </a:lnTo>
                  <a:lnTo>
                    <a:pt x="118207" y="3331"/>
                  </a:lnTo>
                  <a:lnTo>
                    <a:pt x="116166" y="2364"/>
                  </a:lnTo>
                  <a:lnTo>
                    <a:pt x="113801" y="1397"/>
                  </a:lnTo>
                  <a:lnTo>
                    <a:pt x="112619" y="967"/>
                  </a:lnTo>
                  <a:lnTo>
                    <a:pt x="111437" y="645"/>
                  </a:lnTo>
                  <a:lnTo>
                    <a:pt x="110040" y="430"/>
                  </a:lnTo>
                  <a:lnTo>
                    <a:pt x="108751" y="215"/>
                  </a:lnTo>
                  <a:lnTo>
                    <a:pt x="1072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4049100" y="541700"/>
              <a:ext cx="3051900" cy="3218500"/>
            </a:xfrm>
            <a:custGeom>
              <a:avLst/>
              <a:gdLst/>
              <a:ahLst/>
              <a:cxnLst/>
              <a:rect l="l" t="t" r="r" b="b"/>
              <a:pathLst>
                <a:path w="122076" h="128740" extrusionOk="0">
                  <a:moveTo>
                    <a:pt x="76942" y="17624"/>
                  </a:moveTo>
                  <a:lnTo>
                    <a:pt x="77587" y="17839"/>
                  </a:lnTo>
                  <a:lnTo>
                    <a:pt x="78124" y="18161"/>
                  </a:lnTo>
                  <a:lnTo>
                    <a:pt x="78554" y="18484"/>
                  </a:lnTo>
                  <a:lnTo>
                    <a:pt x="78984" y="19021"/>
                  </a:lnTo>
                  <a:lnTo>
                    <a:pt x="79306" y="19558"/>
                  </a:lnTo>
                  <a:lnTo>
                    <a:pt x="79414" y="20095"/>
                  </a:lnTo>
                  <a:lnTo>
                    <a:pt x="79521" y="20740"/>
                  </a:lnTo>
                  <a:lnTo>
                    <a:pt x="79414" y="21600"/>
                  </a:lnTo>
                  <a:lnTo>
                    <a:pt x="79092" y="22352"/>
                  </a:lnTo>
                  <a:lnTo>
                    <a:pt x="78662" y="22997"/>
                  </a:lnTo>
                  <a:lnTo>
                    <a:pt x="78017" y="23534"/>
                  </a:lnTo>
                  <a:lnTo>
                    <a:pt x="77050" y="21815"/>
                  </a:lnTo>
                  <a:lnTo>
                    <a:pt x="76512" y="21707"/>
                  </a:lnTo>
                  <a:lnTo>
                    <a:pt x="75975" y="21707"/>
                  </a:lnTo>
                  <a:lnTo>
                    <a:pt x="75438" y="21922"/>
                  </a:lnTo>
                  <a:lnTo>
                    <a:pt x="75115" y="22352"/>
                  </a:lnTo>
                  <a:lnTo>
                    <a:pt x="74471" y="23427"/>
                  </a:lnTo>
                  <a:lnTo>
                    <a:pt x="73933" y="22889"/>
                  </a:lnTo>
                  <a:lnTo>
                    <a:pt x="73504" y="22245"/>
                  </a:lnTo>
                  <a:lnTo>
                    <a:pt x="73181" y="21600"/>
                  </a:lnTo>
                  <a:lnTo>
                    <a:pt x="73181" y="20740"/>
                  </a:lnTo>
                  <a:lnTo>
                    <a:pt x="73181" y="20095"/>
                  </a:lnTo>
                  <a:lnTo>
                    <a:pt x="73396" y="19558"/>
                  </a:lnTo>
                  <a:lnTo>
                    <a:pt x="73718" y="19021"/>
                  </a:lnTo>
                  <a:lnTo>
                    <a:pt x="74041" y="18484"/>
                  </a:lnTo>
                  <a:lnTo>
                    <a:pt x="74578" y="18161"/>
                  </a:lnTo>
                  <a:lnTo>
                    <a:pt x="75115" y="17839"/>
                  </a:lnTo>
                  <a:lnTo>
                    <a:pt x="75653" y="17624"/>
                  </a:lnTo>
                  <a:close/>
                  <a:moveTo>
                    <a:pt x="77372" y="29122"/>
                  </a:moveTo>
                  <a:lnTo>
                    <a:pt x="118852" y="103593"/>
                  </a:lnTo>
                  <a:lnTo>
                    <a:pt x="32991" y="103593"/>
                  </a:lnTo>
                  <a:lnTo>
                    <a:pt x="72107" y="33421"/>
                  </a:lnTo>
                  <a:lnTo>
                    <a:pt x="73611" y="32346"/>
                  </a:lnTo>
                  <a:lnTo>
                    <a:pt x="75008" y="31271"/>
                  </a:lnTo>
                  <a:lnTo>
                    <a:pt x="76190" y="30197"/>
                  </a:lnTo>
                  <a:lnTo>
                    <a:pt x="77372" y="29122"/>
                  </a:lnTo>
                  <a:close/>
                  <a:moveTo>
                    <a:pt x="14830" y="0"/>
                  </a:moveTo>
                  <a:lnTo>
                    <a:pt x="13325" y="215"/>
                  </a:lnTo>
                  <a:lnTo>
                    <a:pt x="12036" y="430"/>
                  </a:lnTo>
                  <a:lnTo>
                    <a:pt x="10639" y="645"/>
                  </a:lnTo>
                  <a:lnTo>
                    <a:pt x="9457" y="967"/>
                  </a:lnTo>
                  <a:lnTo>
                    <a:pt x="8275" y="1397"/>
                  </a:lnTo>
                  <a:lnTo>
                    <a:pt x="6018" y="2364"/>
                  </a:lnTo>
                  <a:lnTo>
                    <a:pt x="3869" y="3331"/>
                  </a:lnTo>
                  <a:lnTo>
                    <a:pt x="1934" y="4406"/>
                  </a:lnTo>
                  <a:lnTo>
                    <a:pt x="1612" y="6233"/>
                  </a:lnTo>
                  <a:lnTo>
                    <a:pt x="1290" y="8060"/>
                  </a:lnTo>
                  <a:lnTo>
                    <a:pt x="860" y="10102"/>
                  </a:lnTo>
                  <a:lnTo>
                    <a:pt x="430" y="12573"/>
                  </a:lnTo>
                  <a:lnTo>
                    <a:pt x="108" y="15260"/>
                  </a:lnTo>
                  <a:lnTo>
                    <a:pt x="0" y="18591"/>
                  </a:lnTo>
                  <a:lnTo>
                    <a:pt x="0" y="18806"/>
                  </a:lnTo>
                  <a:lnTo>
                    <a:pt x="1934" y="17946"/>
                  </a:lnTo>
                  <a:lnTo>
                    <a:pt x="3761" y="17087"/>
                  </a:lnTo>
                  <a:lnTo>
                    <a:pt x="7092" y="15367"/>
                  </a:lnTo>
                  <a:lnTo>
                    <a:pt x="10209" y="13648"/>
                  </a:lnTo>
                  <a:lnTo>
                    <a:pt x="11713" y="13003"/>
                  </a:lnTo>
                  <a:lnTo>
                    <a:pt x="13110" y="12466"/>
                  </a:lnTo>
                  <a:lnTo>
                    <a:pt x="14722" y="12251"/>
                  </a:lnTo>
                  <a:lnTo>
                    <a:pt x="16334" y="12143"/>
                  </a:lnTo>
                  <a:lnTo>
                    <a:pt x="18054" y="12251"/>
                  </a:lnTo>
                  <a:lnTo>
                    <a:pt x="19988" y="12573"/>
                  </a:lnTo>
                  <a:lnTo>
                    <a:pt x="21277" y="13003"/>
                  </a:lnTo>
                  <a:lnTo>
                    <a:pt x="22674" y="13755"/>
                  </a:lnTo>
                  <a:lnTo>
                    <a:pt x="24071" y="14722"/>
                  </a:lnTo>
                  <a:lnTo>
                    <a:pt x="25576" y="15904"/>
                  </a:lnTo>
                  <a:lnTo>
                    <a:pt x="27188" y="17194"/>
                  </a:lnTo>
                  <a:lnTo>
                    <a:pt x="28800" y="18591"/>
                  </a:lnTo>
                  <a:lnTo>
                    <a:pt x="32131" y="21600"/>
                  </a:lnTo>
                  <a:lnTo>
                    <a:pt x="35140" y="24286"/>
                  </a:lnTo>
                  <a:lnTo>
                    <a:pt x="38364" y="27080"/>
                  </a:lnTo>
                  <a:lnTo>
                    <a:pt x="41588" y="29660"/>
                  </a:lnTo>
                  <a:lnTo>
                    <a:pt x="43307" y="30949"/>
                  </a:lnTo>
                  <a:lnTo>
                    <a:pt x="45026" y="32131"/>
                  </a:lnTo>
                  <a:lnTo>
                    <a:pt x="46853" y="33098"/>
                  </a:lnTo>
                  <a:lnTo>
                    <a:pt x="48573" y="34173"/>
                  </a:lnTo>
                  <a:lnTo>
                    <a:pt x="50507" y="34925"/>
                  </a:lnTo>
                  <a:lnTo>
                    <a:pt x="52441" y="35677"/>
                  </a:lnTo>
                  <a:lnTo>
                    <a:pt x="54375" y="36322"/>
                  </a:lnTo>
                  <a:lnTo>
                    <a:pt x="56417" y="36752"/>
                  </a:lnTo>
                  <a:lnTo>
                    <a:pt x="58459" y="36967"/>
                  </a:lnTo>
                  <a:lnTo>
                    <a:pt x="60608" y="37074"/>
                  </a:lnTo>
                  <a:lnTo>
                    <a:pt x="62435" y="36967"/>
                  </a:lnTo>
                  <a:lnTo>
                    <a:pt x="64262" y="36752"/>
                  </a:lnTo>
                  <a:lnTo>
                    <a:pt x="65981" y="36322"/>
                  </a:lnTo>
                  <a:lnTo>
                    <a:pt x="67593" y="35785"/>
                  </a:lnTo>
                  <a:lnTo>
                    <a:pt x="29874" y="103593"/>
                  </a:lnTo>
                  <a:lnTo>
                    <a:pt x="29874" y="110363"/>
                  </a:lnTo>
                  <a:lnTo>
                    <a:pt x="36644" y="110363"/>
                  </a:lnTo>
                  <a:lnTo>
                    <a:pt x="38901" y="112190"/>
                  </a:lnTo>
                  <a:lnTo>
                    <a:pt x="41373" y="114017"/>
                  </a:lnTo>
                  <a:lnTo>
                    <a:pt x="43844" y="115629"/>
                  </a:lnTo>
                  <a:lnTo>
                    <a:pt x="46423" y="117241"/>
                  </a:lnTo>
                  <a:lnTo>
                    <a:pt x="49110" y="118638"/>
                  </a:lnTo>
                  <a:lnTo>
                    <a:pt x="51904" y="119927"/>
                  </a:lnTo>
                  <a:lnTo>
                    <a:pt x="54698" y="121002"/>
                  </a:lnTo>
                  <a:lnTo>
                    <a:pt x="57599" y="122076"/>
                  </a:lnTo>
                  <a:lnTo>
                    <a:pt x="57599" y="128739"/>
                  </a:lnTo>
                  <a:lnTo>
                    <a:pt x="94244" y="128739"/>
                  </a:lnTo>
                  <a:lnTo>
                    <a:pt x="94244" y="122076"/>
                  </a:lnTo>
                  <a:lnTo>
                    <a:pt x="97145" y="121002"/>
                  </a:lnTo>
                  <a:lnTo>
                    <a:pt x="99939" y="119927"/>
                  </a:lnTo>
                  <a:lnTo>
                    <a:pt x="102733" y="118638"/>
                  </a:lnTo>
                  <a:lnTo>
                    <a:pt x="105420" y="117241"/>
                  </a:lnTo>
                  <a:lnTo>
                    <a:pt x="107999" y="115629"/>
                  </a:lnTo>
                  <a:lnTo>
                    <a:pt x="110578" y="114017"/>
                  </a:lnTo>
                  <a:lnTo>
                    <a:pt x="112942" y="112190"/>
                  </a:lnTo>
                  <a:lnTo>
                    <a:pt x="115306" y="110363"/>
                  </a:lnTo>
                  <a:lnTo>
                    <a:pt x="122076" y="110363"/>
                  </a:lnTo>
                  <a:lnTo>
                    <a:pt x="122076" y="103593"/>
                  </a:lnTo>
                  <a:lnTo>
                    <a:pt x="104452" y="71462"/>
                  </a:lnTo>
                  <a:lnTo>
                    <a:pt x="90375" y="45779"/>
                  </a:lnTo>
                  <a:lnTo>
                    <a:pt x="79629" y="26436"/>
                  </a:lnTo>
                  <a:lnTo>
                    <a:pt x="80811" y="24931"/>
                  </a:lnTo>
                  <a:lnTo>
                    <a:pt x="81456" y="24072"/>
                  </a:lnTo>
                  <a:lnTo>
                    <a:pt x="81993" y="22889"/>
                  </a:lnTo>
                  <a:lnTo>
                    <a:pt x="82315" y="21815"/>
                  </a:lnTo>
                  <a:lnTo>
                    <a:pt x="82315" y="20633"/>
                  </a:lnTo>
                  <a:lnTo>
                    <a:pt x="82208" y="19451"/>
                  </a:lnTo>
                  <a:lnTo>
                    <a:pt x="81886" y="18376"/>
                  </a:lnTo>
                  <a:lnTo>
                    <a:pt x="81241" y="17301"/>
                  </a:lnTo>
                  <a:lnTo>
                    <a:pt x="80489" y="16442"/>
                  </a:lnTo>
                  <a:lnTo>
                    <a:pt x="79521" y="15690"/>
                  </a:lnTo>
                  <a:lnTo>
                    <a:pt x="78447" y="15152"/>
                  </a:lnTo>
                  <a:lnTo>
                    <a:pt x="77372" y="14830"/>
                  </a:lnTo>
                  <a:lnTo>
                    <a:pt x="76190" y="14722"/>
                  </a:lnTo>
                  <a:lnTo>
                    <a:pt x="75008" y="14830"/>
                  </a:lnTo>
                  <a:lnTo>
                    <a:pt x="73933" y="15260"/>
                  </a:lnTo>
                  <a:lnTo>
                    <a:pt x="72859" y="15797"/>
                  </a:lnTo>
                  <a:lnTo>
                    <a:pt x="71999" y="16549"/>
                  </a:lnTo>
                  <a:lnTo>
                    <a:pt x="71247" y="17516"/>
                  </a:lnTo>
                  <a:lnTo>
                    <a:pt x="70602" y="18376"/>
                  </a:lnTo>
                  <a:lnTo>
                    <a:pt x="69635" y="19558"/>
                  </a:lnTo>
                  <a:lnTo>
                    <a:pt x="68560" y="20740"/>
                  </a:lnTo>
                  <a:lnTo>
                    <a:pt x="67163" y="22030"/>
                  </a:lnTo>
                  <a:lnTo>
                    <a:pt x="65659" y="23212"/>
                  </a:lnTo>
                  <a:lnTo>
                    <a:pt x="64907" y="23642"/>
                  </a:lnTo>
                  <a:lnTo>
                    <a:pt x="64047" y="24072"/>
                  </a:lnTo>
                  <a:lnTo>
                    <a:pt x="63187" y="24501"/>
                  </a:lnTo>
                  <a:lnTo>
                    <a:pt x="62328" y="24824"/>
                  </a:lnTo>
                  <a:lnTo>
                    <a:pt x="61468" y="24931"/>
                  </a:lnTo>
                  <a:lnTo>
                    <a:pt x="60608" y="25039"/>
                  </a:lnTo>
                  <a:lnTo>
                    <a:pt x="59319" y="24931"/>
                  </a:lnTo>
                  <a:lnTo>
                    <a:pt x="58029" y="24716"/>
                  </a:lnTo>
                  <a:lnTo>
                    <a:pt x="56740" y="24394"/>
                  </a:lnTo>
                  <a:lnTo>
                    <a:pt x="55450" y="23964"/>
                  </a:lnTo>
                  <a:lnTo>
                    <a:pt x="54161" y="23427"/>
                  </a:lnTo>
                  <a:lnTo>
                    <a:pt x="52978" y="22675"/>
                  </a:lnTo>
                  <a:lnTo>
                    <a:pt x="51689" y="21922"/>
                  </a:lnTo>
                  <a:lnTo>
                    <a:pt x="50399" y="21170"/>
                  </a:lnTo>
                  <a:lnTo>
                    <a:pt x="47820" y="19236"/>
                  </a:lnTo>
                  <a:lnTo>
                    <a:pt x="45349" y="17194"/>
                  </a:lnTo>
                  <a:lnTo>
                    <a:pt x="42770" y="14937"/>
                  </a:lnTo>
                  <a:lnTo>
                    <a:pt x="40298" y="12681"/>
                  </a:lnTo>
                  <a:lnTo>
                    <a:pt x="36000" y="8812"/>
                  </a:lnTo>
                  <a:lnTo>
                    <a:pt x="33958" y="6985"/>
                  </a:lnTo>
                  <a:lnTo>
                    <a:pt x="31809" y="5373"/>
                  </a:lnTo>
                  <a:lnTo>
                    <a:pt x="29659" y="3869"/>
                  </a:lnTo>
                  <a:lnTo>
                    <a:pt x="27403" y="2579"/>
                  </a:lnTo>
                  <a:lnTo>
                    <a:pt x="26328" y="2042"/>
                  </a:lnTo>
                  <a:lnTo>
                    <a:pt x="25253" y="1612"/>
                  </a:lnTo>
                  <a:lnTo>
                    <a:pt x="24071" y="1182"/>
                  </a:lnTo>
                  <a:lnTo>
                    <a:pt x="22997" y="860"/>
                  </a:lnTo>
                  <a:lnTo>
                    <a:pt x="21170" y="430"/>
                  </a:lnTo>
                  <a:lnTo>
                    <a:pt x="19451" y="215"/>
                  </a:lnTo>
                  <a:lnTo>
                    <a:pt x="1783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 name="Google Shape;18;p2"/>
          <p:cNvSpPr txBox="1">
            <a:spLocks noGrp="1"/>
          </p:cNvSpPr>
          <p:nvPr>
            <p:ph type="ctrTitle"/>
          </p:nvPr>
        </p:nvSpPr>
        <p:spPr>
          <a:xfrm>
            <a:off x="1557275" y="1341650"/>
            <a:ext cx="6029400" cy="2771100"/>
          </a:xfrm>
          <a:prstGeom prst="rect">
            <a:avLst/>
          </a:prstGeom>
        </p:spPr>
        <p:txBody>
          <a:bodyPr spcFirstLastPara="1" wrap="square" lIns="0" tIns="0" rIns="0" bIns="0" anchor="ctr" anchorCtr="0">
            <a:noAutofit/>
          </a:bodyPr>
          <a:lstStyle>
            <a:lvl1pPr lvl="0" algn="ctr">
              <a:spcBef>
                <a:spcPts val="0"/>
              </a:spcBef>
              <a:spcAft>
                <a:spcPts val="0"/>
              </a:spcAft>
              <a:buClr>
                <a:schemeClr val="dk1"/>
              </a:buClr>
              <a:buSzPts val="4800"/>
              <a:buNone/>
              <a:defRPr sz="4800">
                <a:solidFill>
                  <a:schemeClr val="dk1"/>
                </a:solidFill>
              </a:defRPr>
            </a:lvl1pPr>
            <a:lvl2pPr lvl="1" algn="ctr">
              <a:spcBef>
                <a:spcPts val="0"/>
              </a:spcBef>
              <a:spcAft>
                <a:spcPts val="0"/>
              </a:spcAft>
              <a:buClr>
                <a:schemeClr val="dk1"/>
              </a:buClr>
              <a:buSzPts val="4800"/>
              <a:buNone/>
              <a:defRPr sz="4800">
                <a:solidFill>
                  <a:schemeClr val="dk1"/>
                </a:solidFill>
              </a:defRPr>
            </a:lvl2pPr>
            <a:lvl3pPr lvl="2" algn="ctr">
              <a:spcBef>
                <a:spcPts val="0"/>
              </a:spcBef>
              <a:spcAft>
                <a:spcPts val="0"/>
              </a:spcAft>
              <a:buClr>
                <a:schemeClr val="dk1"/>
              </a:buClr>
              <a:buSzPts val="4800"/>
              <a:buNone/>
              <a:defRPr sz="4800">
                <a:solidFill>
                  <a:schemeClr val="dk1"/>
                </a:solidFill>
              </a:defRPr>
            </a:lvl3pPr>
            <a:lvl4pPr lvl="3" algn="ctr">
              <a:spcBef>
                <a:spcPts val="0"/>
              </a:spcBef>
              <a:spcAft>
                <a:spcPts val="0"/>
              </a:spcAft>
              <a:buClr>
                <a:schemeClr val="dk1"/>
              </a:buClr>
              <a:buSzPts val="4800"/>
              <a:buNone/>
              <a:defRPr sz="4800">
                <a:solidFill>
                  <a:schemeClr val="dk1"/>
                </a:solidFill>
              </a:defRPr>
            </a:lvl4pPr>
            <a:lvl5pPr lvl="4" algn="ctr">
              <a:spcBef>
                <a:spcPts val="0"/>
              </a:spcBef>
              <a:spcAft>
                <a:spcPts val="0"/>
              </a:spcAft>
              <a:buClr>
                <a:schemeClr val="dk1"/>
              </a:buClr>
              <a:buSzPts val="4800"/>
              <a:buNone/>
              <a:defRPr sz="4800">
                <a:solidFill>
                  <a:schemeClr val="dk1"/>
                </a:solidFill>
              </a:defRPr>
            </a:lvl5pPr>
            <a:lvl6pPr lvl="5" algn="ctr">
              <a:spcBef>
                <a:spcPts val="0"/>
              </a:spcBef>
              <a:spcAft>
                <a:spcPts val="0"/>
              </a:spcAft>
              <a:buClr>
                <a:schemeClr val="dk1"/>
              </a:buClr>
              <a:buSzPts val="4800"/>
              <a:buNone/>
              <a:defRPr sz="4800">
                <a:solidFill>
                  <a:schemeClr val="dk1"/>
                </a:solidFill>
              </a:defRPr>
            </a:lvl6pPr>
            <a:lvl7pPr lvl="6" algn="ctr">
              <a:spcBef>
                <a:spcPts val="0"/>
              </a:spcBef>
              <a:spcAft>
                <a:spcPts val="0"/>
              </a:spcAft>
              <a:buClr>
                <a:schemeClr val="dk1"/>
              </a:buClr>
              <a:buSzPts val="4800"/>
              <a:buNone/>
              <a:defRPr sz="4800">
                <a:solidFill>
                  <a:schemeClr val="dk1"/>
                </a:solidFill>
              </a:defRPr>
            </a:lvl7pPr>
            <a:lvl8pPr lvl="7" algn="ctr">
              <a:spcBef>
                <a:spcPts val="0"/>
              </a:spcBef>
              <a:spcAft>
                <a:spcPts val="0"/>
              </a:spcAft>
              <a:buClr>
                <a:schemeClr val="dk1"/>
              </a:buClr>
              <a:buSzPts val="4800"/>
              <a:buNone/>
              <a:defRPr sz="4800">
                <a:solidFill>
                  <a:schemeClr val="dk1"/>
                </a:solidFill>
              </a:defRPr>
            </a:lvl8pPr>
            <a:lvl9pPr lvl="8" algn="ctr">
              <a:spcBef>
                <a:spcPts val="0"/>
              </a:spcBef>
              <a:spcAft>
                <a:spcPts val="0"/>
              </a:spcAft>
              <a:buClr>
                <a:schemeClr val="dk1"/>
              </a:buClr>
              <a:buSzPts val="4800"/>
              <a:buNone/>
              <a:defRPr sz="48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9"/>
        <p:cNvGrpSpPr/>
        <p:nvPr/>
      </p:nvGrpSpPr>
      <p:grpSpPr>
        <a:xfrm>
          <a:off x="0" y="0"/>
          <a:ext cx="0" cy="0"/>
          <a:chOff x="0" y="0"/>
          <a:chExt cx="0" cy="0"/>
        </a:xfrm>
      </p:grpSpPr>
      <p:sp>
        <p:nvSpPr>
          <p:cNvPr id="20" name="Google Shape;20;p3"/>
          <p:cNvSpPr/>
          <p:nvPr/>
        </p:nvSpPr>
        <p:spPr>
          <a:xfrm>
            <a:off x="1030800" y="1030700"/>
            <a:ext cx="7082400" cy="3082200"/>
          </a:xfrm>
          <a:prstGeom prst="rect">
            <a:avLst/>
          </a:prstGeom>
          <a:solidFill>
            <a:srgbClr val="FFFFFF"/>
          </a:solidFill>
          <a:ln>
            <a:noFill/>
          </a:ln>
          <a:effectLst>
            <a:outerShdw blurRad="185738" dist="9525" dir="5400000" algn="bl" rotWithShape="0">
              <a:srgbClr val="66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txBox="1">
            <a:spLocks noGrp="1"/>
          </p:cNvSpPr>
          <p:nvPr>
            <p:ph type="ctrTitle"/>
          </p:nvPr>
        </p:nvSpPr>
        <p:spPr>
          <a:xfrm>
            <a:off x="1461450" y="1811950"/>
            <a:ext cx="6221100" cy="1159800"/>
          </a:xfrm>
          <a:prstGeom prst="rect">
            <a:avLst/>
          </a:prstGeom>
        </p:spPr>
        <p:txBody>
          <a:bodyPr spcFirstLastPara="1" wrap="square" lIns="0" tIns="0" rIns="0" bIns="0" anchor="b" anchorCtr="0">
            <a:noAutofit/>
          </a:bodyPr>
          <a:lstStyle>
            <a:lvl1pPr lvl="0" algn="ctr" rtl="0">
              <a:spcBef>
                <a:spcPts val="0"/>
              </a:spcBef>
              <a:spcAft>
                <a:spcPts val="0"/>
              </a:spcAft>
              <a:buClr>
                <a:schemeClr val="dk1"/>
              </a:buClr>
              <a:buSzPts val="3200"/>
              <a:buNone/>
              <a:defRPr sz="3200">
                <a:solidFill>
                  <a:schemeClr val="dk1"/>
                </a:solidFill>
              </a:defRPr>
            </a:lvl1pPr>
            <a:lvl2pPr lvl="1" algn="ctr" rtl="0">
              <a:spcBef>
                <a:spcPts val="0"/>
              </a:spcBef>
              <a:spcAft>
                <a:spcPts val="0"/>
              </a:spcAft>
              <a:buClr>
                <a:schemeClr val="dk1"/>
              </a:buClr>
              <a:buSzPts val="3200"/>
              <a:buNone/>
              <a:defRPr sz="3200">
                <a:solidFill>
                  <a:schemeClr val="dk1"/>
                </a:solidFill>
              </a:defRPr>
            </a:lvl2pPr>
            <a:lvl3pPr lvl="2" algn="ctr" rtl="0">
              <a:spcBef>
                <a:spcPts val="0"/>
              </a:spcBef>
              <a:spcAft>
                <a:spcPts val="0"/>
              </a:spcAft>
              <a:buClr>
                <a:schemeClr val="dk1"/>
              </a:buClr>
              <a:buSzPts val="3200"/>
              <a:buNone/>
              <a:defRPr sz="3200">
                <a:solidFill>
                  <a:schemeClr val="dk1"/>
                </a:solidFill>
              </a:defRPr>
            </a:lvl3pPr>
            <a:lvl4pPr lvl="3" algn="ctr" rtl="0">
              <a:spcBef>
                <a:spcPts val="0"/>
              </a:spcBef>
              <a:spcAft>
                <a:spcPts val="0"/>
              </a:spcAft>
              <a:buClr>
                <a:schemeClr val="dk1"/>
              </a:buClr>
              <a:buSzPts val="3200"/>
              <a:buNone/>
              <a:defRPr sz="3200">
                <a:solidFill>
                  <a:schemeClr val="dk1"/>
                </a:solidFill>
              </a:defRPr>
            </a:lvl4pPr>
            <a:lvl5pPr lvl="4" algn="ctr" rtl="0">
              <a:spcBef>
                <a:spcPts val="0"/>
              </a:spcBef>
              <a:spcAft>
                <a:spcPts val="0"/>
              </a:spcAft>
              <a:buClr>
                <a:schemeClr val="dk1"/>
              </a:buClr>
              <a:buSzPts val="3200"/>
              <a:buNone/>
              <a:defRPr sz="3200">
                <a:solidFill>
                  <a:schemeClr val="dk1"/>
                </a:solidFill>
              </a:defRPr>
            </a:lvl5pPr>
            <a:lvl6pPr lvl="5" algn="ctr" rtl="0">
              <a:spcBef>
                <a:spcPts val="0"/>
              </a:spcBef>
              <a:spcAft>
                <a:spcPts val="0"/>
              </a:spcAft>
              <a:buClr>
                <a:schemeClr val="dk1"/>
              </a:buClr>
              <a:buSzPts val="3200"/>
              <a:buNone/>
              <a:defRPr sz="3200">
                <a:solidFill>
                  <a:schemeClr val="dk1"/>
                </a:solidFill>
              </a:defRPr>
            </a:lvl6pPr>
            <a:lvl7pPr lvl="6" algn="ctr" rtl="0">
              <a:spcBef>
                <a:spcPts val="0"/>
              </a:spcBef>
              <a:spcAft>
                <a:spcPts val="0"/>
              </a:spcAft>
              <a:buClr>
                <a:schemeClr val="dk1"/>
              </a:buClr>
              <a:buSzPts val="3200"/>
              <a:buNone/>
              <a:defRPr sz="3200">
                <a:solidFill>
                  <a:schemeClr val="dk1"/>
                </a:solidFill>
              </a:defRPr>
            </a:lvl7pPr>
            <a:lvl8pPr lvl="7" algn="ctr" rtl="0">
              <a:spcBef>
                <a:spcPts val="0"/>
              </a:spcBef>
              <a:spcAft>
                <a:spcPts val="0"/>
              </a:spcAft>
              <a:buClr>
                <a:schemeClr val="dk1"/>
              </a:buClr>
              <a:buSzPts val="3200"/>
              <a:buNone/>
              <a:defRPr sz="3200">
                <a:solidFill>
                  <a:schemeClr val="dk1"/>
                </a:solidFill>
              </a:defRPr>
            </a:lvl8pPr>
            <a:lvl9pPr lvl="8" algn="ctr" rtl="0">
              <a:spcBef>
                <a:spcPts val="0"/>
              </a:spcBef>
              <a:spcAft>
                <a:spcPts val="0"/>
              </a:spcAft>
              <a:buClr>
                <a:schemeClr val="dk1"/>
              </a:buClr>
              <a:buSzPts val="3200"/>
              <a:buNone/>
              <a:defRPr sz="3200">
                <a:solidFill>
                  <a:schemeClr val="dk1"/>
                </a:solidFill>
              </a:defRPr>
            </a:lvl9pPr>
          </a:lstStyle>
          <a:p>
            <a:endParaRPr/>
          </a:p>
        </p:txBody>
      </p:sp>
      <p:sp>
        <p:nvSpPr>
          <p:cNvPr id="22" name="Google Shape;22;p3"/>
          <p:cNvSpPr txBox="1">
            <a:spLocks noGrp="1"/>
          </p:cNvSpPr>
          <p:nvPr>
            <p:ph type="subTitle" idx="1"/>
          </p:nvPr>
        </p:nvSpPr>
        <p:spPr>
          <a:xfrm>
            <a:off x="1461450" y="3068654"/>
            <a:ext cx="6221100" cy="784800"/>
          </a:xfrm>
          <a:prstGeom prst="rect">
            <a:avLst/>
          </a:prstGeom>
        </p:spPr>
        <p:txBody>
          <a:bodyPr spcFirstLastPara="1" wrap="square" lIns="0" tIns="0" rIns="0" bIns="0" anchor="t" anchorCtr="0">
            <a:noAutofit/>
          </a:bodyPr>
          <a:lstStyle>
            <a:lvl1pPr lvl="0" algn="ctr" rtl="0">
              <a:spcBef>
                <a:spcPts val="0"/>
              </a:spcBef>
              <a:spcAft>
                <a:spcPts val="0"/>
              </a:spcAft>
              <a:buClr>
                <a:schemeClr val="accent1"/>
              </a:buClr>
              <a:buSzPts val="2000"/>
              <a:buNone/>
              <a:defRPr sz="2000">
                <a:solidFill>
                  <a:schemeClr val="accent1"/>
                </a:solidFill>
              </a:defRPr>
            </a:lvl1pPr>
            <a:lvl2pPr lvl="1" algn="ctr" rtl="0">
              <a:spcBef>
                <a:spcPts val="0"/>
              </a:spcBef>
              <a:spcAft>
                <a:spcPts val="0"/>
              </a:spcAft>
              <a:buClr>
                <a:schemeClr val="accent1"/>
              </a:buClr>
              <a:buSzPts val="2000"/>
              <a:buNone/>
              <a:defRPr sz="2000">
                <a:solidFill>
                  <a:schemeClr val="accent1"/>
                </a:solidFill>
              </a:defRPr>
            </a:lvl2pPr>
            <a:lvl3pPr lvl="2" algn="ctr" rtl="0">
              <a:spcBef>
                <a:spcPts val="0"/>
              </a:spcBef>
              <a:spcAft>
                <a:spcPts val="0"/>
              </a:spcAft>
              <a:buClr>
                <a:schemeClr val="accent1"/>
              </a:buClr>
              <a:buSzPts val="2000"/>
              <a:buNone/>
              <a:defRPr sz="2000">
                <a:solidFill>
                  <a:schemeClr val="accent1"/>
                </a:solidFill>
              </a:defRPr>
            </a:lvl3pPr>
            <a:lvl4pPr lvl="3" algn="ctr" rtl="0">
              <a:spcBef>
                <a:spcPts val="0"/>
              </a:spcBef>
              <a:spcAft>
                <a:spcPts val="0"/>
              </a:spcAft>
              <a:buClr>
                <a:schemeClr val="accent1"/>
              </a:buClr>
              <a:buSzPts val="2000"/>
              <a:buNone/>
              <a:defRPr sz="2000">
                <a:solidFill>
                  <a:schemeClr val="accent1"/>
                </a:solidFill>
              </a:defRPr>
            </a:lvl4pPr>
            <a:lvl5pPr lvl="4" algn="ctr" rtl="0">
              <a:spcBef>
                <a:spcPts val="0"/>
              </a:spcBef>
              <a:spcAft>
                <a:spcPts val="0"/>
              </a:spcAft>
              <a:buClr>
                <a:schemeClr val="accent1"/>
              </a:buClr>
              <a:buSzPts val="2000"/>
              <a:buNone/>
              <a:defRPr sz="2000">
                <a:solidFill>
                  <a:schemeClr val="accent1"/>
                </a:solidFill>
              </a:defRPr>
            </a:lvl5pPr>
            <a:lvl6pPr lvl="5" algn="ctr" rtl="0">
              <a:spcBef>
                <a:spcPts val="0"/>
              </a:spcBef>
              <a:spcAft>
                <a:spcPts val="0"/>
              </a:spcAft>
              <a:buClr>
                <a:schemeClr val="accent1"/>
              </a:buClr>
              <a:buSzPts val="2000"/>
              <a:buNone/>
              <a:defRPr sz="2000">
                <a:solidFill>
                  <a:schemeClr val="accent1"/>
                </a:solidFill>
              </a:defRPr>
            </a:lvl6pPr>
            <a:lvl7pPr lvl="6" algn="ctr" rtl="0">
              <a:spcBef>
                <a:spcPts val="0"/>
              </a:spcBef>
              <a:spcAft>
                <a:spcPts val="0"/>
              </a:spcAft>
              <a:buClr>
                <a:schemeClr val="accent1"/>
              </a:buClr>
              <a:buSzPts val="2000"/>
              <a:buNone/>
              <a:defRPr sz="2000">
                <a:solidFill>
                  <a:schemeClr val="accent1"/>
                </a:solidFill>
              </a:defRPr>
            </a:lvl7pPr>
            <a:lvl8pPr lvl="7" algn="ctr" rtl="0">
              <a:spcBef>
                <a:spcPts val="0"/>
              </a:spcBef>
              <a:spcAft>
                <a:spcPts val="0"/>
              </a:spcAft>
              <a:buClr>
                <a:schemeClr val="accent1"/>
              </a:buClr>
              <a:buSzPts val="2000"/>
              <a:buNone/>
              <a:defRPr sz="2000">
                <a:solidFill>
                  <a:schemeClr val="accent1"/>
                </a:solidFill>
              </a:defRPr>
            </a:lvl8pPr>
            <a:lvl9pPr lvl="8" algn="ctr" rtl="0">
              <a:spcBef>
                <a:spcPts val="0"/>
              </a:spcBef>
              <a:spcAft>
                <a:spcPts val="0"/>
              </a:spcAft>
              <a:buClr>
                <a:schemeClr val="accent1"/>
              </a:buClr>
              <a:buSzPts val="2000"/>
              <a:buNone/>
              <a:defRPr sz="2000">
                <a:solidFill>
                  <a:schemeClr val="accent1"/>
                </a:solidFill>
              </a:defRPr>
            </a:lvl9pPr>
          </a:lstStyle>
          <a:p>
            <a:endParaRPr/>
          </a:p>
        </p:txBody>
      </p:sp>
      <p:sp>
        <p:nvSpPr>
          <p:cNvPr id="23" name="Google Shape;23;p3"/>
          <p:cNvSpPr/>
          <p:nvPr/>
        </p:nvSpPr>
        <p:spPr>
          <a:xfrm rot="-5400000">
            <a:off x="3441150" y="291375"/>
            <a:ext cx="2261700" cy="1017600"/>
          </a:xfrm>
          <a:prstGeom prst="chevron">
            <a:avLst>
              <a:gd name="adj" fmla="val 31570"/>
            </a:avLst>
          </a:prstGeom>
          <a:gradFill>
            <a:gsLst>
              <a:gs pos="0">
                <a:srgbClr val="AD0B2D"/>
              </a:gs>
              <a:gs pos="31000">
                <a:srgbClr val="AD0B2D"/>
              </a:gs>
              <a:gs pos="100000">
                <a:srgbClr val="8B0E34"/>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24"/>
        <p:cNvGrpSpPr/>
        <p:nvPr/>
      </p:nvGrpSpPr>
      <p:grpSpPr>
        <a:xfrm>
          <a:off x="0" y="0"/>
          <a:ext cx="0" cy="0"/>
          <a:chOff x="0" y="0"/>
          <a:chExt cx="0" cy="0"/>
        </a:xfrm>
      </p:grpSpPr>
      <p:sp>
        <p:nvSpPr>
          <p:cNvPr id="25" name="Google Shape;25;p4"/>
          <p:cNvSpPr/>
          <p:nvPr/>
        </p:nvSpPr>
        <p:spPr>
          <a:xfrm>
            <a:off x="2244075" y="-100"/>
            <a:ext cx="4655700" cy="5143500"/>
          </a:xfrm>
          <a:prstGeom prst="rect">
            <a:avLst/>
          </a:prstGeom>
          <a:solidFill>
            <a:srgbClr val="FFFFFF"/>
          </a:solidFill>
          <a:ln>
            <a:noFill/>
          </a:ln>
          <a:effectLst>
            <a:outerShdw blurRad="185738" dist="9525" dir="5400000" algn="bl" rotWithShape="0">
              <a:srgbClr val="66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4"/>
          <p:cNvSpPr txBox="1">
            <a:spLocks noGrp="1"/>
          </p:cNvSpPr>
          <p:nvPr>
            <p:ph type="body" idx="1"/>
          </p:nvPr>
        </p:nvSpPr>
        <p:spPr>
          <a:xfrm>
            <a:off x="2635400" y="790625"/>
            <a:ext cx="3873300" cy="4032900"/>
          </a:xfrm>
          <a:prstGeom prst="rect">
            <a:avLst/>
          </a:prstGeom>
        </p:spPr>
        <p:txBody>
          <a:bodyPr spcFirstLastPara="1" wrap="square" lIns="0" tIns="0" rIns="0" bIns="0" anchor="ctr" anchorCtr="0">
            <a:noAutofit/>
          </a:bodyPr>
          <a:lstStyle>
            <a:lvl1pPr marL="457200" lvl="0" indent="-393700" algn="ctr" rtl="0">
              <a:spcBef>
                <a:spcPts val="600"/>
              </a:spcBef>
              <a:spcAft>
                <a:spcPts val="0"/>
              </a:spcAft>
              <a:buSzPts val="2600"/>
              <a:buChar char="◈"/>
              <a:defRPr i="1"/>
            </a:lvl1pPr>
            <a:lvl2pPr marL="914400" lvl="1" indent="-393700" algn="ctr" rtl="0">
              <a:spcBef>
                <a:spcPts val="0"/>
              </a:spcBef>
              <a:spcAft>
                <a:spcPts val="0"/>
              </a:spcAft>
              <a:buSzPts val="2600"/>
              <a:buChar char="⬩"/>
              <a:defRPr i="1"/>
            </a:lvl2pPr>
            <a:lvl3pPr marL="1371600" lvl="2" indent="-393700" algn="ctr" rtl="0">
              <a:spcBef>
                <a:spcPts val="0"/>
              </a:spcBef>
              <a:spcAft>
                <a:spcPts val="0"/>
              </a:spcAft>
              <a:buSzPts val="2600"/>
              <a:buChar char="⬩"/>
              <a:defRPr i="1"/>
            </a:lvl3pPr>
            <a:lvl4pPr marL="1828800" lvl="3" indent="-393700" algn="ctr" rtl="0">
              <a:spcBef>
                <a:spcPts val="0"/>
              </a:spcBef>
              <a:spcAft>
                <a:spcPts val="0"/>
              </a:spcAft>
              <a:buSzPts val="2600"/>
              <a:buChar char="⬩"/>
              <a:defRPr i="1"/>
            </a:lvl4pPr>
            <a:lvl5pPr marL="2286000" lvl="4" indent="-393700" algn="ctr" rtl="0">
              <a:spcBef>
                <a:spcPts val="0"/>
              </a:spcBef>
              <a:spcAft>
                <a:spcPts val="0"/>
              </a:spcAft>
              <a:buSzPts val="2600"/>
              <a:buChar char="⬩"/>
              <a:defRPr i="1"/>
            </a:lvl5pPr>
            <a:lvl6pPr marL="2743200" lvl="5" indent="-393700" algn="ctr" rtl="0">
              <a:spcBef>
                <a:spcPts val="0"/>
              </a:spcBef>
              <a:spcAft>
                <a:spcPts val="0"/>
              </a:spcAft>
              <a:buSzPts val="2600"/>
              <a:buChar char="⬩"/>
              <a:defRPr i="1"/>
            </a:lvl6pPr>
            <a:lvl7pPr marL="3200400" lvl="6" indent="-393700" algn="ctr" rtl="0">
              <a:spcBef>
                <a:spcPts val="0"/>
              </a:spcBef>
              <a:spcAft>
                <a:spcPts val="0"/>
              </a:spcAft>
              <a:buSzPts val="2600"/>
              <a:buChar char="⬩"/>
              <a:defRPr i="1"/>
            </a:lvl7pPr>
            <a:lvl8pPr marL="3657600" lvl="7" indent="-393700" algn="ctr" rtl="0">
              <a:spcBef>
                <a:spcPts val="0"/>
              </a:spcBef>
              <a:spcAft>
                <a:spcPts val="0"/>
              </a:spcAft>
              <a:buSzPts val="2600"/>
              <a:buChar char="⬩"/>
              <a:defRPr i="1"/>
            </a:lvl8pPr>
            <a:lvl9pPr marL="4114800" lvl="8" indent="-393700" algn="ctr">
              <a:spcBef>
                <a:spcPts val="0"/>
              </a:spcBef>
              <a:spcAft>
                <a:spcPts val="0"/>
              </a:spcAft>
              <a:buSzPts val="2600"/>
              <a:buChar char="⬩"/>
              <a:defRPr i="1"/>
            </a:lvl9pPr>
          </a:lstStyle>
          <a:p>
            <a:endParaRPr/>
          </a:p>
        </p:txBody>
      </p:sp>
      <p:sp>
        <p:nvSpPr>
          <p:cNvPr id="27" name="Google Shape;27;p4"/>
          <p:cNvSpPr txBox="1">
            <a:spLocks noGrp="1"/>
          </p:cNvSpPr>
          <p:nvPr>
            <p:ph type="sldNum" idx="12"/>
          </p:nvPr>
        </p:nvSpPr>
        <p:spPr>
          <a:xfrm>
            <a:off x="4063242" y="4681575"/>
            <a:ext cx="1017600" cy="393600"/>
          </a:xfrm>
          <a:prstGeom prst="rect">
            <a:avLst/>
          </a:prstGeom>
        </p:spPr>
        <p:txBody>
          <a:bodyPr spcFirstLastPara="1" wrap="square" lIns="0" tIns="0" rIns="0" bIns="0" anchor="ctr" anchorCtr="0">
            <a:noAutofit/>
          </a:bodyPr>
          <a:lstStyle>
            <a:lvl1pPr lvl="0">
              <a:buNone/>
              <a:defRPr>
                <a:solidFill>
                  <a:srgbClr val="AD0B2D"/>
                </a:solidFill>
              </a:defRPr>
            </a:lvl1pPr>
            <a:lvl2pPr lvl="1">
              <a:buNone/>
              <a:defRPr>
                <a:solidFill>
                  <a:srgbClr val="AD0B2D"/>
                </a:solidFill>
              </a:defRPr>
            </a:lvl2pPr>
            <a:lvl3pPr lvl="2">
              <a:buNone/>
              <a:defRPr>
                <a:solidFill>
                  <a:srgbClr val="AD0B2D"/>
                </a:solidFill>
              </a:defRPr>
            </a:lvl3pPr>
            <a:lvl4pPr lvl="3">
              <a:buNone/>
              <a:defRPr>
                <a:solidFill>
                  <a:srgbClr val="AD0B2D"/>
                </a:solidFill>
              </a:defRPr>
            </a:lvl4pPr>
            <a:lvl5pPr lvl="4">
              <a:buNone/>
              <a:defRPr>
                <a:solidFill>
                  <a:srgbClr val="AD0B2D"/>
                </a:solidFill>
              </a:defRPr>
            </a:lvl5pPr>
            <a:lvl6pPr lvl="5">
              <a:buNone/>
              <a:defRPr>
                <a:solidFill>
                  <a:srgbClr val="AD0B2D"/>
                </a:solidFill>
              </a:defRPr>
            </a:lvl6pPr>
            <a:lvl7pPr lvl="6">
              <a:buNone/>
              <a:defRPr>
                <a:solidFill>
                  <a:srgbClr val="AD0B2D"/>
                </a:solidFill>
              </a:defRPr>
            </a:lvl7pPr>
            <a:lvl8pPr lvl="7">
              <a:buNone/>
              <a:defRPr>
                <a:solidFill>
                  <a:srgbClr val="AD0B2D"/>
                </a:solidFill>
              </a:defRPr>
            </a:lvl8pPr>
            <a:lvl9pPr lvl="8">
              <a:buNone/>
              <a:defRPr>
                <a:solidFill>
                  <a:srgbClr val="AD0B2D"/>
                </a:solidFill>
              </a:defRPr>
            </a:lvl9pPr>
          </a:lstStyle>
          <a:p>
            <a:pPr marL="0" lvl="0" indent="0" algn="ctr" rtl="0">
              <a:spcBef>
                <a:spcPts val="0"/>
              </a:spcBef>
              <a:spcAft>
                <a:spcPts val="0"/>
              </a:spcAft>
              <a:buNone/>
            </a:pPr>
            <a:fld id="{00000000-1234-1234-1234-123412341234}" type="slidenum">
              <a:rPr lang="en"/>
              <a:t>‹#›</a:t>
            </a:fld>
            <a:endParaRPr/>
          </a:p>
        </p:txBody>
      </p:sp>
      <p:sp>
        <p:nvSpPr>
          <p:cNvPr id="28" name="Google Shape;28;p4"/>
          <p:cNvSpPr/>
          <p:nvPr/>
        </p:nvSpPr>
        <p:spPr>
          <a:xfrm rot="-5400000">
            <a:off x="3723900" y="8700"/>
            <a:ext cx="1696200" cy="1017600"/>
          </a:xfrm>
          <a:prstGeom prst="chevron">
            <a:avLst>
              <a:gd name="adj" fmla="val 31570"/>
            </a:avLst>
          </a:prstGeom>
          <a:gradFill>
            <a:gsLst>
              <a:gs pos="0">
                <a:srgbClr val="AD0B2D"/>
              </a:gs>
              <a:gs pos="31000">
                <a:srgbClr val="AD0B2D"/>
              </a:gs>
              <a:gs pos="100000">
                <a:srgbClr val="8B0E34"/>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4"/>
          <p:cNvSpPr txBox="1"/>
          <p:nvPr/>
        </p:nvSpPr>
        <p:spPr>
          <a:xfrm>
            <a:off x="4063200" y="190650"/>
            <a:ext cx="1017600" cy="6537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7200">
                <a:solidFill>
                  <a:srgbClr val="FFFFFF"/>
                </a:solidFill>
                <a:latin typeface="Tinos"/>
                <a:ea typeface="Tinos"/>
                <a:cs typeface="Tinos"/>
                <a:sym typeface="Tinos"/>
              </a:rPr>
              <a:t>“</a:t>
            </a:r>
            <a:endParaRPr sz="7200">
              <a:solidFill>
                <a:srgbClr val="FFFFFF"/>
              </a:solidFill>
              <a:latin typeface="Tinos"/>
              <a:ea typeface="Tinos"/>
              <a:cs typeface="Tinos"/>
              <a:sym typeface="Tino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30"/>
        <p:cNvGrpSpPr/>
        <p:nvPr/>
      </p:nvGrpSpPr>
      <p:grpSpPr>
        <a:xfrm>
          <a:off x="0" y="0"/>
          <a:ext cx="0" cy="0"/>
          <a:chOff x="0" y="0"/>
          <a:chExt cx="0" cy="0"/>
        </a:xfrm>
      </p:grpSpPr>
      <p:sp>
        <p:nvSpPr>
          <p:cNvPr id="31" name="Google Shape;31;p5"/>
          <p:cNvSpPr/>
          <p:nvPr/>
        </p:nvSpPr>
        <p:spPr>
          <a:xfrm>
            <a:off x="1737000" y="359700"/>
            <a:ext cx="7407000" cy="4424100"/>
          </a:xfrm>
          <a:prstGeom prst="rect">
            <a:avLst/>
          </a:prstGeom>
          <a:solidFill>
            <a:srgbClr val="FFFFFF"/>
          </a:solidFill>
          <a:ln>
            <a:noFill/>
          </a:ln>
          <a:effectLst>
            <a:outerShdw blurRad="185738" dist="9525" dir="5400000" algn="bl" rotWithShape="0">
              <a:srgbClr val="66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 name="Google Shape;32;p5"/>
          <p:cNvCxnSpPr/>
          <p:nvPr/>
        </p:nvCxnSpPr>
        <p:spPr>
          <a:xfrm>
            <a:off x="2100325" y="1022209"/>
            <a:ext cx="7067700" cy="0"/>
          </a:xfrm>
          <a:prstGeom prst="straightConnector1">
            <a:avLst/>
          </a:prstGeom>
          <a:noFill/>
          <a:ln w="9525" cap="flat" cmpd="sng">
            <a:solidFill>
              <a:srgbClr val="E2D7D0"/>
            </a:solidFill>
            <a:prstDash val="solid"/>
            <a:round/>
            <a:headEnd type="none" w="med" len="med"/>
            <a:tailEnd type="none" w="med" len="med"/>
          </a:ln>
        </p:spPr>
      </p:cxnSp>
      <p:sp>
        <p:nvSpPr>
          <p:cNvPr id="33" name="Google Shape;33;p5"/>
          <p:cNvSpPr/>
          <p:nvPr/>
        </p:nvSpPr>
        <p:spPr>
          <a:xfrm rot="-5400000">
            <a:off x="-262350" y="291375"/>
            <a:ext cx="2261700" cy="1017600"/>
          </a:xfrm>
          <a:prstGeom prst="chevron">
            <a:avLst>
              <a:gd name="adj" fmla="val 31570"/>
            </a:avLst>
          </a:prstGeom>
          <a:gradFill>
            <a:gsLst>
              <a:gs pos="0">
                <a:srgbClr val="AD0B2D"/>
              </a:gs>
              <a:gs pos="31000">
                <a:srgbClr val="AD0B2D"/>
              </a:gs>
              <a:gs pos="100000">
                <a:srgbClr val="8B0E34"/>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 name="Google Shape;34;p5"/>
          <p:cNvGrpSpPr/>
          <p:nvPr/>
        </p:nvGrpSpPr>
        <p:grpSpPr>
          <a:xfrm>
            <a:off x="515476" y="363010"/>
            <a:ext cx="706249" cy="536972"/>
            <a:chOff x="519000" y="238125"/>
            <a:chExt cx="6582000" cy="5238750"/>
          </a:xfrm>
        </p:grpSpPr>
        <p:sp>
          <p:nvSpPr>
            <p:cNvPr id="35" name="Google Shape;35;p5"/>
            <p:cNvSpPr/>
            <p:nvPr/>
          </p:nvSpPr>
          <p:spPr>
            <a:xfrm>
              <a:off x="2928800" y="4770300"/>
              <a:ext cx="1762400" cy="306300"/>
            </a:xfrm>
            <a:custGeom>
              <a:avLst/>
              <a:gdLst/>
              <a:ahLst/>
              <a:cxnLst/>
              <a:rect l="l" t="t" r="r" b="b"/>
              <a:pathLst>
                <a:path w="70496" h="12252" extrusionOk="0">
                  <a:moveTo>
                    <a:pt x="6233" y="1"/>
                  </a:moveTo>
                  <a:lnTo>
                    <a:pt x="5051" y="108"/>
                  </a:lnTo>
                  <a:lnTo>
                    <a:pt x="3869" y="430"/>
                  </a:lnTo>
                  <a:lnTo>
                    <a:pt x="2902" y="968"/>
                  </a:lnTo>
                  <a:lnTo>
                    <a:pt x="1935" y="1720"/>
                  </a:lnTo>
                  <a:lnTo>
                    <a:pt x="1183" y="2580"/>
                  </a:lnTo>
                  <a:lnTo>
                    <a:pt x="538" y="3547"/>
                  </a:lnTo>
                  <a:lnTo>
                    <a:pt x="108" y="4621"/>
                  </a:lnTo>
                  <a:lnTo>
                    <a:pt x="1" y="5911"/>
                  </a:lnTo>
                  <a:lnTo>
                    <a:pt x="1" y="6556"/>
                  </a:lnTo>
                  <a:lnTo>
                    <a:pt x="1" y="7201"/>
                  </a:lnTo>
                  <a:lnTo>
                    <a:pt x="216" y="7738"/>
                  </a:lnTo>
                  <a:lnTo>
                    <a:pt x="323" y="8383"/>
                  </a:lnTo>
                  <a:lnTo>
                    <a:pt x="860" y="9457"/>
                  </a:lnTo>
                  <a:lnTo>
                    <a:pt x="1613" y="10424"/>
                  </a:lnTo>
                  <a:lnTo>
                    <a:pt x="2580" y="11177"/>
                  </a:lnTo>
                  <a:lnTo>
                    <a:pt x="3654" y="11821"/>
                  </a:lnTo>
                  <a:lnTo>
                    <a:pt x="4836" y="12144"/>
                  </a:lnTo>
                  <a:lnTo>
                    <a:pt x="5481" y="12251"/>
                  </a:lnTo>
                  <a:lnTo>
                    <a:pt x="65015" y="12251"/>
                  </a:lnTo>
                  <a:lnTo>
                    <a:pt x="65660" y="12144"/>
                  </a:lnTo>
                  <a:lnTo>
                    <a:pt x="66842" y="11821"/>
                  </a:lnTo>
                  <a:lnTo>
                    <a:pt x="67916" y="11177"/>
                  </a:lnTo>
                  <a:lnTo>
                    <a:pt x="68883" y="10424"/>
                  </a:lnTo>
                  <a:lnTo>
                    <a:pt x="69636" y="9457"/>
                  </a:lnTo>
                  <a:lnTo>
                    <a:pt x="70173" y="8383"/>
                  </a:lnTo>
                  <a:lnTo>
                    <a:pt x="70280" y="7738"/>
                  </a:lnTo>
                  <a:lnTo>
                    <a:pt x="70495" y="7201"/>
                  </a:lnTo>
                  <a:lnTo>
                    <a:pt x="70495" y="6556"/>
                  </a:lnTo>
                  <a:lnTo>
                    <a:pt x="70495" y="5911"/>
                  </a:lnTo>
                  <a:lnTo>
                    <a:pt x="70388" y="4621"/>
                  </a:lnTo>
                  <a:lnTo>
                    <a:pt x="69958" y="3547"/>
                  </a:lnTo>
                  <a:lnTo>
                    <a:pt x="69313" y="2580"/>
                  </a:lnTo>
                  <a:lnTo>
                    <a:pt x="68561" y="1720"/>
                  </a:lnTo>
                  <a:lnTo>
                    <a:pt x="67594" y="968"/>
                  </a:lnTo>
                  <a:lnTo>
                    <a:pt x="66627" y="430"/>
                  </a:lnTo>
                  <a:lnTo>
                    <a:pt x="65445" y="108"/>
                  </a:lnTo>
                  <a:lnTo>
                    <a:pt x="642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2190000" y="5170600"/>
              <a:ext cx="3240000" cy="306275"/>
            </a:xfrm>
            <a:custGeom>
              <a:avLst/>
              <a:gdLst/>
              <a:ahLst/>
              <a:cxnLst/>
              <a:rect l="l" t="t" r="r" b="b"/>
              <a:pathLst>
                <a:path w="129600" h="12251" extrusionOk="0">
                  <a:moveTo>
                    <a:pt x="6126" y="0"/>
                  </a:moveTo>
                  <a:lnTo>
                    <a:pt x="4944" y="108"/>
                  </a:lnTo>
                  <a:lnTo>
                    <a:pt x="3762" y="430"/>
                  </a:lnTo>
                  <a:lnTo>
                    <a:pt x="2687" y="1075"/>
                  </a:lnTo>
                  <a:lnTo>
                    <a:pt x="1828" y="1827"/>
                  </a:lnTo>
                  <a:lnTo>
                    <a:pt x="1075" y="2687"/>
                  </a:lnTo>
                  <a:lnTo>
                    <a:pt x="538" y="3762"/>
                  </a:lnTo>
                  <a:lnTo>
                    <a:pt x="108" y="4836"/>
                  </a:lnTo>
                  <a:lnTo>
                    <a:pt x="1" y="6126"/>
                  </a:lnTo>
                  <a:lnTo>
                    <a:pt x="108" y="7308"/>
                  </a:lnTo>
                  <a:lnTo>
                    <a:pt x="538" y="8490"/>
                  </a:lnTo>
                  <a:lnTo>
                    <a:pt x="1075" y="9564"/>
                  </a:lnTo>
                  <a:lnTo>
                    <a:pt x="1828" y="10424"/>
                  </a:lnTo>
                  <a:lnTo>
                    <a:pt x="2687" y="11176"/>
                  </a:lnTo>
                  <a:lnTo>
                    <a:pt x="3762" y="11821"/>
                  </a:lnTo>
                  <a:lnTo>
                    <a:pt x="4944" y="12144"/>
                  </a:lnTo>
                  <a:lnTo>
                    <a:pt x="6126" y="12251"/>
                  </a:lnTo>
                  <a:lnTo>
                    <a:pt x="123474" y="12251"/>
                  </a:lnTo>
                  <a:lnTo>
                    <a:pt x="124656" y="12144"/>
                  </a:lnTo>
                  <a:lnTo>
                    <a:pt x="125838" y="11821"/>
                  </a:lnTo>
                  <a:lnTo>
                    <a:pt x="126913" y="11176"/>
                  </a:lnTo>
                  <a:lnTo>
                    <a:pt x="127772" y="10424"/>
                  </a:lnTo>
                  <a:lnTo>
                    <a:pt x="128525" y="9564"/>
                  </a:lnTo>
                  <a:lnTo>
                    <a:pt x="129062" y="8490"/>
                  </a:lnTo>
                  <a:lnTo>
                    <a:pt x="129492" y="7308"/>
                  </a:lnTo>
                  <a:lnTo>
                    <a:pt x="129599" y="6126"/>
                  </a:lnTo>
                  <a:lnTo>
                    <a:pt x="129492" y="4836"/>
                  </a:lnTo>
                  <a:lnTo>
                    <a:pt x="129062" y="3762"/>
                  </a:lnTo>
                  <a:lnTo>
                    <a:pt x="128525" y="2687"/>
                  </a:lnTo>
                  <a:lnTo>
                    <a:pt x="127772" y="1827"/>
                  </a:lnTo>
                  <a:lnTo>
                    <a:pt x="126913" y="1075"/>
                  </a:lnTo>
                  <a:lnTo>
                    <a:pt x="125838" y="430"/>
                  </a:lnTo>
                  <a:lnTo>
                    <a:pt x="124656" y="108"/>
                  </a:lnTo>
                  <a:lnTo>
                    <a:pt x="1234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a:off x="3264625" y="238125"/>
              <a:ext cx="1090750" cy="4456975"/>
            </a:xfrm>
            <a:custGeom>
              <a:avLst/>
              <a:gdLst/>
              <a:ahLst/>
              <a:cxnLst/>
              <a:rect l="l" t="t" r="r" b="b"/>
              <a:pathLst>
                <a:path w="43630" h="178279" extrusionOk="0">
                  <a:moveTo>
                    <a:pt x="21815" y="23534"/>
                  </a:moveTo>
                  <a:lnTo>
                    <a:pt x="22460" y="23642"/>
                  </a:lnTo>
                  <a:lnTo>
                    <a:pt x="22997" y="23749"/>
                  </a:lnTo>
                  <a:lnTo>
                    <a:pt x="23534" y="24071"/>
                  </a:lnTo>
                  <a:lnTo>
                    <a:pt x="23964" y="24394"/>
                  </a:lnTo>
                  <a:lnTo>
                    <a:pt x="24287" y="24931"/>
                  </a:lnTo>
                  <a:lnTo>
                    <a:pt x="24609" y="25361"/>
                  </a:lnTo>
                  <a:lnTo>
                    <a:pt x="24824" y="26006"/>
                  </a:lnTo>
                  <a:lnTo>
                    <a:pt x="24824" y="26543"/>
                  </a:lnTo>
                  <a:lnTo>
                    <a:pt x="24824" y="27188"/>
                  </a:lnTo>
                  <a:lnTo>
                    <a:pt x="24609" y="27725"/>
                  </a:lnTo>
                  <a:lnTo>
                    <a:pt x="24287" y="28262"/>
                  </a:lnTo>
                  <a:lnTo>
                    <a:pt x="23964" y="28692"/>
                  </a:lnTo>
                  <a:lnTo>
                    <a:pt x="23534" y="29122"/>
                  </a:lnTo>
                  <a:lnTo>
                    <a:pt x="22997" y="29337"/>
                  </a:lnTo>
                  <a:lnTo>
                    <a:pt x="22460" y="29552"/>
                  </a:lnTo>
                  <a:lnTo>
                    <a:pt x="21170" y="29552"/>
                  </a:lnTo>
                  <a:lnTo>
                    <a:pt x="20633" y="29337"/>
                  </a:lnTo>
                  <a:lnTo>
                    <a:pt x="20096" y="29122"/>
                  </a:lnTo>
                  <a:lnTo>
                    <a:pt x="19666" y="28692"/>
                  </a:lnTo>
                  <a:lnTo>
                    <a:pt x="19343" y="28262"/>
                  </a:lnTo>
                  <a:lnTo>
                    <a:pt x="19021" y="27725"/>
                  </a:lnTo>
                  <a:lnTo>
                    <a:pt x="18806" y="27188"/>
                  </a:lnTo>
                  <a:lnTo>
                    <a:pt x="18806" y="26543"/>
                  </a:lnTo>
                  <a:lnTo>
                    <a:pt x="18806" y="26006"/>
                  </a:lnTo>
                  <a:lnTo>
                    <a:pt x="19021" y="25361"/>
                  </a:lnTo>
                  <a:lnTo>
                    <a:pt x="19343" y="24931"/>
                  </a:lnTo>
                  <a:lnTo>
                    <a:pt x="19666" y="24394"/>
                  </a:lnTo>
                  <a:lnTo>
                    <a:pt x="20096" y="24071"/>
                  </a:lnTo>
                  <a:lnTo>
                    <a:pt x="20633" y="23749"/>
                  </a:lnTo>
                  <a:lnTo>
                    <a:pt x="21170" y="23642"/>
                  </a:lnTo>
                  <a:lnTo>
                    <a:pt x="21815" y="23534"/>
                  </a:lnTo>
                  <a:close/>
                  <a:moveTo>
                    <a:pt x="21385" y="0"/>
                  </a:moveTo>
                  <a:lnTo>
                    <a:pt x="21063" y="215"/>
                  </a:lnTo>
                  <a:lnTo>
                    <a:pt x="20740" y="430"/>
                  </a:lnTo>
                  <a:lnTo>
                    <a:pt x="20418" y="752"/>
                  </a:lnTo>
                  <a:lnTo>
                    <a:pt x="15152" y="9672"/>
                  </a:lnTo>
                  <a:lnTo>
                    <a:pt x="14615" y="10746"/>
                  </a:lnTo>
                  <a:lnTo>
                    <a:pt x="14185" y="11821"/>
                  </a:lnTo>
                  <a:lnTo>
                    <a:pt x="13863" y="12895"/>
                  </a:lnTo>
                  <a:lnTo>
                    <a:pt x="13648" y="13863"/>
                  </a:lnTo>
                  <a:lnTo>
                    <a:pt x="13648" y="14830"/>
                  </a:lnTo>
                  <a:lnTo>
                    <a:pt x="13755" y="15797"/>
                  </a:lnTo>
                  <a:lnTo>
                    <a:pt x="14078" y="17946"/>
                  </a:lnTo>
                  <a:lnTo>
                    <a:pt x="14508" y="20418"/>
                  </a:lnTo>
                  <a:lnTo>
                    <a:pt x="15045" y="23212"/>
                  </a:lnTo>
                  <a:lnTo>
                    <a:pt x="15367" y="24824"/>
                  </a:lnTo>
                  <a:lnTo>
                    <a:pt x="15475" y="26543"/>
                  </a:lnTo>
                  <a:lnTo>
                    <a:pt x="15582" y="28585"/>
                  </a:lnTo>
                  <a:lnTo>
                    <a:pt x="15690" y="30734"/>
                  </a:lnTo>
                  <a:lnTo>
                    <a:pt x="15690" y="59964"/>
                  </a:lnTo>
                  <a:lnTo>
                    <a:pt x="14400" y="60071"/>
                  </a:lnTo>
                  <a:lnTo>
                    <a:pt x="13326" y="60393"/>
                  </a:lnTo>
                  <a:lnTo>
                    <a:pt x="12251" y="61038"/>
                  </a:lnTo>
                  <a:lnTo>
                    <a:pt x="11284" y="61683"/>
                  </a:lnTo>
                  <a:lnTo>
                    <a:pt x="10532" y="62650"/>
                  </a:lnTo>
                  <a:lnTo>
                    <a:pt x="9994" y="63725"/>
                  </a:lnTo>
                  <a:lnTo>
                    <a:pt x="9672" y="64799"/>
                  </a:lnTo>
                  <a:lnTo>
                    <a:pt x="9564" y="66089"/>
                  </a:lnTo>
                  <a:lnTo>
                    <a:pt x="9672" y="67271"/>
                  </a:lnTo>
                  <a:lnTo>
                    <a:pt x="9994" y="68453"/>
                  </a:lnTo>
                  <a:lnTo>
                    <a:pt x="10532" y="69528"/>
                  </a:lnTo>
                  <a:lnTo>
                    <a:pt x="11284" y="70387"/>
                  </a:lnTo>
                  <a:lnTo>
                    <a:pt x="12251" y="71140"/>
                  </a:lnTo>
                  <a:lnTo>
                    <a:pt x="13326" y="71784"/>
                  </a:lnTo>
                  <a:lnTo>
                    <a:pt x="14400" y="72107"/>
                  </a:lnTo>
                  <a:lnTo>
                    <a:pt x="15690" y="72214"/>
                  </a:lnTo>
                  <a:lnTo>
                    <a:pt x="15690" y="164739"/>
                  </a:lnTo>
                  <a:lnTo>
                    <a:pt x="15690" y="165276"/>
                  </a:lnTo>
                  <a:lnTo>
                    <a:pt x="15475" y="166458"/>
                  </a:lnTo>
                  <a:lnTo>
                    <a:pt x="15260" y="167210"/>
                  </a:lnTo>
                  <a:lnTo>
                    <a:pt x="14937" y="168070"/>
                  </a:lnTo>
                  <a:lnTo>
                    <a:pt x="14400" y="169037"/>
                  </a:lnTo>
                  <a:lnTo>
                    <a:pt x="13863" y="170004"/>
                  </a:lnTo>
                  <a:lnTo>
                    <a:pt x="13111" y="170971"/>
                  </a:lnTo>
                  <a:lnTo>
                    <a:pt x="12143" y="171938"/>
                  </a:lnTo>
                  <a:lnTo>
                    <a:pt x="10961" y="172906"/>
                  </a:lnTo>
                  <a:lnTo>
                    <a:pt x="9672" y="173658"/>
                  </a:lnTo>
                  <a:lnTo>
                    <a:pt x="7953" y="174303"/>
                  </a:lnTo>
                  <a:lnTo>
                    <a:pt x="6126" y="174840"/>
                  </a:lnTo>
                  <a:lnTo>
                    <a:pt x="3976" y="175162"/>
                  </a:lnTo>
                  <a:lnTo>
                    <a:pt x="1397" y="175270"/>
                  </a:lnTo>
                  <a:lnTo>
                    <a:pt x="860" y="175377"/>
                  </a:lnTo>
                  <a:lnTo>
                    <a:pt x="430" y="175377"/>
                  </a:lnTo>
                  <a:lnTo>
                    <a:pt x="215" y="175592"/>
                  </a:lnTo>
                  <a:lnTo>
                    <a:pt x="0" y="175807"/>
                  </a:lnTo>
                  <a:lnTo>
                    <a:pt x="0" y="176022"/>
                  </a:lnTo>
                  <a:lnTo>
                    <a:pt x="0" y="176237"/>
                  </a:lnTo>
                  <a:lnTo>
                    <a:pt x="215" y="176774"/>
                  </a:lnTo>
                  <a:lnTo>
                    <a:pt x="538" y="177312"/>
                  </a:lnTo>
                  <a:lnTo>
                    <a:pt x="968" y="177849"/>
                  </a:lnTo>
                  <a:lnTo>
                    <a:pt x="1397" y="178279"/>
                  </a:lnTo>
                  <a:lnTo>
                    <a:pt x="42233" y="178279"/>
                  </a:lnTo>
                  <a:lnTo>
                    <a:pt x="42662" y="177849"/>
                  </a:lnTo>
                  <a:lnTo>
                    <a:pt x="43092" y="177312"/>
                  </a:lnTo>
                  <a:lnTo>
                    <a:pt x="43415" y="176774"/>
                  </a:lnTo>
                  <a:lnTo>
                    <a:pt x="43630" y="176237"/>
                  </a:lnTo>
                  <a:lnTo>
                    <a:pt x="43630" y="176022"/>
                  </a:lnTo>
                  <a:lnTo>
                    <a:pt x="43630" y="175807"/>
                  </a:lnTo>
                  <a:lnTo>
                    <a:pt x="43415" y="175592"/>
                  </a:lnTo>
                  <a:lnTo>
                    <a:pt x="43200" y="175377"/>
                  </a:lnTo>
                  <a:lnTo>
                    <a:pt x="42770" y="175377"/>
                  </a:lnTo>
                  <a:lnTo>
                    <a:pt x="42233" y="175270"/>
                  </a:lnTo>
                  <a:lnTo>
                    <a:pt x="39654" y="175162"/>
                  </a:lnTo>
                  <a:lnTo>
                    <a:pt x="37504" y="174840"/>
                  </a:lnTo>
                  <a:lnTo>
                    <a:pt x="35678" y="174303"/>
                  </a:lnTo>
                  <a:lnTo>
                    <a:pt x="33958" y="173658"/>
                  </a:lnTo>
                  <a:lnTo>
                    <a:pt x="32669" y="172906"/>
                  </a:lnTo>
                  <a:lnTo>
                    <a:pt x="31487" y="171938"/>
                  </a:lnTo>
                  <a:lnTo>
                    <a:pt x="30519" y="170971"/>
                  </a:lnTo>
                  <a:lnTo>
                    <a:pt x="29767" y="170004"/>
                  </a:lnTo>
                  <a:lnTo>
                    <a:pt x="29230" y="169037"/>
                  </a:lnTo>
                  <a:lnTo>
                    <a:pt x="28693" y="168070"/>
                  </a:lnTo>
                  <a:lnTo>
                    <a:pt x="28370" y="167210"/>
                  </a:lnTo>
                  <a:lnTo>
                    <a:pt x="28155" y="166458"/>
                  </a:lnTo>
                  <a:lnTo>
                    <a:pt x="27940" y="165276"/>
                  </a:lnTo>
                  <a:lnTo>
                    <a:pt x="27940" y="164739"/>
                  </a:lnTo>
                  <a:lnTo>
                    <a:pt x="27940" y="72214"/>
                  </a:lnTo>
                  <a:lnTo>
                    <a:pt x="29230" y="72107"/>
                  </a:lnTo>
                  <a:lnTo>
                    <a:pt x="30304" y="71784"/>
                  </a:lnTo>
                  <a:lnTo>
                    <a:pt x="31379" y="71140"/>
                  </a:lnTo>
                  <a:lnTo>
                    <a:pt x="32346" y="70387"/>
                  </a:lnTo>
                  <a:lnTo>
                    <a:pt x="33098" y="69528"/>
                  </a:lnTo>
                  <a:lnTo>
                    <a:pt x="33636" y="68453"/>
                  </a:lnTo>
                  <a:lnTo>
                    <a:pt x="33958" y="67271"/>
                  </a:lnTo>
                  <a:lnTo>
                    <a:pt x="34066" y="66089"/>
                  </a:lnTo>
                  <a:lnTo>
                    <a:pt x="33958" y="64799"/>
                  </a:lnTo>
                  <a:lnTo>
                    <a:pt x="33636" y="63725"/>
                  </a:lnTo>
                  <a:lnTo>
                    <a:pt x="33098" y="62650"/>
                  </a:lnTo>
                  <a:lnTo>
                    <a:pt x="32346" y="61683"/>
                  </a:lnTo>
                  <a:lnTo>
                    <a:pt x="31379" y="61038"/>
                  </a:lnTo>
                  <a:lnTo>
                    <a:pt x="30304" y="60393"/>
                  </a:lnTo>
                  <a:lnTo>
                    <a:pt x="29230" y="60071"/>
                  </a:lnTo>
                  <a:lnTo>
                    <a:pt x="27940" y="59964"/>
                  </a:lnTo>
                  <a:lnTo>
                    <a:pt x="27940" y="30734"/>
                  </a:lnTo>
                  <a:lnTo>
                    <a:pt x="28048" y="28585"/>
                  </a:lnTo>
                  <a:lnTo>
                    <a:pt x="28155" y="26543"/>
                  </a:lnTo>
                  <a:lnTo>
                    <a:pt x="28263" y="24824"/>
                  </a:lnTo>
                  <a:lnTo>
                    <a:pt x="28585" y="23212"/>
                  </a:lnTo>
                  <a:lnTo>
                    <a:pt x="29122" y="20418"/>
                  </a:lnTo>
                  <a:lnTo>
                    <a:pt x="29552" y="17946"/>
                  </a:lnTo>
                  <a:lnTo>
                    <a:pt x="29875" y="15797"/>
                  </a:lnTo>
                  <a:lnTo>
                    <a:pt x="29982" y="14830"/>
                  </a:lnTo>
                  <a:lnTo>
                    <a:pt x="29982" y="13863"/>
                  </a:lnTo>
                  <a:lnTo>
                    <a:pt x="29767" y="12895"/>
                  </a:lnTo>
                  <a:lnTo>
                    <a:pt x="29445" y="11821"/>
                  </a:lnTo>
                  <a:lnTo>
                    <a:pt x="29015" y="10746"/>
                  </a:lnTo>
                  <a:lnTo>
                    <a:pt x="28478" y="9672"/>
                  </a:lnTo>
                  <a:lnTo>
                    <a:pt x="23212" y="752"/>
                  </a:lnTo>
                  <a:lnTo>
                    <a:pt x="22890" y="430"/>
                  </a:lnTo>
                  <a:lnTo>
                    <a:pt x="22567" y="215"/>
                  </a:lnTo>
                  <a:lnTo>
                    <a:pt x="222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5"/>
            <p:cNvSpPr/>
            <p:nvPr/>
          </p:nvSpPr>
          <p:spPr>
            <a:xfrm>
              <a:off x="519000" y="541700"/>
              <a:ext cx="3051900" cy="3218500"/>
            </a:xfrm>
            <a:custGeom>
              <a:avLst/>
              <a:gdLst/>
              <a:ahLst/>
              <a:cxnLst/>
              <a:rect l="l" t="t" r="r" b="b"/>
              <a:pathLst>
                <a:path w="122076" h="128740" extrusionOk="0">
                  <a:moveTo>
                    <a:pt x="46423" y="17624"/>
                  </a:moveTo>
                  <a:lnTo>
                    <a:pt x="46961" y="17839"/>
                  </a:lnTo>
                  <a:lnTo>
                    <a:pt x="47498" y="18161"/>
                  </a:lnTo>
                  <a:lnTo>
                    <a:pt x="48035" y="18484"/>
                  </a:lnTo>
                  <a:lnTo>
                    <a:pt x="48358" y="19021"/>
                  </a:lnTo>
                  <a:lnTo>
                    <a:pt x="48680" y="19558"/>
                  </a:lnTo>
                  <a:lnTo>
                    <a:pt x="48895" y="20095"/>
                  </a:lnTo>
                  <a:lnTo>
                    <a:pt x="48895" y="20740"/>
                  </a:lnTo>
                  <a:lnTo>
                    <a:pt x="48895" y="21600"/>
                  </a:lnTo>
                  <a:lnTo>
                    <a:pt x="48572" y="22245"/>
                  </a:lnTo>
                  <a:lnTo>
                    <a:pt x="48143" y="22889"/>
                  </a:lnTo>
                  <a:lnTo>
                    <a:pt x="47605" y="23427"/>
                  </a:lnTo>
                  <a:lnTo>
                    <a:pt x="46961" y="22352"/>
                  </a:lnTo>
                  <a:lnTo>
                    <a:pt x="46638" y="21922"/>
                  </a:lnTo>
                  <a:lnTo>
                    <a:pt x="46101" y="21707"/>
                  </a:lnTo>
                  <a:lnTo>
                    <a:pt x="45564" y="21707"/>
                  </a:lnTo>
                  <a:lnTo>
                    <a:pt x="45026" y="21815"/>
                  </a:lnTo>
                  <a:lnTo>
                    <a:pt x="44059" y="23534"/>
                  </a:lnTo>
                  <a:lnTo>
                    <a:pt x="43414" y="22997"/>
                  </a:lnTo>
                  <a:lnTo>
                    <a:pt x="42984" y="22352"/>
                  </a:lnTo>
                  <a:lnTo>
                    <a:pt x="42662" y="21600"/>
                  </a:lnTo>
                  <a:lnTo>
                    <a:pt x="42555" y="20740"/>
                  </a:lnTo>
                  <a:lnTo>
                    <a:pt x="42662" y="20095"/>
                  </a:lnTo>
                  <a:lnTo>
                    <a:pt x="42770" y="19558"/>
                  </a:lnTo>
                  <a:lnTo>
                    <a:pt x="43092" y="19021"/>
                  </a:lnTo>
                  <a:lnTo>
                    <a:pt x="43522" y="18484"/>
                  </a:lnTo>
                  <a:lnTo>
                    <a:pt x="43952" y="18161"/>
                  </a:lnTo>
                  <a:lnTo>
                    <a:pt x="44489" y="17839"/>
                  </a:lnTo>
                  <a:lnTo>
                    <a:pt x="45134" y="17624"/>
                  </a:lnTo>
                  <a:close/>
                  <a:moveTo>
                    <a:pt x="44704" y="29122"/>
                  </a:moveTo>
                  <a:lnTo>
                    <a:pt x="45886" y="30197"/>
                  </a:lnTo>
                  <a:lnTo>
                    <a:pt x="47068" y="31271"/>
                  </a:lnTo>
                  <a:lnTo>
                    <a:pt x="48465" y="32346"/>
                  </a:lnTo>
                  <a:lnTo>
                    <a:pt x="49969" y="33421"/>
                  </a:lnTo>
                  <a:lnTo>
                    <a:pt x="89085" y="103593"/>
                  </a:lnTo>
                  <a:lnTo>
                    <a:pt x="3224" y="103593"/>
                  </a:lnTo>
                  <a:lnTo>
                    <a:pt x="44704" y="29122"/>
                  </a:lnTo>
                  <a:close/>
                  <a:moveTo>
                    <a:pt x="104237" y="0"/>
                  </a:moveTo>
                  <a:lnTo>
                    <a:pt x="102625" y="215"/>
                  </a:lnTo>
                  <a:lnTo>
                    <a:pt x="100906" y="430"/>
                  </a:lnTo>
                  <a:lnTo>
                    <a:pt x="99079" y="860"/>
                  </a:lnTo>
                  <a:lnTo>
                    <a:pt x="98005" y="1182"/>
                  </a:lnTo>
                  <a:lnTo>
                    <a:pt x="96823" y="1612"/>
                  </a:lnTo>
                  <a:lnTo>
                    <a:pt x="95748" y="2042"/>
                  </a:lnTo>
                  <a:lnTo>
                    <a:pt x="94673" y="2579"/>
                  </a:lnTo>
                  <a:lnTo>
                    <a:pt x="92417" y="3869"/>
                  </a:lnTo>
                  <a:lnTo>
                    <a:pt x="90267" y="5373"/>
                  </a:lnTo>
                  <a:lnTo>
                    <a:pt x="88118" y="6985"/>
                  </a:lnTo>
                  <a:lnTo>
                    <a:pt x="86076" y="8812"/>
                  </a:lnTo>
                  <a:lnTo>
                    <a:pt x="81778" y="12681"/>
                  </a:lnTo>
                  <a:lnTo>
                    <a:pt x="79306" y="14937"/>
                  </a:lnTo>
                  <a:lnTo>
                    <a:pt x="76727" y="17194"/>
                  </a:lnTo>
                  <a:lnTo>
                    <a:pt x="74256" y="19236"/>
                  </a:lnTo>
                  <a:lnTo>
                    <a:pt x="71677" y="21170"/>
                  </a:lnTo>
                  <a:lnTo>
                    <a:pt x="70387" y="21922"/>
                  </a:lnTo>
                  <a:lnTo>
                    <a:pt x="69098" y="22675"/>
                  </a:lnTo>
                  <a:lnTo>
                    <a:pt x="67915" y="23427"/>
                  </a:lnTo>
                  <a:lnTo>
                    <a:pt x="66626" y="23964"/>
                  </a:lnTo>
                  <a:lnTo>
                    <a:pt x="65336" y="24394"/>
                  </a:lnTo>
                  <a:lnTo>
                    <a:pt x="64047" y="24716"/>
                  </a:lnTo>
                  <a:lnTo>
                    <a:pt x="62757" y="24931"/>
                  </a:lnTo>
                  <a:lnTo>
                    <a:pt x="61468" y="25039"/>
                  </a:lnTo>
                  <a:lnTo>
                    <a:pt x="60608" y="24931"/>
                  </a:lnTo>
                  <a:lnTo>
                    <a:pt x="59748" y="24824"/>
                  </a:lnTo>
                  <a:lnTo>
                    <a:pt x="58889" y="24501"/>
                  </a:lnTo>
                  <a:lnTo>
                    <a:pt x="58029" y="24072"/>
                  </a:lnTo>
                  <a:lnTo>
                    <a:pt x="57169" y="23642"/>
                  </a:lnTo>
                  <a:lnTo>
                    <a:pt x="56417" y="23212"/>
                  </a:lnTo>
                  <a:lnTo>
                    <a:pt x="54913" y="22030"/>
                  </a:lnTo>
                  <a:lnTo>
                    <a:pt x="53516" y="20740"/>
                  </a:lnTo>
                  <a:lnTo>
                    <a:pt x="52441" y="19558"/>
                  </a:lnTo>
                  <a:lnTo>
                    <a:pt x="51474" y="18376"/>
                  </a:lnTo>
                  <a:lnTo>
                    <a:pt x="50829" y="17516"/>
                  </a:lnTo>
                  <a:lnTo>
                    <a:pt x="50077" y="16549"/>
                  </a:lnTo>
                  <a:lnTo>
                    <a:pt x="49217" y="15797"/>
                  </a:lnTo>
                  <a:lnTo>
                    <a:pt x="48143" y="15260"/>
                  </a:lnTo>
                  <a:lnTo>
                    <a:pt x="47068" y="14830"/>
                  </a:lnTo>
                  <a:lnTo>
                    <a:pt x="45886" y="14722"/>
                  </a:lnTo>
                  <a:lnTo>
                    <a:pt x="44704" y="14830"/>
                  </a:lnTo>
                  <a:lnTo>
                    <a:pt x="43629" y="15152"/>
                  </a:lnTo>
                  <a:lnTo>
                    <a:pt x="42555" y="15690"/>
                  </a:lnTo>
                  <a:lnTo>
                    <a:pt x="41587" y="16442"/>
                  </a:lnTo>
                  <a:lnTo>
                    <a:pt x="40835" y="17301"/>
                  </a:lnTo>
                  <a:lnTo>
                    <a:pt x="40190" y="18376"/>
                  </a:lnTo>
                  <a:lnTo>
                    <a:pt x="39868" y="19451"/>
                  </a:lnTo>
                  <a:lnTo>
                    <a:pt x="39761" y="20633"/>
                  </a:lnTo>
                  <a:lnTo>
                    <a:pt x="39761" y="21815"/>
                  </a:lnTo>
                  <a:lnTo>
                    <a:pt x="40083" y="22889"/>
                  </a:lnTo>
                  <a:lnTo>
                    <a:pt x="40620" y="24072"/>
                  </a:lnTo>
                  <a:lnTo>
                    <a:pt x="41265" y="24931"/>
                  </a:lnTo>
                  <a:lnTo>
                    <a:pt x="42447" y="26436"/>
                  </a:lnTo>
                  <a:lnTo>
                    <a:pt x="31701" y="45779"/>
                  </a:lnTo>
                  <a:lnTo>
                    <a:pt x="17624" y="71462"/>
                  </a:lnTo>
                  <a:lnTo>
                    <a:pt x="0" y="103593"/>
                  </a:lnTo>
                  <a:lnTo>
                    <a:pt x="0" y="110363"/>
                  </a:lnTo>
                  <a:lnTo>
                    <a:pt x="6770" y="110363"/>
                  </a:lnTo>
                  <a:lnTo>
                    <a:pt x="9134" y="112190"/>
                  </a:lnTo>
                  <a:lnTo>
                    <a:pt x="11498" y="114017"/>
                  </a:lnTo>
                  <a:lnTo>
                    <a:pt x="14077" y="115629"/>
                  </a:lnTo>
                  <a:lnTo>
                    <a:pt x="16656" y="117241"/>
                  </a:lnTo>
                  <a:lnTo>
                    <a:pt x="19343" y="118638"/>
                  </a:lnTo>
                  <a:lnTo>
                    <a:pt x="22137" y="119927"/>
                  </a:lnTo>
                  <a:lnTo>
                    <a:pt x="24931" y="121002"/>
                  </a:lnTo>
                  <a:lnTo>
                    <a:pt x="27832" y="122076"/>
                  </a:lnTo>
                  <a:lnTo>
                    <a:pt x="27832" y="128739"/>
                  </a:lnTo>
                  <a:lnTo>
                    <a:pt x="64477" y="128739"/>
                  </a:lnTo>
                  <a:lnTo>
                    <a:pt x="64477" y="122076"/>
                  </a:lnTo>
                  <a:lnTo>
                    <a:pt x="67378" y="121002"/>
                  </a:lnTo>
                  <a:lnTo>
                    <a:pt x="70172" y="119927"/>
                  </a:lnTo>
                  <a:lnTo>
                    <a:pt x="72966" y="118638"/>
                  </a:lnTo>
                  <a:lnTo>
                    <a:pt x="75653" y="117241"/>
                  </a:lnTo>
                  <a:lnTo>
                    <a:pt x="78232" y="115629"/>
                  </a:lnTo>
                  <a:lnTo>
                    <a:pt x="80703" y="114017"/>
                  </a:lnTo>
                  <a:lnTo>
                    <a:pt x="83175" y="112190"/>
                  </a:lnTo>
                  <a:lnTo>
                    <a:pt x="85432" y="110363"/>
                  </a:lnTo>
                  <a:lnTo>
                    <a:pt x="92202" y="110363"/>
                  </a:lnTo>
                  <a:lnTo>
                    <a:pt x="92202" y="103593"/>
                  </a:lnTo>
                  <a:lnTo>
                    <a:pt x="54483" y="35785"/>
                  </a:lnTo>
                  <a:lnTo>
                    <a:pt x="56095" y="36322"/>
                  </a:lnTo>
                  <a:lnTo>
                    <a:pt x="57814" y="36752"/>
                  </a:lnTo>
                  <a:lnTo>
                    <a:pt x="59641" y="36967"/>
                  </a:lnTo>
                  <a:lnTo>
                    <a:pt x="61468" y="37074"/>
                  </a:lnTo>
                  <a:lnTo>
                    <a:pt x="63617" y="36967"/>
                  </a:lnTo>
                  <a:lnTo>
                    <a:pt x="65659" y="36752"/>
                  </a:lnTo>
                  <a:lnTo>
                    <a:pt x="67701" y="36322"/>
                  </a:lnTo>
                  <a:lnTo>
                    <a:pt x="69635" y="35677"/>
                  </a:lnTo>
                  <a:lnTo>
                    <a:pt x="71569" y="34925"/>
                  </a:lnTo>
                  <a:lnTo>
                    <a:pt x="73503" y="34173"/>
                  </a:lnTo>
                  <a:lnTo>
                    <a:pt x="75223" y="33098"/>
                  </a:lnTo>
                  <a:lnTo>
                    <a:pt x="77050" y="32131"/>
                  </a:lnTo>
                  <a:lnTo>
                    <a:pt x="78769" y="30949"/>
                  </a:lnTo>
                  <a:lnTo>
                    <a:pt x="80488" y="29660"/>
                  </a:lnTo>
                  <a:lnTo>
                    <a:pt x="83712" y="27080"/>
                  </a:lnTo>
                  <a:lnTo>
                    <a:pt x="86936" y="24286"/>
                  </a:lnTo>
                  <a:lnTo>
                    <a:pt x="89945" y="21600"/>
                  </a:lnTo>
                  <a:lnTo>
                    <a:pt x="93276" y="18591"/>
                  </a:lnTo>
                  <a:lnTo>
                    <a:pt x="94888" y="17194"/>
                  </a:lnTo>
                  <a:lnTo>
                    <a:pt x="96500" y="15904"/>
                  </a:lnTo>
                  <a:lnTo>
                    <a:pt x="98005" y="14722"/>
                  </a:lnTo>
                  <a:lnTo>
                    <a:pt x="99402" y="13755"/>
                  </a:lnTo>
                  <a:lnTo>
                    <a:pt x="100799" y="13003"/>
                  </a:lnTo>
                  <a:lnTo>
                    <a:pt x="102088" y="12573"/>
                  </a:lnTo>
                  <a:lnTo>
                    <a:pt x="104022" y="12251"/>
                  </a:lnTo>
                  <a:lnTo>
                    <a:pt x="105742" y="12143"/>
                  </a:lnTo>
                  <a:lnTo>
                    <a:pt x="107354" y="12251"/>
                  </a:lnTo>
                  <a:lnTo>
                    <a:pt x="108966" y="12466"/>
                  </a:lnTo>
                  <a:lnTo>
                    <a:pt x="110363" y="13003"/>
                  </a:lnTo>
                  <a:lnTo>
                    <a:pt x="111867" y="13648"/>
                  </a:lnTo>
                  <a:lnTo>
                    <a:pt x="114984" y="15367"/>
                  </a:lnTo>
                  <a:lnTo>
                    <a:pt x="118315" y="17087"/>
                  </a:lnTo>
                  <a:lnTo>
                    <a:pt x="120142" y="17946"/>
                  </a:lnTo>
                  <a:lnTo>
                    <a:pt x="122076" y="18806"/>
                  </a:lnTo>
                  <a:lnTo>
                    <a:pt x="122076" y="18591"/>
                  </a:lnTo>
                  <a:lnTo>
                    <a:pt x="121968" y="15260"/>
                  </a:lnTo>
                  <a:lnTo>
                    <a:pt x="121646" y="12573"/>
                  </a:lnTo>
                  <a:lnTo>
                    <a:pt x="121216" y="10102"/>
                  </a:lnTo>
                  <a:lnTo>
                    <a:pt x="120786" y="8060"/>
                  </a:lnTo>
                  <a:lnTo>
                    <a:pt x="120464" y="6233"/>
                  </a:lnTo>
                  <a:lnTo>
                    <a:pt x="120142" y="4406"/>
                  </a:lnTo>
                  <a:lnTo>
                    <a:pt x="118207" y="3331"/>
                  </a:lnTo>
                  <a:lnTo>
                    <a:pt x="116166" y="2364"/>
                  </a:lnTo>
                  <a:lnTo>
                    <a:pt x="113801" y="1397"/>
                  </a:lnTo>
                  <a:lnTo>
                    <a:pt x="112619" y="967"/>
                  </a:lnTo>
                  <a:lnTo>
                    <a:pt x="111437" y="645"/>
                  </a:lnTo>
                  <a:lnTo>
                    <a:pt x="110040" y="430"/>
                  </a:lnTo>
                  <a:lnTo>
                    <a:pt x="108751" y="215"/>
                  </a:lnTo>
                  <a:lnTo>
                    <a:pt x="1072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5"/>
            <p:cNvSpPr/>
            <p:nvPr/>
          </p:nvSpPr>
          <p:spPr>
            <a:xfrm>
              <a:off x="4049100" y="541700"/>
              <a:ext cx="3051900" cy="3218500"/>
            </a:xfrm>
            <a:custGeom>
              <a:avLst/>
              <a:gdLst/>
              <a:ahLst/>
              <a:cxnLst/>
              <a:rect l="l" t="t" r="r" b="b"/>
              <a:pathLst>
                <a:path w="122076" h="128740" extrusionOk="0">
                  <a:moveTo>
                    <a:pt x="76942" y="17624"/>
                  </a:moveTo>
                  <a:lnTo>
                    <a:pt x="77587" y="17839"/>
                  </a:lnTo>
                  <a:lnTo>
                    <a:pt x="78124" y="18161"/>
                  </a:lnTo>
                  <a:lnTo>
                    <a:pt x="78554" y="18484"/>
                  </a:lnTo>
                  <a:lnTo>
                    <a:pt x="78984" y="19021"/>
                  </a:lnTo>
                  <a:lnTo>
                    <a:pt x="79306" y="19558"/>
                  </a:lnTo>
                  <a:lnTo>
                    <a:pt x="79414" y="20095"/>
                  </a:lnTo>
                  <a:lnTo>
                    <a:pt x="79521" y="20740"/>
                  </a:lnTo>
                  <a:lnTo>
                    <a:pt x="79414" y="21600"/>
                  </a:lnTo>
                  <a:lnTo>
                    <a:pt x="79092" y="22352"/>
                  </a:lnTo>
                  <a:lnTo>
                    <a:pt x="78662" y="22997"/>
                  </a:lnTo>
                  <a:lnTo>
                    <a:pt x="78017" y="23534"/>
                  </a:lnTo>
                  <a:lnTo>
                    <a:pt x="77050" y="21815"/>
                  </a:lnTo>
                  <a:lnTo>
                    <a:pt x="76512" y="21707"/>
                  </a:lnTo>
                  <a:lnTo>
                    <a:pt x="75975" y="21707"/>
                  </a:lnTo>
                  <a:lnTo>
                    <a:pt x="75438" y="21922"/>
                  </a:lnTo>
                  <a:lnTo>
                    <a:pt x="75115" y="22352"/>
                  </a:lnTo>
                  <a:lnTo>
                    <a:pt x="74471" y="23427"/>
                  </a:lnTo>
                  <a:lnTo>
                    <a:pt x="73933" y="22889"/>
                  </a:lnTo>
                  <a:lnTo>
                    <a:pt x="73504" y="22245"/>
                  </a:lnTo>
                  <a:lnTo>
                    <a:pt x="73181" y="21600"/>
                  </a:lnTo>
                  <a:lnTo>
                    <a:pt x="73181" y="20740"/>
                  </a:lnTo>
                  <a:lnTo>
                    <a:pt x="73181" y="20095"/>
                  </a:lnTo>
                  <a:lnTo>
                    <a:pt x="73396" y="19558"/>
                  </a:lnTo>
                  <a:lnTo>
                    <a:pt x="73718" y="19021"/>
                  </a:lnTo>
                  <a:lnTo>
                    <a:pt x="74041" y="18484"/>
                  </a:lnTo>
                  <a:lnTo>
                    <a:pt x="74578" y="18161"/>
                  </a:lnTo>
                  <a:lnTo>
                    <a:pt x="75115" y="17839"/>
                  </a:lnTo>
                  <a:lnTo>
                    <a:pt x="75653" y="17624"/>
                  </a:lnTo>
                  <a:close/>
                  <a:moveTo>
                    <a:pt x="77372" y="29122"/>
                  </a:moveTo>
                  <a:lnTo>
                    <a:pt x="118852" y="103593"/>
                  </a:lnTo>
                  <a:lnTo>
                    <a:pt x="32991" y="103593"/>
                  </a:lnTo>
                  <a:lnTo>
                    <a:pt x="72107" y="33421"/>
                  </a:lnTo>
                  <a:lnTo>
                    <a:pt x="73611" y="32346"/>
                  </a:lnTo>
                  <a:lnTo>
                    <a:pt x="75008" y="31271"/>
                  </a:lnTo>
                  <a:lnTo>
                    <a:pt x="76190" y="30197"/>
                  </a:lnTo>
                  <a:lnTo>
                    <a:pt x="77372" y="29122"/>
                  </a:lnTo>
                  <a:close/>
                  <a:moveTo>
                    <a:pt x="14830" y="0"/>
                  </a:moveTo>
                  <a:lnTo>
                    <a:pt x="13325" y="215"/>
                  </a:lnTo>
                  <a:lnTo>
                    <a:pt x="12036" y="430"/>
                  </a:lnTo>
                  <a:lnTo>
                    <a:pt x="10639" y="645"/>
                  </a:lnTo>
                  <a:lnTo>
                    <a:pt x="9457" y="967"/>
                  </a:lnTo>
                  <a:lnTo>
                    <a:pt x="8275" y="1397"/>
                  </a:lnTo>
                  <a:lnTo>
                    <a:pt x="6018" y="2364"/>
                  </a:lnTo>
                  <a:lnTo>
                    <a:pt x="3869" y="3331"/>
                  </a:lnTo>
                  <a:lnTo>
                    <a:pt x="1934" y="4406"/>
                  </a:lnTo>
                  <a:lnTo>
                    <a:pt x="1612" y="6233"/>
                  </a:lnTo>
                  <a:lnTo>
                    <a:pt x="1290" y="8060"/>
                  </a:lnTo>
                  <a:lnTo>
                    <a:pt x="860" y="10102"/>
                  </a:lnTo>
                  <a:lnTo>
                    <a:pt x="430" y="12573"/>
                  </a:lnTo>
                  <a:lnTo>
                    <a:pt x="108" y="15260"/>
                  </a:lnTo>
                  <a:lnTo>
                    <a:pt x="0" y="18591"/>
                  </a:lnTo>
                  <a:lnTo>
                    <a:pt x="0" y="18806"/>
                  </a:lnTo>
                  <a:lnTo>
                    <a:pt x="1934" y="17946"/>
                  </a:lnTo>
                  <a:lnTo>
                    <a:pt x="3761" y="17087"/>
                  </a:lnTo>
                  <a:lnTo>
                    <a:pt x="7092" y="15367"/>
                  </a:lnTo>
                  <a:lnTo>
                    <a:pt x="10209" y="13648"/>
                  </a:lnTo>
                  <a:lnTo>
                    <a:pt x="11713" y="13003"/>
                  </a:lnTo>
                  <a:lnTo>
                    <a:pt x="13110" y="12466"/>
                  </a:lnTo>
                  <a:lnTo>
                    <a:pt x="14722" y="12251"/>
                  </a:lnTo>
                  <a:lnTo>
                    <a:pt x="16334" y="12143"/>
                  </a:lnTo>
                  <a:lnTo>
                    <a:pt x="18054" y="12251"/>
                  </a:lnTo>
                  <a:lnTo>
                    <a:pt x="19988" y="12573"/>
                  </a:lnTo>
                  <a:lnTo>
                    <a:pt x="21277" y="13003"/>
                  </a:lnTo>
                  <a:lnTo>
                    <a:pt x="22674" y="13755"/>
                  </a:lnTo>
                  <a:lnTo>
                    <a:pt x="24071" y="14722"/>
                  </a:lnTo>
                  <a:lnTo>
                    <a:pt x="25576" y="15904"/>
                  </a:lnTo>
                  <a:lnTo>
                    <a:pt x="27188" y="17194"/>
                  </a:lnTo>
                  <a:lnTo>
                    <a:pt x="28800" y="18591"/>
                  </a:lnTo>
                  <a:lnTo>
                    <a:pt x="32131" y="21600"/>
                  </a:lnTo>
                  <a:lnTo>
                    <a:pt x="35140" y="24286"/>
                  </a:lnTo>
                  <a:lnTo>
                    <a:pt x="38364" y="27080"/>
                  </a:lnTo>
                  <a:lnTo>
                    <a:pt x="41588" y="29660"/>
                  </a:lnTo>
                  <a:lnTo>
                    <a:pt x="43307" y="30949"/>
                  </a:lnTo>
                  <a:lnTo>
                    <a:pt x="45026" y="32131"/>
                  </a:lnTo>
                  <a:lnTo>
                    <a:pt x="46853" y="33098"/>
                  </a:lnTo>
                  <a:lnTo>
                    <a:pt x="48573" y="34173"/>
                  </a:lnTo>
                  <a:lnTo>
                    <a:pt x="50507" y="34925"/>
                  </a:lnTo>
                  <a:lnTo>
                    <a:pt x="52441" y="35677"/>
                  </a:lnTo>
                  <a:lnTo>
                    <a:pt x="54375" y="36322"/>
                  </a:lnTo>
                  <a:lnTo>
                    <a:pt x="56417" y="36752"/>
                  </a:lnTo>
                  <a:lnTo>
                    <a:pt x="58459" y="36967"/>
                  </a:lnTo>
                  <a:lnTo>
                    <a:pt x="60608" y="37074"/>
                  </a:lnTo>
                  <a:lnTo>
                    <a:pt x="62435" y="36967"/>
                  </a:lnTo>
                  <a:lnTo>
                    <a:pt x="64262" y="36752"/>
                  </a:lnTo>
                  <a:lnTo>
                    <a:pt x="65981" y="36322"/>
                  </a:lnTo>
                  <a:lnTo>
                    <a:pt x="67593" y="35785"/>
                  </a:lnTo>
                  <a:lnTo>
                    <a:pt x="29874" y="103593"/>
                  </a:lnTo>
                  <a:lnTo>
                    <a:pt x="29874" y="110363"/>
                  </a:lnTo>
                  <a:lnTo>
                    <a:pt x="36644" y="110363"/>
                  </a:lnTo>
                  <a:lnTo>
                    <a:pt x="38901" y="112190"/>
                  </a:lnTo>
                  <a:lnTo>
                    <a:pt x="41373" y="114017"/>
                  </a:lnTo>
                  <a:lnTo>
                    <a:pt x="43844" y="115629"/>
                  </a:lnTo>
                  <a:lnTo>
                    <a:pt x="46423" y="117241"/>
                  </a:lnTo>
                  <a:lnTo>
                    <a:pt x="49110" y="118638"/>
                  </a:lnTo>
                  <a:lnTo>
                    <a:pt x="51904" y="119927"/>
                  </a:lnTo>
                  <a:lnTo>
                    <a:pt x="54698" y="121002"/>
                  </a:lnTo>
                  <a:lnTo>
                    <a:pt x="57599" y="122076"/>
                  </a:lnTo>
                  <a:lnTo>
                    <a:pt x="57599" y="128739"/>
                  </a:lnTo>
                  <a:lnTo>
                    <a:pt x="94244" y="128739"/>
                  </a:lnTo>
                  <a:lnTo>
                    <a:pt x="94244" y="122076"/>
                  </a:lnTo>
                  <a:lnTo>
                    <a:pt x="97145" y="121002"/>
                  </a:lnTo>
                  <a:lnTo>
                    <a:pt x="99939" y="119927"/>
                  </a:lnTo>
                  <a:lnTo>
                    <a:pt x="102733" y="118638"/>
                  </a:lnTo>
                  <a:lnTo>
                    <a:pt x="105420" y="117241"/>
                  </a:lnTo>
                  <a:lnTo>
                    <a:pt x="107999" y="115629"/>
                  </a:lnTo>
                  <a:lnTo>
                    <a:pt x="110578" y="114017"/>
                  </a:lnTo>
                  <a:lnTo>
                    <a:pt x="112942" y="112190"/>
                  </a:lnTo>
                  <a:lnTo>
                    <a:pt x="115306" y="110363"/>
                  </a:lnTo>
                  <a:lnTo>
                    <a:pt x="122076" y="110363"/>
                  </a:lnTo>
                  <a:lnTo>
                    <a:pt x="122076" y="103593"/>
                  </a:lnTo>
                  <a:lnTo>
                    <a:pt x="104452" y="71462"/>
                  </a:lnTo>
                  <a:lnTo>
                    <a:pt x="90375" y="45779"/>
                  </a:lnTo>
                  <a:lnTo>
                    <a:pt x="79629" y="26436"/>
                  </a:lnTo>
                  <a:lnTo>
                    <a:pt x="80811" y="24931"/>
                  </a:lnTo>
                  <a:lnTo>
                    <a:pt x="81456" y="24072"/>
                  </a:lnTo>
                  <a:lnTo>
                    <a:pt x="81993" y="22889"/>
                  </a:lnTo>
                  <a:lnTo>
                    <a:pt x="82315" y="21815"/>
                  </a:lnTo>
                  <a:lnTo>
                    <a:pt x="82315" y="20633"/>
                  </a:lnTo>
                  <a:lnTo>
                    <a:pt x="82208" y="19451"/>
                  </a:lnTo>
                  <a:lnTo>
                    <a:pt x="81886" y="18376"/>
                  </a:lnTo>
                  <a:lnTo>
                    <a:pt x="81241" y="17301"/>
                  </a:lnTo>
                  <a:lnTo>
                    <a:pt x="80489" y="16442"/>
                  </a:lnTo>
                  <a:lnTo>
                    <a:pt x="79521" y="15690"/>
                  </a:lnTo>
                  <a:lnTo>
                    <a:pt x="78447" y="15152"/>
                  </a:lnTo>
                  <a:lnTo>
                    <a:pt x="77372" y="14830"/>
                  </a:lnTo>
                  <a:lnTo>
                    <a:pt x="76190" y="14722"/>
                  </a:lnTo>
                  <a:lnTo>
                    <a:pt x="75008" y="14830"/>
                  </a:lnTo>
                  <a:lnTo>
                    <a:pt x="73933" y="15260"/>
                  </a:lnTo>
                  <a:lnTo>
                    <a:pt x="72859" y="15797"/>
                  </a:lnTo>
                  <a:lnTo>
                    <a:pt x="71999" y="16549"/>
                  </a:lnTo>
                  <a:lnTo>
                    <a:pt x="71247" y="17516"/>
                  </a:lnTo>
                  <a:lnTo>
                    <a:pt x="70602" y="18376"/>
                  </a:lnTo>
                  <a:lnTo>
                    <a:pt x="69635" y="19558"/>
                  </a:lnTo>
                  <a:lnTo>
                    <a:pt x="68560" y="20740"/>
                  </a:lnTo>
                  <a:lnTo>
                    <a:pt x="67163" y="22030"/>
                  </a:lnTo>
                  <a:lnTo>
                    <a:pt x="65659" y="23212"/>
                  </a:lnTo>
                  <a:lnTo>
                    <a:pt x="64907" y="23642"/>
                  </a:lnTo>
                  <a:lnTo>
                    <a:pt x="64047" y="24072"/>
                  </a:lnTo>
                  <a:lnTo>
                    <a:pt x="63187" y="24501"/>
                  </a:lnTo>
                  <a:lnTo>
                    <a:pt x="62328" y="24824"/>
                  </a:lnTo>
                  <a:lnTo>
                    <a:pt x="61468" y="24931"/>
                  </a:lnTo>
                  <a:lnTo>
                    <a:pt x="60608" y="25039"/>
                  </a:lnTo>
                  <a:lnTo>
                    <a:pt x="59319" y="24931"/>
                  </a:lnTo>
                  <a:lnTo>
                    <a:pt x="58029" y="24716"/>
                  </a:lnTo>
                  <a:lnTo>
                    <a:pt x="56740" y="24394"/>
                  </a:lnTo>
                  <a:lnTo>
                    <a:pt x="55450" y="23964"/>
                  </a:lnTo>
                  <a:lnTo>
                    <a:pt x="54161" y="23427"/>
                  </a:lnTo>
                  <a:lnTo>
                    <a:pt x="52978" y="22675"/>
                  </a:lnTo>
                  <a:lnTo>
                    <a:pt x="51689" y="21922"/>
                  </a:lnTo>
                  <a:lnTo>
                    <a:pt x="50399" y="21170"/>
                  </a:lnTo>
                  <a:lnTo>
                    <a:pt x="47820" y="19236"/>
                  </a:lnTo>
                  <a:lnTo>
                    <a:pt x="45349" y="17194"/>
                  </a:lnTo>
                  <a:lnTo>
                    <a:pt x="42770" y="14937"/>
                  </a:lnTo>
                  <a:lnTo>
                    <a:pt x="40298" y="12681"/>
                  </a:lnTo>
                  <a:lnTo>
                    <a:pt x="36000" y="8812"/>
                  </a:lnTo>
                  <a:lnTo>
                    <a:pt x="33958" y="6985"/>
                  </a:lnTo>
                  <a:lnTo>
                    <a:pt x="31809" y="5373"/>
                  </a:lnTo>
                  <a:lnTo>
                    <a:pt x="29659" y="3869"/>
                  </a:lnTo>
                  <a:lnTo>
                    <a:pt x="27403" y="2579"/>
                  </a:lnTo>
                  <a:lnTo>
                    <a:pt x="26328" y="2042"/>
                  </a:lnTo>
                  <a:lnTo>
                    <a:pt x="25253" y="1612"/>
                  </a:lnTo>
                  <a:lnTo>
                    <a:pt x="24071" y="1182"/>
                  </a:lnTo>
                  <a:lnTo>
                    <a:pt x="22997" y="860"/>
                  </a:lnTo>
                  <a:lnTo>
                    <a:pt x="21170" y="430"/>
                  </a:lnTo>
                  <a:lnTo>
                    <a:pt x="19451" y="215"/>
                  </a:lnTo>
                  <a:lnTo>
                    <a:pt x="1783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5"/>
          <p:cNvSpPr txBox="1">
            <a:spLocks noGrp="1"/>
          </p:cNvSpPr>
          <p:nvPr>
            <p:ph type="title"/>
          </p:nvPr>
        </p:nvSpPr>
        <p:spPr>
          <a:xfrm>
            <a:off x="2096700" y="669775"/>
            <a:ext cx="6687600" cy="393600"/>
          </a:xfrm>
          <a:prstGeom prst="rect">
            <a:avLst/>
          </a:prstGeom>
        </p:spPr>
        <p:txBody>
          <a:bodyPr spcFirstLastPara="1" wrap="square" lIns="0" tIns="0" rIns="0" bIns="0" anchor="b"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41" name="Google Shape;41;p5"/>
          <p:cNvSpPr txBox="1">
            <a:spLocks noGrp="1"/>
          </p:cNvSpPr>
          <p:nvPr>
            <p:ph type="body" idx="1"/>
          </p:nvPr>
        </p:nvSpPr>
        <p:spPr>
          <a:xfrm>
            <a:off x="2096700" y="1173950"/>
            <a:ext cx="6687600" cy="3249900"/>
          </a:xfrm>
          <a:prstGeom prst="rect">
            <a:avLst/>
          </a:prstGeom>
        </p:spPr>
        <p:txBody>
          <a:bodyPr spcFirstLastPara="1" wrap="square" lIns="0" tIns="0" rIns="0" bIns="0" anchor="t" anchorCtr="0">
            <a:noAutofit/>
          </a:bodyPr>
          <a:lstStyle>
            <a:lvl1pPr marL="457200" lvl="0" indent="-393700">
              <a:spcBef>
                <a:spcPts val="600"/>
              </a:spcBef>
              <a:spcAft>
                <a:spcPts val="0"/>
              </a:spcAft>
              <a:buSzPts val="2600"/>
              <a:buChar char="◈"/>
              <a:defRPr/>
            </a:lvl1pPr>
            <a:lvl2pPr marL="914400" lvl="1" indent="-393700">
              <a:spcBef>
                <a:spcPts val="0"/>
              </a:spcBef>
              <a:spcAft>
                <a:spcPts val="0"/>
              </a:spcAft>
              <a:buSzPts val="2600"/>
              <a:buChar char="⬩"/>
              <a:defRPr/>
            </a:lvl2pPr>
            <a:lvl3pPr marL="1371600" lvl="2" indent="-393700">
              <a:spcBef>
                <a:spcPts val="0"/>
              </a:spcBef>
              <a:spcAft>
                <a:spcPts val="0"/>
              </a:spcAft>
              <a:buSzPts val="2600"/>
              <a:buChar char="⬩"/>
              <a:defRPr/>
            </a:lvl3pPr>
            <a:lvl4pPr marL="1828800" lvl="3" indent="-393700">
              <a:spcBef>
                <a:spcPts val="0"/>
              </a:spcBef>
              <a:spcAft>
                <a:spcPts val="0"/>
              </a:spcAft>
              <a:buSzPts val="2600"/>
              <a:buChar char="⬩"/>
              <a:defRPr/>
            </a:lvl4pPr>
            <a:lvl5pPr marL="2286000" lvl="4" indent="-393700">
              <a:spcBef>
                <a:spcPts val="0"/>
              </a:spcBef>
              <a:spcAft>
                <a:spcPts val="0"/>
              </a:spcAft>
              <a:buSzPts val="2600"/>
              <a:buChar char="⬩"/>
              <a:defRPr/>
            </a:lvl5pPr>
            <a:lvl6pPr marL="2743200" lvl="5" indent="-393700">
              <a:spcBef>
                <a:spcPts val="0"/>
              </a:spcBef>
              <a:spcAft>
                <a:spcPts val="0"/>
              </a:spcAft>
              <a:buSzPts val="2600"/>
              <a:buChar char="⬩"/>
              <a:defRPr/>
            </a:lvl6pPr>
            <a:lvl7pPr marL="3200400" lvl="6" indent="-393700">
              <a:spcBef>
                <a:spcPts val="0"/>
              </a:spcBef>
              <a:spcAft>
                <a:spcPts val="0"/>
              </a:spcAft>
              <a:buSzPts val="2600"/>
              <a:buChar char="⬩"/>
              <a:defRPr/>
            </a:lvl7pPr>
            <a:lvl8pPr marL="3657600" lvl="7" indent="-393700">
              <a:spcBef>
                <a:spcPts val="0"/>
              </a:spcBef>
              <a:spcAft>
                <a:spcPts val="0"/>
              </a:spcAft>
              <a:buSzPts val="2600"/>
              <a:buChar char="⬩"/>
              <a:defRPr/>
            </a:lvl8pPr>
            <a:lvl9pPr marL="4114800" lvl="8" indent="-393700">
              <a:spcBef>
                <a:spcPts val="0"/>
              </a:spcBef>
              <a:spcAft>
                <a:spcPts val="0"/>
              </a:spcAft>
              <a:buSzPts val="2600"/>
              <a:buChar char="⬩"/>
              <a:defRPr/>
            </a:lvl9pPr>
          </a:lstStyle>
          <a:p>
            <a:endParaRPr/>
          </a:p>
        </p:txBody>
      </p:sp>
      <p:sp>
        <p:nvSpPr>
          <p:cNvPr id="42" name="Google Shape;42;p5"/>
          <p:cNvSpPr txBox="1">
            <a:spLocks noGrp="1"/>
          </p:cNvSpPr>
          <p:nvPr>
            <p:ph type="sldNum" idx="12"/>
          </p:nvPr>
        </p:nvSpPr>
        <p:spPr>
          <a:xfrm>
            <a:off x="359692" y="1023975"/>
            <a:ext cx="10176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43"/>
        <p:cNvGrpSpPr/>
        <p:nvPr/>
      </p:nvGrpSpPr>
      <p:grpSpPr>
        <a:xfrm>
          <a:off x="0" y="0"/>
          <a:ext cx="0" cy="0"/>
          <a:chOff x="0" y="0"/>
          <a:chExt cx="0" cy="0"/>
        </a:xfrm>
      </p:grpSpPr>
      <p:sp>
        <p:nvSpPr>
          <p:cNvPr id="44" name="Google Shape;44;p6"/>
          <p:cNvSpPr/>
          <p:nvPr/>
        </p:nvSpPr>
        <p:spPr>
          <a:xfrm>
            <a:off x="1737000" y="359700"/>
            <a:ext cx="7407000" cy="4424100"/>
          </a:xfrm>
          <a:prstGeom prst="rect">
            <a:avLst/>
          </a:prstGeom>
          <a:solidFill>
            <a:srgbClr val="FFFFFF"/>
          </a:solidFill>
          <a:ln>
            <a:noFill/>
          </a:ln>
          <a:effectLst>
            <a:outerShdw blurRad="185738" dist="9525" dir="5400000" algn="bl" rotWithShape="0">
              <a:srgbClr val="66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5" name="Google Shape;45;p6"/>
          <p:cNvCxnSpPr/>
          <p:nvPr/>
        </p:nvCxnSpPr>
        <p:spPr>
          <a:xfrm>
            <a:off x="2100325" y="1022209"/>
            <a:ext cx="7067700" cy="0"/>
          </a:xfrm>
          <a:prstGeom prst="straightConnector1">
            <a:avLst/>
          </a:prstGeom>
          <a:noFill/>
          <a:ln w="9525" cap="flat" cmpd="sng">
            <a:solidFill>
              <a:srgbClr val="E2D7D0"/>
            </a:solidFill>
            <a:prstDash val="solid"/>
            <a:round/>
            <a:headEnd type="none" w="med" len="med"/>
            <a:tailEnd type="none" w="med" len="med"/>
          </a:ln>
        </p:spPr>
      </p:cxnSp>
      <p:sp>
        <p:nvSpPr>
          <p:cNvPr id="46" name="Google Shape;46;p6"/>
          <p:cNvSpPr/>
          <p:nvPr/>
        </p:nvSpPr>
        <p:spPr>
          <a:xfrm rot="-5400000">
            <a:off x="-262350" y="291375"/>
            <a:ext cx="2261700" cy="1017600"/>
          </a:xfrm>
          <a:prstGeom prst="chevron">
            <a:avLst>
              <a:gd name="adj" fmla="val 31570"/>
            </a:avLst>
          </a:prstGeom>
          <a:gradFill>
            <a:gsLst>
              <a:gs pos="0">
                <a:srgbClr val="AD0B2D"/>
              </a:gs>
              <a:gs pos="31000">
                <a:srgbClr val="AD0B2D"/>
              </a:gs>
              <a:gs pos="100000">
                <a:srgbClr val="8B0E34"/>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 name="Google Shape;47;p6"/>
          <p:cNvGrpSpPr/>
          <p:nvPr/>
        </p:nvGrpSpPr>
        <p:grpSpPr>
          <a:xfrm>
            <a:off x="515476" y="363010"/>
            <a:ext cx="706249" cy="536972"/>
            <a:chOff x="519000" y="238125"/>
            <a:chExt cx="6582000" cy="5238750"/>
          </a:xfrm>
        </p:grpSpPr>
        <p:sp>
          <p:nvSpPr>
            <p:cNvPr id="48" name="Google Shape;48;p6"/>
            <p:cNvSpPr/>
            <p:nvPr/>
          </p:nvSpPr>
          <p:spPr>
            <a:xfrm>
              <a:off x="2928800" y="4770300"/>
              <a:ext cx="1762400" cy="306300"/>
            </a:xfrm>
            <a:custGeom>
              <a:avLst/>
              <a:gdLst/>
              <a:ahLst/>
              <a:cxnLst/>
              <a:rect l="l" t="t" r="r" b="b"/>
              <a:pathLst>
                <a:path w="70496" h="12252" extrusionOk="0">
                  <a:moveTo>
                    <a:pt x="6233" y="1"/>
                  </a:moveTo>
                  <a:lnTo>
                    <a:pt x="5051" y="108"/>
                  </a:lnTo>
                  <a:lnTo>
                    <a:pt x="3869" y="430"/>
                  </a:lnTo>
                  <a:lnTo>
                    <a:pt x="2902" y="968"/>
                  </a:lnTo>
                  <a:lnTo>
                    <a:pt x="1935" y="1720"/>
                  </a:lnTo>
                  <a:lnTo>
                    <a:pt x="1183" y="2580"/>
                  </a:lnTo>
                  <a:lnTo>
                    <a:pt x="538" y="3547"/>
                  </a:lnTo>
                  <a:lnTo>
                    <a:pt x="108" y="4621"/>
                  </a:lnTo>
                  <a:lnTo>
                    <a:pt x="1" y="5911"/>
                  </a:lnTo>
                  <a:lnTo>
                    <a:pt x="1" y="6556"/>
                  </a:lnTo>
                  <a:lnTo>
                    <a:pt x="1" y="7201"/>
                  </a:lnTo>
                  <a:lnTo>
                    <a:pt x="216" y="7738"/>
                  </a:lnTo>
                  <a:lnTo>
                    <a:pt x="323" y="8383"/>
                  </a:lnTo>
                  <a:lnTo>
                    <a:pt x="860" y="9457"/>
                  </a:lnTo>
                  <a:lnTo>
                    <a:pt x="1613" y="10424"/>
                  </a:lnTo>
                  <a:lnTo>
                    <a:pt x="2580" y="11177"/>
                  </a:lnTo>
                  <a:lnTo>
                    <a:pt x="3654" y="11821"/>
                  </a:lnTo>
                  <a:lnTo>
                    <a:pt x="4836" y="12144"/>
                  </a:lnTo>
                  <a:lnTo>
                    <a:pt x="5481" y="12251"/>
                  </a:lnTo>
                  <a:lnTo>
                    <a:pt x="65015" y="12251"/>
                  </a:lnTo>
                  <a:lnTo>
                    <a:pt x="65660" y="12144"/>
                  </a:lnTo>
                  <a:lnTo>
                    <a:pt x="66842" y="11821"/>
                  </a:lnTo>
                  <a:lnTo>
                    <a:pt x="67916" y="11177"/>
                  </a:lnTo>
                  <a:lnTo>
                    <a:pt x="68883" y="10424"/>
                  </a:lnTo>
                  <a:lnTo>
                    <a:pt x="69636" y="9457"/>
                  </a:lnTo>
                  <a:lnTo>
                    <a:pt x="70173" y="8383"/>
                  </a:lnTo>
                  <a:lnTo>
                    <a:pt x="70280" y="7738"/>
                  </a:lnTo>
                  <a:lnTo>
                    <a:pt x="70495" y="7201"/>
                  </a:lnTo>
                  <a:lnTo>
                    <a:pt x="70495" y="6556"/>
                  </a:lnTo>
                  <a:lnTo>
                    <a:pt x="70495" y="5911"/>
                  </a:lnTo>
                  <a:lnTo>
                    <a:pt x="70388" y="4621"/>
                  </a:lnTo>
                  <a:lnTo>
                    <a:pt x="69958" y="3547"/>
                  </a:lnTo>
                  <a:lnTo>
                    <a:pt x="69313" y="2580"/>
                  </a:lnTo>
                  <a:lnTo>
                    <a:pt x="68561" y="1720"/>
                  </a:lnTo>
                  <a:lnTo>
                    <a:pt x="67594" y="968"/>
                  </a:lnTo>
                  <a:lnTo>
                    <a:pt x="66627" y="430"/>
                  </a:lnTo>
                  <a:lnTo>
                    <a:pt x="65445" y="108"/>
                  </a:lnTo>
                  <a:lnTo>
                    <a:pt x="642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6"/>
            <p:cNvSpPr/>
            <p:nvPr/>
          </p:nvSpPr>
          <p:spPr>
            <a:xfrm>
              <a:off x="2190000" y="5170600"/>
              <a:ext cx="3240000" cy="306275"/>
            </a:xfrm>
            <a:custGeom>
              <a:avLst/>
              <a:gdLst/>
              <a:ahLst/>
              <a:cxnLst/>
              <a:rect l="l" t="t" r="r" b="b"/>
              <a:pathLst>
                <a:path w="129600" h="12251" extrusionOk="0">
                  <a:moveTo>
                    <a:pt x="6126" y="0"/>
                  </a:moveTo>
                  <a:lnTo>
                    <a:pt x="4944" y="108"/>
                  </a:lnTo>
                  <a:lnTo>
                    <a:pt x="3762" y="430"/>
                  </a:lnTo>
                  <a:lnTo>
                    <a:pt x="2687" y="1075"/>
                  </a:lnTo>
                  <a:lnTo>
                    <a:pt x="1828" y="1827"/>
                  </a:lnTo>
                  <a:lnTo>
                    <a:pt x="1075" y="2687"/>
                  </a:lnTo>
                  <a:lnTo>
                    <a:pt x="538" y="3762"/>
                  </a:lnTo>
                  <a:lnTo>
                    <a:pt x="108" y="4836"/>
                  </a:lnTo>
                  <a:lnTo>
                    <a:pt x="1" y="6126"/>
                  </a:lnTo>
                  <a:lnTo>
                    <a:pt x="108" y="7308"/>
                  </a:lnTo>
                  <a:lnTo>
                    <a:pt x="538" y="8490"/>
                  </a:lnTo>
                  <a:lnTo>
                    <a:pt x="1075" y="9564"/>
                  </a:lnTo>
                  <a:lnTo>
                    <a:pt x="1828" y="10424"/>
                  </a:lnTo>
                  <a:lnTo>
                    <a:pt x="2687" y="11176"/>
                  </a:lnTo>
                  <a:lnTo>
                    <a:pt x="3762" y="11821"/>
                  </a:lnTo>
                  <a:lnTo>
                    <a:pt x="4944" y="12144"/>
                  </a:lnTo>
                  <a:lnTo>
                    <a:pt x="6126" y="12251"/>
                  </a:lnTo>
                  <a:lnTo>
                    <a:pt x="123474" y="12251"/>
                  </a:lnTo>
                  <a:lnTo>
                    <a:pt x="124656" y="12144"/>
                  </a:lnTo>
                  <a:lnTo>
                    <a:pt x="125838" y="11821"/>
                  </a:lnTo>
                  <a:lnTo>
                    <a:pt x="126913" y="11176"/>
                  </a:lnTo>
                  <a:lnTo>
                    <a:pt x="127772" y="10424"/>
                  </a:lnTo>
                  <a:lnTo>
                    <a:pt x="128525" y="9564"/>
                  </a:lnTo>
                  <a:lnTo>
                    <a:pt x="129062" y="8490"/>
                  </a:lnTo>
                  <a:lnTo>
                    <a:pt x="129492" y="7308"/>
                  </a:lnTo>
                  <a:lnTo>
                    <a:pt x="129599" y="6126"/>
                  </a:lnTo>
                  <a:lnTo>
                    <a:pt x="129492" y="4836"/>
                  </a:lnTo>
                  <a:lnTo>
                    <a:pt x="129062" y="3762"/>
                  </a:lnTo>
                  <a:lnTo>
                    <a:pt x="128525" y="2687"/>
                  </a:lnTo>
                  <a:lnTo>
                    <a:pt x="127772" y="1827"/>
                  </a:lnTo>
                  <a:lnTo>
                    <a:pt x="126913" y="1075"/>
                  </a:lnTo>
                  <a:lnTo>
                    <a:pt x="125838" y="430"/>
                  </a:lnTo>
                  <a:lnTo>
                    <a:pt x="124656" y="108"/>
                  </a:lnTo>
                  <a:lnTo>
                    <a:pt x="1234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6"/>
            <p:cNvSpPr/>
            <p:nvPr/>
          </p:nvSpPr>
          <p:spPr>
            <a:xfrm>
              <a:off x="3264625" y="238125"/>
              <a:ext cx="1090750" cy="4456975"/>
            </a:xfrm>
            <a:custGeom>
              <a:avLst/>
              <a:gdLst/>
              <a:ahLst/>
              <a:cxnLst/>
              <a:rect l="l" t="t" r="r" b="b"/>
              <a:pathLst>
                <a:path w="43630" h="178279" extrusionOk="0">
                  <a:moveTo>
                    <a:pt x="21815" y="23534"/>
                  </a:moveTo>
                  <a:lnTo>
                    <a:pt x="22460" y="23642"/>
                  </a:lnTo>
                  <a:lnTo>
                    <a:pt x="22997" y="23749"/>
                  </a:lnTo>
                  <a:lnTo>
                    <a:pt x="23534" y="24071"/>
                  </a:lnTo>
                  <a:lnTo>
                    <a:pt x="23964" y="24394"/>
                  </a:lnTo>
                  <a:lnTo>
                    <a:pt x="24287" y="24931"/>
                  </a:lnTo>
                  <a:lnTo>
                    <a:pt x="24609" y="25361"/>
                  </a:lnTo>
                  <a:lnTo>
                    <a:pt x="24824" y="26006"/>
                  </a:lnTo>
                  <a:lnTo>
                    <a:pt x="24824" y="26543"/>
                  </a:lnTo>
                  <a:lnTo>
                    <a:pt x="24824" y="27188"/>
                  </a:lnTo>
                  <a:lnTo>
                    <a:pt x="24609" y="27725"/>
                  </a:lnTo>
                  <a:lnTo>
                    <a:pt x="24287" y="28262"/>
                  </a:lnTo>
                  <a:lnTo>
                    <a:pt x="23964" y="28692"/>
                  </a:lnTo>
                  <a:lnTo>
                    <a:pt x="23534" y="29122"/>
                  </a:lnTo>
                  <a:lnTo>
                    <a:pt x="22997" y="29337"/>
                  </a:lnTo>
                  <a:lnTo>
                    <a:pt x="22460" y="29552"/>
                  </a:lnTo>
                  <a:lnTo>
                    <a:pt x="21170" y="29552"/>
                  </a:lnTo>
                  <a:lnTo>
                    <a:pt x="20633" y="29337"/>
                  </a:lnTo>
                  <a:lnTo>
                    <a:pt x="20096" y="29122"/>
                  </a:lnTo>
                  <a:lnTo>
                    <a:pt x="19666" y="28692"/>
                  </a:lnTo>
                  <a:lnTo>
                    <a:pt x="19343" y="28262"/>
                  </a:lnTo>
                  <a:lnTo>
                    <a:pt x="19021" y="27725"/>
                  </a:lnTo>
                  <a:lnTo>
                    <a:pt x="18806" y="27188"/>
                  </a:lnTo>
                  <a:lnTo>
                    <a:pt x="18806" y="26543"/>
                  </a:lnTo>
                  <a:lnTo>
                    <a:pt x="18806" y="26006"/>
                  </a:lnTo>
                  <a:lnTo>
                    <a:pt x="19021" y="25361"/>
                  </a:lnTo>
                  <a:lnTo>
                    <a:pt x="19343" y="24931"/>
                  </a:lnTo>
                  <a:lnTo>
                    <a:pt x="19666" y="24394"/>
                  </a:lnTo>
                  <a:lnTo>
                    <a:pt x="20096" y="24071"/>
                  </a:lnTo>
                  <a:lnTo>
                    <a:pt x="20633" y="23749"/>
                  </a:lnTo>
                  <a:lnTo>
                    <a:pt x="21170" y="23642"/>
                  </a:lnTo>
                  <a:lnTo>
                    <a:pt x="21815" y="23534"/>
                  </a:lnTo>
                  <a:close/>
                  <a:moveTo>
                    <a:pt x="21385" y="0"/>
                  </a:moveTo>
                  <a:lnTo>
                    <a:pt x="21063" y="215"/>
                  </a:lnTo>
                  <a:lnTo>
                    <a:pt x="20740" y="430"/>
                  </a:lnTo>
                  <a:lnTo>
                    <a:pt x="20418" y="752"/>
                  </a:lnTo>
                  <a:lnTo>
                    <a:pt x="15152" y="9672"/>
                  </a:lnTo>
                  <a:lnTo>
                    <a:pt x="14615" y="10746"/>
                  </a:lnTo>
                  <a:lnTo>
                    <a:pt x="14185" y="11821"/>
                  </a:lnTo>
                  <a:lnTo>
                    <a:pt x="13863" y="12895"/>
                  </a:lnTo>
                  <a:lnTo>
                    <a:pt x="13648" y="13863"/>
                  </a:lnTo>
                  <a:lnTo>
                    <a:pt x="13648" y="14830"/>
                  </a:lnTo>
                  <a:lnTo>
                    <a:pt x="13755" y="15797"/>
                  </a:lnTo>
                  <a:lnTo>
                    <a:pt x="14078" y="17946"/>
                  </a:lnTo>
                  <a:lnTo>
                    <a:pt x="14508" y="20418"/>
                  </a:lnTo>
                  <a:lnTo>
                    <a:pt x="15045" y="23212"/>
                  </a:lnTo>
                  <a:lnTo>
                    <a:pt x="15367" y="24824"/>
                  </a:lnTo>
                  <a:lnTo>
                    <a:pt x="15475" y="26543"/>
                  </a:lnTo>
                  <a:lnTo>
                    <a:pt x="15582" y="28585"/>
                  </a:lnTo>
                  <a:lnTo>
                    <a:pt x="15690" y="30734"/>
                  </a:lnTo>
                  <a:lnTo>
                    <a:pt x="15690" y="59964"/>
                  </a:lnTo>
                  <a:lnTo>
                    <a:pt x="14400" y="60071"/>
                  </a:lnTo>
                  <a:lnTo>
                    <a:pt x="13326" y="60393"/>
                  </a:lnTo>
                  <a:lnTo>
                    <a:pt x="12251" y="61038"/>
                  </a:lnTo>
                  <a:lnTo>
                    <a:pt x="11284" y="61683"/>
                  </a:lnTo>
                  <a:lnTo>
                    <a:pt x="10532" y="62650"/>
                  </a:lnTo>
                  <a:lnTo>
                    <a:pt x="9994" y="63725"/>
                  </a:lnTo>
                  <a:lnTo>
                    <a:pt x="9672" y="64799"/>
                  </a:lnTo>
                  <a:lnTo>
                    <a:pt x="9564" y="66089"/>
                  </a:lnTo>
                  <a:lnTo>
                    <a:pt x="9672" y="67271"/>
                  </a:lnTo>
                  <a:lnTo>
                    <a:pt x="9994" y="68453"/>
                  </a:lnTo>
                  <a:lnTo>
                    <a:pt x="10532" y="69528"/>
                  </a:lnTo>
                  <a:lnTo>
                    <a:pt x="11284" y="70387"/>
                  </a:lnTo>
                  <a:lnTo>
                    <a:pt x="12251" y="71140"/>
                  </a:lnTo>
                  <a:lnTo>
                    <a:pt x="13326" y="71784"/>
                  </a:lnTo>
                  <a:lnTo>
                    <a:pt x="14400" y="72107"/>
                  </a:lnTo>
                  <a:lnTo>
                    <a:pt x="15690" y="72214"/>
                  </a:lnTo>
                  <a:lnTo>
                    <a:pt x="15690" y="164739"/>
                  </a:lnTo>
                  <a:lnTo>
                    <a:pt x="15690" y="165276"/>
                  </a:lnTo>
                  <a:lnTo>
                    <a:pt x="15475" y="166458"/>
                  </a:lnTo>
                  <a:lnTo>
                    <a:pt x="15260" y="167210"/>
                  </a:lnTo>
                  <a:lnTo>
                    <a:pt x="14937" y="168070"/>
                  </a:lnTo>
                  <a:lnTo>
                    <a:pt x="14400" y="169037"/>
                  </a:lnTo>
                  <a:lnTo>
                    <a:pt x="13863" y="170004"/>
                  </a:lnTo>
                  <a:lnTo>
                    <a:pt x="13111" y="170971"/>
                  </a:lnTo>
                  <a:lnTo>
                    <a:pt x="12143" y="171938"/>
                  </a:lnTo>
                  <a:lnTo>
                    <a:pt x="10961" y="172906"/>
                  </a:lnTo>
                  <a:lnTo>
                    <a:pt x="9672" y="173658"/>
                  </a:lnTo>
                  <a:lnTo>
                    <a:pt x="7953" y="174303"/>
                  </a:lnTo>
                  <a:lnTo>
                    <a:pt x="6126" y="174840"/>
                  </a:lnTo>
                  <a:lnTo>
                    <a:pt x="3976" y="175162"/>
                  </a:lnTo>
                  <a:lnTo>
                    <a:pt x="1397" y="175270"/>
                  </a:lnTo>
                  <a:lnTo>
                    <a:pt x="860" y="175377"/>
                  </a:lnTo>
                  <a:lnTo>
                    <a:pt x="430" y="175377"/>
                  </a:lnTo>
                  <a:lnTo>
                    <a:pt x="215" y="175592"/>
                  </a:lnTo>
                  <a:lnTo>
                    <a:pt x="0" y="175807"/>
                  </a:lnTo>
                  <a:lnTo>
                    <a:pt x="0" y="176022"/>
                  </a:lnTo>
                  <a:lnTo>
                    <a:pt x="0" y="176237"/>
                  </a:lnTo>
                  <a:lnTo>
                    <a:pt x="215" y="176774"/>
                  </a:lnTo>
                  <a:lnTo>
                    <a:pt x="538" y="177312"/>
                  </a:lnTo>
                  <a:lnTo>
                    <a:pt x="968" y="177849"/>
                  </a:lnTo>
                  <a:lnTo>
                    <a:pt x="1397" y="178279"/>
                  </a:lnTo>
                  <a:lnTo>
                    <a:pt x="42233" y="178279"/>
                  </a:lnTo>
                  <a:lnTo>
                    <a:pt x="42662" y="177849"/>
                  </a:lnTo>
                  <a:lnTo>
                    <a:pt x="43092" y="177312"/>
                  </a:lnTo>
                  <a:lnTo>
                    <a:pt x="43415" y="176774"/>
                  </a:lnTo>
                  <a:lnTo>
                    <a:pt x="43630" y="176237"/>
                  </a:lnTo>
                  <a:lnTo>
                    <a:pt x="43630" y="176022"/>
                  </a:lnTo>
                  <a:lnTo>
                    <a:pt x="43630" y="175807"/>
                  </a:lnTo>
                  <a:lnTo>
                    <a:pt x="43415" y="175592"/>
                  </a:lnTo>
                  <a:lnTo>
                    <a:pt x="43200" y="175377"/>
                  </a:lnTo>
                  <a:lnTo>
                    <a:pt x="42770" y="175377"/>
                  </a:lnTo>
                  <a:lnTo>
                    <a:pt x="42233" y="175270"/>
                  </a:lnTo>
                  <a:lnTo>
                    <a:pt x="39654" y="175162"/>
                  </a:lnTo>
                  <a:lnTo>
                    <a:pt x="37504" y="174840"/>
                  </a:lnTo>
                  <a:lnTo>
                    <a:pt x="35678" y="174303"/>
                  </a:lnTo>
                  <a:lnTo>
                    <a:pt x="33958" y="173658"/>
                  </a:lnTo>
                  <a:lnTo>
                    <a:pt x="32669" y="172906"/>
                  </a:lnTo>
                  <a:lnTo>
                    <a:pt x="31487" y="171938"/>
                  </a:lnTo>
                  <a:lnTo>
                    <a:pt x="30519" y="170971"/>
                  </a:lnTo>
                  <a:lnTo>
                    <a:pt x="29767" y="170004"/>
                  </a:lnTo>
                  <a:lnTo>
                    <a:pt x="29230" y="169037"/>
                  </a:lnTo>
                  <a:lnTo>
                    <a:pt x="28693" y="168070"/>
                  </a:lnTo>
                  <a:lnTo>
                    <a:pt x="28370" y="167210"/>
                  </a:lnTo>
                  <a:lnTo>
                    <a:pt x="28155" y="166458"/>
                  </a:lnTo>
                  <a:lnTo>
                    <a:pt x="27940" y="165276"/>
                  </a:lnTo>
                  <a:lnTo>
                    <a:pt x="27940" y="164739"/>
                  </a:lnTo>
                  <a:lnTo>
                    <a:pt x="27940" y="72214"/>
                  </a:lnTo>
                  <a:lnTo>
                    <a:pt x="29230" y="72107"/>
                  </a:lnTo>
                  <a:lnTo>
                    <a:pt x="30304" y="71784"/>
                  </a:lnTo>
                  <a:lnTo>
                    <a:pt x="31379" y="71140"/>
                  </a:lnTo>
                  <a:lnTo>
                    <a:pt x="32346" y="70387"/>
                  </a:lnTo>
                  <a:lnTo>
                    <a:pt x="33098" y="69528"/>
                  </a:lnTo>
                  <a:lnTo>
                    <a:pt x="33636" y="68453"/>
                  </a:lnTo>
                  <a:lnTo>
                    <a:pt x="33958" y="67271"/>
                  </a:lnTo>
                  <a:lnTo>
                    <a:pt x="34066" y="66089"/>
                  </a:lnTo>
                  <a:lnTo>
                    <a:pt x="33958" y="64799"/>
                  </a:lnTo>
                  <a:lnTo>
                    <a:pt x="33636" y="63725"/>
                  </a:lnTo>
                  <a:lnTo>
                    <a:pt x="33098" y="62650"/>
                  </a:lnTo>
                  <a:lnTo>
                    <a:pt x="32346" y="61683"/>
                  </a:lnTo>
                  <a:lnTo>
                    <a:pt x="31379" y="61038"/>
                  </a:lnTo>
                  <a:lnTo>
                    <a:pt x="30304" y="60393"/>
                  </a:lnTo>
                  <a:lnTo>
                    <a:pt x="29230" y="60071"/>
                  </a:lnTo>
                  <a:lnTo>
                    <a:pt x="27940" y="59964"/>
                  </a:lnTo>
                  <a:lnTo>
                    <a:pt x="27940" y="30734"/>
                  </a:lnTo>
                  <a:lnTo>
                    <a:pt x="28048" y="28585"/>
                  </a:lnTo>
                  <a:lnTo>
                    <a:pt x="28155" y="26543"/>
                  </a:lnTo>
                  <a:lnTo>
                    <a:pt x="28263" y="24824"/>
                  </a:lnTo>
                  <a:lnTo>
                    <a:pt x="28585" y="23212"/>
                  </a:lnTo>
                  <a:lnTo>
                    <a:pt x="29122" y="20418"/>
                  </a:lnTo>
                  <a:lnTo>
                    <a:pt x="29552" y="17946"/>
                  </a:lnTo>
                  <a:lnTo>
                    <a:pt x="29875" y="15797"/>
                  </a:lnTo>
                  <a:lnTo>
                    <a:pt x="29982" y="14830"/>
                  </a:lnTo>
                  <a:lnTo>
                    <a:pt x="29982" y="13863"/>
                  </a:lnTo>
                  <a:lnTo>
                    <a:pt x="29767" y="12895"/>
                  </a:lnTo>
                  <a:lnTo>
                    <a:pt x="29445" y="11821"/>
                  </a:lnTo>
                  <a:lnTo>
                    <a:pt x="29015" y="10746"/>
                  </a:lnTo>
                  <a:lnTo>
                    <a:pt x="28478" y="9672"/>
                  </a:lnTo>
                  <a:lnTo>
                    <a:pt x="23212" y="752"/>
                  </a:lnTo>
                  <a:lnTo>
                    <a:pt x="22890" y="430"/>
                  </a:lnTo>
                  <a:lnTo>
                    <a:pt x="22567" y="215"/>
                  </a:lnTo>
                  <a:lnTo>
                    <a:pt x="222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6"/>
            <p:cNvSpPr/>
            <p:nvPr/>
          </p:nvSpPr>
          <p:spPr>
            <a:xfrm>
              <a:off x="519000" y="541700"/>
              <a:ext cx="3051900" cy="3218500"/>
            </a:xfrm>
            <a:custGeom>
              <a:avLst/>
              <a:gdLst/>
              <a:ahLst/>
              <a:cxnLst/>
              <a:rect l="l" t="t" r="r" b="b"/>
              <a:pathLst>
                <a:path w="122076" h="128740" extrusionOk="0">
                  <a:moveTo>
                    <a:pt x="46423" y="17624"/>
                  </a:moveTo>
                  <a:lnTo>
                    <a:pt x="46961" y="17839"/>
                  </a:lnTo>
                  <a:lnTo>
                    <a:pt x="47498" y="18161"/>
                  </a:lnTo>
                  <a:lnTo>
                    <a:pt x="48035" y="18484"/>
                  </a:lnTo>
                  <a:lnTo>
                    <a:pt x="48358" y="19021"/>
                  </a:lnTo>
                  <a:lnTo>
                    <a:pt x="48680" y="19558"/>
                  </a:lnTo>
                  <a:lnTo>
                    <a:pt x="48895" y="20095"/>
                  </a:lnTo>
                  <a:lnTo>
                    <a:pt x="48895" y="20740"/>
                  </a:lnTo>
                  <a:lnTo>
                    <a:pt x="48895" y="21600"/>
                  </a:lnTo>
                  <a:lnTo>
                    <a:pt x="48572" y="22245"/>
                  </a:lnTo>
                  <a:lnTo>
                    <a:pt x="48143" y="22889"/>
                  </a:lnTo>
                  <a:lnTo>
                    <a:pt x="47605" y="23427"/>
                  </a:lnTo>
                  <a:lnTo>
                    <a:pt x="46961" y="22352"/>
                  </a:lnTo>
                  <a:lnTo>
                    <a:pt x="46638" y="21922"/>
                  </a:lnTo>
                  <a:lnTo>
                    <a:pt x="46101" y="21707"/>
                  </a:lnTo>
                  <a:lnTo>
                    <a:pt x="45564" y="21707"/>
                  </a:lnTo>
                  <a:lnTo>
                    <a:pt x="45026" y="21815"/>
                  </a:lnTo>
                  <a:lnTo>
                    <a:pt x="44059" y="23534"/>
                  </a:lnTo>
                  <a:lnTo>
                    <a:pt x="43414" y="22997"/>
                  </a:lnTo>
                  <a:lnTo>
                    <a:pt x="42984" y="22352"/>
                  </a:lnTo>
                  <a:lnTo>
                    <a:pt x="42662" y="21600"/>
                  </a:lnTo>
                  <a:lnTo>
                    <a:pt x="42555" y="20740"/>
                  </a:lnTo>
                  <a:lnTo>
                    <a:pt x="42662" y="20095"/>
                  </a:lnTo>
                  <a:lnTo>
                    <a:pt x="42770" y="19558"/>
                  </a:lnTo>
                  <a:lnTo>
                    <a:pt x="43092" y="19021"/>
                  </a:lnTo>
                  <a:lnTo>
                    <a:pt x="43522" y="18484"/>
                  </a:lnTo>
                  <a:lnTo>
                    <a:pt x="43952" y="18161"/>
                  </a:lnTo>
                  <a:lnTo>
                    <a:pt x="44489" y="17839"/>
                  </a:lnTo>
                  <a:lnTo>
                    <a:pt x="45134" y="17624"/>
                  </a:lnTo>
                  <a:close/>
                  <a:moveTo>
                    <a:pt x="44704" y="29122"/>
                  </a:moveTo>
                  <a:lnTo>
                    <a:pt x="45886" y="30197"/>
                  </a:lnTo>
                  <a:lnTo>
                    <a:pt x="47068" y="31271"/>
                  </a:lnTo>
                  <a:lnTo>
                    <a:pt x="48465" y="32346"/>
                  </a:lnTo>
                  <a:lnTo>
                    <a:pt x="49969" y="33421"/>
                  </a:lnTo>
                  <a:lnTo>
                    <a:pt x="89085" y="103593"/>
                  </a:lnTo>
                  <a:lnTo>
                    <a:pt x="3224" y="103593"/>
                  </a:lnTo>
                  <a:lnTo>
                    <a:pt x="44704" y="29122"/>
                  </a:lnTo>
                  <a:close/>
                  <a:moveTo>
                    <a:pt x="104237" y="0"/>
                  </a:moveTo>
                  <a:lnTo>
                    <a:pt x="102625" y="215"/>
                  </a:lnTo>
                  <a:lnTo>
                    <a:pt x="100906" y="430"/>
                  </a:lnTo>
                  <a:lnTo>
                    <a:pt x="99079" y="860"/>
                  </a:lnTo>
                  <a:lnTo>
                    <a:pt x="98005" y="1182"/>
                  </a:lnTo>
                  <a:lnTo>
                    <a:pt x="96823" y="1612"/>
                  </a:lnTo>
                  <a:lnTo>
                    <a:pt x="95748" y="2042"/>
                  </a:lnTo>
                  <a:lnTo>
                    <a:pt x="94673" y="2579"/>
                  </a:lnTo>
                  <a:lnTo>
                    <a:pt x="92417" y="3869"/>
                  </a:lnTo>
                  <a:lnTo>
                    <a:pt x="90267" y="5373"/>
                  </a:lnTo>
                  <a:lnTo>
                    <a:pt x="88118" y="6985"/>
                  </a:lnTo>
                  <a:lnTo>
                    <a:pt x="86076" y="8812"/>
                  </a:lnTo>
                  <a:lnTo>
                    <a:pt x="81778" y="12681"/>
                  </a:lnTo>
                  <a:lnTo>
                    <a:pt x="79306" y="14937"/>
                  </a:lnTo>
                  <a:lnTo>
                    <a:pt x="76727" y="17194"/>
                  </a:lnTo>
                  <a:lnTo>
                    <a:pt x="74256" y="19236"/>
                  </a:lnTo>
                  <a:lnTo>
                    <a:pt x="71677" y="21170"/>
                  </a:lnTo>
                  <a:lnTo>
                    <a:pt x="70387" y="21922"/>
                  </a:lnTo>
                  <a:lnTo>
                    <a:pt x="69098" y="22675"/>
                  </a:lnTo>
                  <a:lnTo>
                    <a:pt x="67915" y="23427"/>
                  </a:lnTo>
                  <a:lnTo>
                    <a:pt x="66626" y="23964"/>
                  </a:lnTo>
                  <a:lnTo>
                    <a:pt x="65336" y="24394"/>
                  </a:lnTo>
                  <a:lnTo>
                    <a:pt x="64047" y="24716"/>
                  </a:lnTo>
                  <a:lnTo>
                    <a:pt x="62757" y="24931"/>
                  </a:lnTo>
                  <a:lnTo>
                    <a:pt x="61468" y="25039"/>
                  </a:lnTo>
                  <a:lnTo>
                    <a:pt x="60608" y="24931"/>
                  </a:lnTo>
                  <a:lnTo>
                    <a:pt x="59748" y="24824"/>
                  </a:lnTo>
                  <a:lnTo>
                    <a:pt x="58889" y="24501"/>
                  </a:lnTo>
                  <a:lnTo>
                    <a:pt x="58029" y="24072"/>
                  </a:lnTo>
                  <a:lnTo>
                    <a:pt x="57169" y="23642"/>
                  </a:lnTo>
                  <a:lnTo>
                    <a:pt x="56417" y="23212"/>
                  </a:lnTo>
                  <a:lnTo>
                    <a:pt x="54913" y="22030"/>
                  </a:lnTo>
                  <a:lnTo>
                    <a:pt x="53516" y="20740"/>
                  </a:lnTo>
                  <a:lnTo>
                    <a:pt x="52441" y="19558"/>
                  </a:lnTo>
                  <a:lnTo>
                    <a:pt x="51474" y="18376"/>
                  </a:lnTo>
                  <a:lnTo>
                    <a:pt x="50829" y="17516"/>
                  </a:lnTo>
                  <a:lnTo>
                    <a:pt x="50077" y="16549"/>
                  </a:lnTo>
                  <a:lnTo>
                    <a:pt x="49217" y="15797"/>
                  </a:lnTo>
                  <a:lnTo>
                    <a:pt x="48143" y="15260"/>
                  </a:lnTo>
                  <a:lnTo>
                    <a:pt x="47068" y="14830"/>
                  </a:lnTo>
                  <a:lnTo>
                    <a:pt x="45886" y="14722"/>
                  </a:lnTo>
                  <a:lnTo>
                    <a:pt x="44704" y="14830"/>
                  </a:lnTo>
                  <a:lnTo>
                    <a:pt x="43629" y="15152"/>
                  </a:lnTo>
                  <a:lnTo>
                    <a:pt x="42555" y="15690"/>
                  </a:lnTo>
                  <a:lnTo>
                    <a:pt x="41587" y="16442"/>
                  </a:lnTo>
                  <a:lnTo>
                    <a:pt x="40835" y="17301"/>
                  </a:lnTo>
                  <a:lnTo>
                    <a:pt x="40190" y="18376"/>
                  </a:lnTo>
                  <a:lnTo>
                    <a:pt x="39868" y="19451"/>
                  </a:lnTo>
                  <a:lnTo>
                    <a:pt x="39761" y="20633"/>
                  </a:lnTo>
                  <a:lnTo>
                    <a:pt x="39761" y="21815"/>
                  </a:lnTo>
                  <a:lnTo>
                    <a:pt x="40083" y="22889"/>
                  </a:lnTo>
                  <a:lnTo>
                    <a:pt x="40620" y="24072"/>
                  </a:lnTo>
                  <a:lnTo>
                    <a:pt x="41265" y="24931"/>
                  </a:lnTo>
                  <a:lnTo>
                    <a:pt x="42447" y="26436"/>
                  </a:lnTo>
                  <a:lnTo>
                    <a:pt x="31701" y="45779"/>
                  </a:lnTo>
                  <a:lnTo>
                    <a:pt x="17624" y="71462"/>
                  </a:lnTo>
                  <a:lnTo>
                    <a:pt x="0" y="103593"/>
                  </a:lnTo>
                  <a:lnTo>
                    <a:pt x="0" y="110363"/>
                  </a:lnTo>
                  <a:lnTo>
                    <a:pt x="6770" y="110363"/>
                  </a:lnTo>
                  <a:lnTo>
                    <a:pt x="9134" y="112190"/>
                  </a:lnTo>
                  <a:lnTo>
                    <a:pt x="11498" y="114017"/>
                  </a:lnTo>
                  <a:lnTo>
                    <a:pt x="14077" y="115629"/>
                  </a:lnTo>
                  <a:lnTo>
                    <a:pt x="16656" y="117241"/>
                  </a:lnTo>
                  <a:lnTo>
                    <a:pt x="19343" y="118638"/>
                  </a:lnTo>
                  <a:lnTo>
                    <a:pt x="22137" y="119927"/>
                  </a:lnTo>
                  <a:lnTo>
                    <a:pt x="24931" y="121002"/>
                  </a:lnTo>
                  <a:lnTo>
                    <a:pt x="27832" y="122076"/>
                  </a:lnTo>
                  <a:lnTo>
                    <a:pt x="27832" y="128739"/>
                  </a:lnTo>
                  <a:lnTo>
                    <a:pt x="64477" y="128739"/>
                  </a:lnTo>
                  <a:lnTo>
                    <a:pt x="64477" y="122076"/>
                  </a:lnTo>
                  <a:lnTo>
                    <a:pt x="67378" y="121002"/>
                  </a:lnTo>
                  <a:lnTo>
                    <a:pt x="70172" y="119927"/>
                  </a:lnTo>
                  <a:lnTo>
                    <a:pt x="72966" y="118638"/>
                  </a:lnTo>
                  <a:lnTo>
                    <a:pt x="75653" y="117241"/>
                  </a:lnTo>
                  <a:lnTo>
                    <a:pt x="78232" y="115629"/>
                  </a:lnTo>
                  <a:lnTo>
                    <a:pt x="80703" y="114017"/>
                  </a:lnTo>
                  <a:lnTo>
                    <a:pt x="83175" y="112190"/>
                  </a:lnTo>
                  <a:lnTo>
                    <a:pt x="85432" y="110363"/>
                  </a:lnTo>
                  <a:lnTo>
                    <a:pt x="92202" y="110363"/>
                  </a:lnTo>
                  <a:lnTo>
                    <a:pt x="92202" y="103593"/>
                  </a:lnTo>
                  <a:lnTo>
                    <a:pt x="54483" y="35785"/>
                  </a:lnTo>
                  <a:lnTo>
                    <a:pt x="56095" y="36322"/>
                  </a:lnTo>
                  <a:lnTo>
                    <a:pt x="57814" y="36752"/>
                  </a:lnTo>
                  <a:lnTo>
                    <a:pt x="59641" y="36967"/>
                  </a:lnTo>
                  <a:lnTo>
                    <a:pt x="61468" y="37074"/>
                  </a:lnTo>
                  <a:lnTo>
                    <a:pt x="63617" y="36967"/>
                  </a:lnTo>
                  <a:lnTo>
                    <a:pt x="65659" y="36752"/>
                  </a:lnTo>
                  <a:lnTo>
                    <a:pt x="67701" y="36322"/>
                  </a:lnTo>
                  <a:lnTo>
                    <a:pt x="69635" y="35677"/>
                  </a:lnTo>
                  <a:lnTo>
                    <a:pt x="71569" y="34925"/>
                  </a:lnTo>
                  <a:lnTo>
                    <a:pt x="73503" y="34173"/>
                  </a:lnTo>
                  <a:lnTo>
                    <a:pt x="75223" y="33098"/>
                  </a:lnTo>
                  <a:lnTo>
                    <a:pt x="77050" y="32131"/>
                  </a:lnTo>
                  <a:lnTo>
                    <a:pt x="78769" y="30949"/>
                  </a:lnTo>
                  <a:lnTo>
                    <a:pt x="80488" y="29660"/>
                  </a:lnTo>
                  <a:lnTo>
                    <a:pt x="83712" y="27080"/>
                  </a:lnTo>
                  <a:lnTo>
                    <a:pt x="86936" y="24286"/>
                  </a:lnTo>
                  <a:lnTo>
                    <a:pt x="89945" y="21600"/>
                  </a:lnTo>
                  <a:lnTo>
                    <a:pt x="93276" y="18591"/>
                  </a:lnTo>
                  <a:lnTo>
                    <a:pt x="94888" y="17194"/>
                  </a:lnTo>
                  <a:lnTo>
                    <a:pt x="96500" y="15904"/>
                  </a:lnTo>
                  <a:lnTo>
                    <a:pt x="98005" y="14722"/>
                  </a:lnTo>
                  <a:lnTo>
                    <a:pt x="99402" y="13755"/>
                  </a:lnTo>
                  <a:lnTo>
                    <a:pt x="100799" y="13003"/>
                  </a:lnTo>
                  <a:lnTo>
                    <a:pt x="102088" y="12573"/>
                  </a:lnTo>
                  <a:lnTo>
                    <a:pt x="104022" y="12251"/>
                  </a:lnTo>
                  <a:lnTo>
                    <a:pt x="105742" y="12143"/>
                  </a:lnTo>
                  <a:lnTo>
                    <a:pt x="107354" y="12251"/>
                  </a:lnTo>
                  <a:lnTo>
                    <a:pt x="108966" y="12466"/>
                  </a:lnTo>
                  <a:lnTo>
                    <a:pt x="110363" y="13003"/>
                  </a:lnTo>
                  <a:lnTo>
                    <a:pt x="111867" y="13648"/>
                  </a:lnTo>
                  <a:lnTo>
                    <a:pt x="114984" y="15367"/>
                  </a:lnTo>
                  <a:lnTo>
                    <a:pt x="118315" y="17087"/>
                  </a:lnTo>
                  <a:lnTo>
                    <a:pt x="120142" y="17946"/>
                  </a:lnTo>
                  <a:lnTo>
                    <a:pt x="122076" y="18806"/>
                  </a:lnTo>
                  <a:lnTo>
                    <a:pt x="122076" y="18591"/>
                  </a:lnTo>
                  <a:lnTo>
                    <a:pt x="121968" y="15260"/>
                  </a:lnTo>
                  <a:lnTo>
                    <a:pt x="121646" y="12573"/>
                  </a:lnTo>
                  <a:lnTo>
                    <a:pt x="121216" y="10102"/>
                  </a:lnTo>
                  <a:lnTo>
                    <a:pt x="120786" y="8060"/>
                  </a:lnTo>
                  <a:lnTo>
                    <a:pt x="120464" y="6233"/>
                  </a:lnTo>
                  <a:lnTo>
                    <a:pt x="120142" y="4406"/>
                  </a:lnTo>
                  <a:lnTo>
                    <a:pt x="118207" y="3331"/>
                  </a:lnTo>
                  <a:lnTo>
                    <a:pt x="116166" y="2364"/>
                  </a:lnTo>
                  <a:lnTo>
                    <a:pt x="113801" y="1397"/>
                  </a:lnTo>
                  <a:lnTo>
                    <a:pt x="112619" y="967"/>
                  </a:lnTo>
                  <a:lnTo>
                    <a:pt x="111437" y="645"/>
                  </a:lnTo>
                  <a:lnTo>
                    <a:pt x="110040" y="430"/>
                  </a:lnTo>
                  <a:lnTo>
                    <a:pt x="108751" y="215"/>
                  </a:lnTo>
                  <a:lnTo>
                    <a:pt x="1072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6"/>
            <p:cNvSpPr/>
            <p:nvPr/>
          </p:nvSpPr>
          <p:spPr>
            <a:xfrm>
              <a:off x="4049100" y="541700"/>
              <a:ext cx="3051900" cy="3218500"/>
            </a:xfrm>
            <a:custGeom>
              <a:avLst/>
              <a:gdLst/>
              <a:ahLst/>
              <a:cxnLst/>
              <a:rect l="l" t="t" r="r" b="b"/>
              <a:pathLst>
                <a:path w="122076" h="128740" extrusionOk="0">
                  <a:moveTo>
                    <a:pt x="76942" y="17624"/>
                  </a:moveTo>
                  <a:lnTo>
                    <a:pt x="77587" y="17839"/>
                  </a:lnTo>
                  <a:lnTo>
                    <a:pt x="78124" y="18161"/>
                  </a:lnTo>
                  <a:lnTo>
                    <a:pt x="78554" y="18484"/>
                  </a:lnTo>
                  <a:lnTo>
                    <a:pt x="78984" y="19021"/>
                  </a:lnTo>
                  <a:lnTo>
                    <a:pt x="79306" y="19558"/>
                  </a:lnTo>
                  <a:lnTo>
                    <a:pt x="79414" y="20095"/>
                  </a:lnTo>
                  <a:lnTo>
                    <a:pt x="79521" y="20740"/>
                  </a:lnTo>
                  <a:lnTo>
                    <a:pt x="79414" y="21600"/>
                  </a:lnTo>
                  <a:lnTo>
                    <a:pt x="79092" y="22352"/>
                  </a:lnTo>
                  <a:lnTo>
                    <a:pt x="78662" y="22997"/>
                  </a:lnTo>
                  <a:lnTo>
                    <a:pt x="78017" y="23534"/>
                  </a:lnTo>
                  <a:lnTo>
                    <a:pt x="77050" y="21815"/>
                  </a:lnTo>
                  <a:lnTo>
                    <a:pt x="76512" y="21707"/>
                  </a:lnTo>
                  <a:lnTo>
                    <a:pt x="75975" y="21707"/>
                  </a:lnTo>
                  <a:lnTo>
                    <a:pt x="75438" y="21922"/>
                  </a:lnTo>
                  <a:lnTo>
                    <a:pt x="75115" y="22352"/>
                  </a:lnTo>
                  <a:lnTo>
                    <a:pt x="74471" y="23427"/>
                  </a:lnTo>
                  <a:lnTo>
                    <a:pt x="73933" y="22889"/>
                  </a:lnTo>
                  <a:lnTo>
                    <a:pt x="73504" y="22245"/>
                  </a:lnTo>
                  <a:lnTo>
                    <a:pt x="73181" y="21600"/>
                  </a:lnTo>
                  <a:lnTo>
                    <a:pt x="73181" y="20740"/>
                  </a:lnTo>
                  <a:lnTo>
                    <a:pt x="73181" y="20095"/>
                  </a:lnTo>
                  <a:lnTo>
                    <a:pt x="73396" y="19558"/>
                  </a:lnTo>
                  <a:lnTo>
                    <a:pt x="73718" y="19021"/>
                  </a:lnTo>
                  <a:lnTo>
                    <a:pt x="74041" y="18484"/>
                  </a:lnTo>
                  <a:lnTo>
                    <a:pt x="74578" y="18161"/>
                  </a:lnTo>
                  <a:lnTo>
                    <a:pt x="75115" y="17839"/>
                  </a:lnTo>
                  <a:lnTo>
                    <a:pt x="75653" y="17624"/>
                  </a:lnTo>
                  <a:close/>
                  <a:moveTo>
                    <a:pt x="77372" y="29122"/>
                  </a:moveTo>
                  <a:lnTo>
                    <a:pt x="118852" y="103593"/>
                  </a:lnTo>
                  <a:lnTo>
                    <a:pt x="32991" y="103593"/>
                  </a:lnTo>
                  <a:lnTo>
                    <a:pt x="72107" y="33421"/>
                  </a:lnTo>
                  <a:lnTo>
                    <a:pt x="73611" y="32346"/>
                  </a:lnTo>
                  <a:lnTo>
                    <a:pt x="75008" y="31271"/>
                  </a:lnTo>
                  <a:lnTo>
                    <a:pt x="76190" y="30197"/>
                  </a:lnTo>
                  <a:lnTo>
                    <a:pt x="77372" y="29122"/>
                  </a:lnTo>
                  <a:close/>
                  <a:moveTo>
                    <a:pt x="14830" y="0"/>
                  </a:moveTo>
                  <a:lnTo>
                    <a:pt x="13325" y="215"/>
                  </a:lnTo>
                  <a:lnTo>
                    <a:pt x="12036" y="430"/>
                  </a:lnTo>
                  <a:lnTo>
                    <a:pt x="10639" y="645"/>
                  </a:lnTo>
                  <a:lnTo>
                    <a:pt x="9457" y="967"/>
                  </a:lnTo>
                  <a:lnTo>
                    <a:pt x="8275" y="1397"/>
                  </a:lnTo>
                  <a:lnTo>
                    <a:pt x="6018" y="2364"/>
                  </a:lnTo>
                  <a:lnTo>
                    <a:pt x="3869" y="3331"/>
                  </a:lnTo>
                  <a:lnTo>
                    <a:pt x="1934" y="4406"/>
                  </a:lnTo>
                  <a:lnTo>
                    <a:pt x="1612" y="6233"/>
                  </a:lnTo>
                  <a:lnTo>
                    <a:pt x="1290" y="8060"/>
                  </a:lnTo>
                  <a:lnTo>
                    <a:pt x="860" y="10102"/>
                  </a:lnTo>
                  <a:lnTo>
                    <a:pt x="430" y="12573"/>
                  </a:lnTo>
                  <a:lnTo>
                    <a:pt x="108" y="15260"/>
                  </a:lnTo>
                  <a:lnTo>
                    <a:pt x="0" y="18591"/>
                  </a:lnTo>
                  <a:lnTo>
                    <a:pt x="0" y="18806"/>
                  </a:lnTo>
                  <a:lnTo>
                    <a:pt x="1934" y="17946"/>
                  </a:lnTo>
                  <a:lnTo>
                    <a:pt x="3761" y="17087"/>
                  </a:lnTo>
                  <a:lnTo>
                    <a:pt x="7092" y="15367"/>
                  </a:lnTo>
                  <a:lnTo>
                    <a:pt x="10209" y="13648"/>
                  </a:lnTo>
                  <a:lnTo>
                    <a:pt x="11713" y="13003"/>
                  </a:lnTo>
                  <a:lnTo>
                    <a:pt x="13110" y="12466"/>
                  </a:lnTo>
                  <a:lnTo>
                    <a:pt x="14722" y="12251"/>
                  </a:lnTo>
                  <a:lnTo>
                    <a:pt x="16334" y="12143"/>
                  </a:lnTo>
                  <a:lnTo>
                    <a:pt x="18054" y="12251"/>
                  </a:lnTo>
                  <a:lnTo>
                    <a:pt x="19988" y="12573"/>
                  </a:lnTo>
                  <a:lnTo>
                    <a:pt x="21277" y="13003"/>
                  </a:lnTo>
                  <a:lnTo>
                    <a:pt x="22674" y="13755"/>
                  </a:lnTo>
                  <a:lnTo>
                    <a:pt x="24071" y="14722"/>
                  </a:lnTo>
                  <a:lnTo>
                    <a:pt x="25576" y="15904"/>
                  </a:lnTo>
                  <a:lnTo>
                    <a:pt x="27188" y="17194"/>
                  </a:lnTo>
                  <a:lnTo>
                    <a:pt x="28800" y="18591"/>
                  </a:lnTo>
                  <a:lnTo>
                    <a:pt x="32131" y="21600"/>
                  </a:lnTo>
                  <a:lnTo>
                    <a:pt x="35140" y="24286"/>
                  </a:lnTo>
                  <a:lnTo>
                    <a:pt x="38364" y="27080"/>
                  </a:lnTo>
                  <a:lnTo>
                    <a:pt x="41588" y="29660"/>
                  </a:lnTo>
                  <a:lnTo>
                    <a:pt x="43307" y="30949"/>
                  </a:lnTo>
                  <a:lnTo>
                    <a:pt x="45026" y="32131"/>
                  </a:lnTo>
                  <a:lnTo>
                    <a:pt x="46853" y="33098"/>
                  </a:lnTo>
                  <a:lnTo>
                    <a:pt x="48573" y="34173"/>
                  </a:lnTo>
                  <a:lnTo>
                    <a:pt x="50507" y="34925"/>
                  </a:lnTo>
                  <a:lnTo>
                    <a:pt x="52441" y="35677"/>
                  </a:lnTo>
                  <a:lnTo>
                    <a:pt x="54375" y="36322"/>
                  </a:lnTo>
                  <a:lnTo>
                    <a:pt x="56417" y="36752"/>
                  </a:lnTo>
                  <a:lnTo>
                    <a:pt x="58459" y="36967"/>
                  </a:lnTo>
                  <a:lnTo>
                    <a:pt x="60608" y="37074"/>
                  </a:lnTo>
                  <a:lnTo>
                    <a:pt x="62435" y="36967"/>
                  </a:lnTo>
                  <a:lnTo>
                    <a:pt x="64262" y="36752"/>
                  </a:lnTo>
                  <a:lnTo>
                    <a:pt x="65981" y="36322"/>
                  </a:lnTo>
                  <a:lnTo>
                    <a:pt x="67593" y="35785"/>
                  </a:lnTo>
                  <a:lnTo>
                    <a:pt x="29874" y="103593"/>
                  </a:lnTo>
                  <a:lnTo>
                    <a:pt x="29874" y="110363"/>
                  </a:lnTo>
                  <a:lnTo>
                    <a:pt x="36644" y="110363"/>
                  </a:lnTo>
                  <a:lnTo>
                    <a:pt x="38901" y="112190"/>
                  </a:lnTo>
                  <a:lnTo>
                    <a:pt x="41373" y="114017"/>
                  </a:lnTo>
                  <a:lnTo>
                    <a:pt x="43844" y="115629"/>
                  </a:lnTo>
                  <a:lnTo>
                    <a:pt x="46423" y="117241"/>
                  </a:lnTo>
                  <a:lnTo>
                    <a:pt x="49110" y="118638"/>
                  </a:lnTo>
                  <a:lnTo>
                    <a:pt x="51904" y="119927"/>
                  </a:lnTo>
                  <a:lnTo>
                    <a:pt x="54698" y="121002"/>
                  </a:lnTo>
                  <a:lnTo>
                    <a:pt x="57599" y="122076"/>
                  </a:lnTo>
                  <a:lnTo>
                    <a:pt x="57599" y="128739"/>
                  </a:lnTo>
                  <a:lnTo>
                    <a:pt x="94244" y="128739"/>
                  </a:lnTo>
                  <a:lnTo>
                    <a:pt x="94244" y="122076"/>
                  </a:lnTo>
                  <a:lnTo>
                    <a:pt x="97145" y="121002"/>
                  </a:lnTo>
                  <a:lnTo>
                    <a:pt x="99939" y="119927"/>
                  </a:lnTo>
                  <a:lnTo>
                    <a:pt x="102733" y="118638"/>
                  </a:lnTo>
                  <a:lnTo>
                    <a:pt x="105420" y="117241"/>
                  </a:lnTo>
                  <a:lnTo>
                    <a:pt x="107999" y="115629"/>
                  </a:lnTo>
                  <a:lnTo>
                    <a:pt x="110578" y="114017"/>
                  </a:lnTo>
                  <a:lnTo>
                    <a:pt x="112942" y="112190"/>
                  </a:lnTo>
                  <a:lnTo>
                    <a:pt x="115306" y="110363"/>
                  </a:lnTo>
                  <a:lnTo>
                    <a:pt x="122076" y="110363"/>
                  </a:lnTo>
                  <a:lnTo>
                    <a:pt x="122076" y="103593"/>
                  </a:lnTo>
                  <a:lnTo>
                    <a:pt x="104452" y="71462"/>
                  </a:lnTo>
                  <a:lnTo>
                    <a:pt x="90375" y="45779"/>
                  </a:lnTo>
                  <a:lnTo>
                    <a:pt x="79629" y="26436"/>
                  </a:lnTo>
                  <a:lnTo>
                    <a:pt x="80811" y="24931"/>
                  </a:lnTo>
                  <a:lnTo>
                    <a:pt x="81456" y="24072"/>
                  </a:lnTo>
                  <a:lnTo>
                    <a:pt x="81993" y="22889"/>
                  </a:lnTo>
                  <a:lnTo>
                    <a:pt x="82315" y="21815"/>
                  </a:lnTo>
                  <a:lnTo>
                    <a:pt x="82315" y="20633"/>
                  </a:lnTo>
                  <a:lnTo>
                    <a:pt x="82208" y="19451"/>
                  </a:lnTo>
                  <a:lnTo>
                    <a:pt x="81886" y="18376"/>
                  </a:lnTo>
                  <a:lnTo>
                    <a:pt x="81241" y="17301"/>
                  </a:lnTo>
                  <a:lnTo>
                    <a:pt x="80489" y="16442"/>
                  </a:lnTo>
                  <a:lnTo>
                    <a:pt x="79521" y="15690"/>
                  </a:lnTo>
                  <a:lnTo>
                    <a:pt x="78447" y="15152"/>
                  </a:lnTo>
                  <a:lnTo>
                    <a:pt x="77372" y="14830"/>
                  </a:lnTo>
                  <a:lnTo>
                    <a:pt x="76190" y="14722"/>
                  </a:lnTo>
                  <a:lnTo>
                    <a:pt x="75008" y="14830"/>
                  </a:lnTo>
                  <a:lnTo>
                    <a:pt x="73933" y="15260"/>
                  </a:lnTo>
                  <a:lnTo>
                    <a:pt x="72859" y="15797"/>
                  </a:lnTo>
                  <a:lnTo>
                    <a:pt x="71999" y="16549"/>
                  </a:lnTo>
                  <a:lnTo>
                    <a:pt x="71247" y="17516"/>
                  </a:lnTo>
                  <a:lnTo>
                    <a:pt x="70602" y="18376"/>
                  </a:lnTo>
                  <a:lnTo>
                    <a:pt x="69635" y="19558"/>
                  </a:lnTo>
                  <a:lnTo>
                    <a:pt x="68560" y="20740"/>
                  </a:lnTo>
                  <a:lnTo>
                    <a:pt x="67163" y="22030"/>
                  </a:lnTo>
                  <a:lnTo>
                    <a:pt x="65659" y="23212"/>
                  </a:lnTo>
                  <a:lnTo>
                    <a:pt x="64907" y="23642"/>
                  </a:lnTo>
                  <a:lnTo>
                    <a:pt x="64047" y="24072"/>
                  </a:lnTo>
                  <a:lnTo>
                    <a:pt x="63187" y="24501"/>
                  </a:lnTo>
                  <a:lnTo>
                    <a:pt x="62328" y="24824"/>
                  </a:lnTo>
                  <a:lnTo>
                    <a:pt x="61468" y="24931"/>
                  </a:lnTo>
                  <a:lnTo>
                    <a:pt x="60608" y="25039"/>
                  </a:lnTo>
                  <a:lnTo>
                    <a:pt x="59319" y="24931"/>
                  </a:lnTo>
                  <a:lnTo>
                    <a:pt x="58029" y="24716"/>
                  </a:lnTo>
                  <a:lnTo>
                    <a:pt x="56740" y="24394"/>
                  </a:lnTo>
                  <a:lnTo>
                    <a:pt x="55450" y="23964"/>
                  </a:lnTo>
                  <a:lnTo>
                    <a:pt x="54161" y="23427"/>
                  </a:lnTo>
                  <a:lnTo>
                    <a:pt x="52978" y="22675"/>
                  </a:lnTo>
                  <a:lnTo>
                    <a:pt x="51689" y="21922"/>
                  </a:lnTo>
                  <a:lnTo>
                    <a:pt x="50399" y="21170"/>
                  </a:lnTo>
                  <a:lnTo>
                    <a:pt x="47820" y="19236"/>
                  </a:lnTo>
                  <a:lnTo>
                    <a:pt x="45349" y="17194"/>
                  </a:lnTo>
                  <a:lnTo>
                    <a:pt x="42770" y="14937"/>
                  </a:lnTo>
                  <a:lnTo>
                    <a:pt x="40298" y="12681"/>
                  </a:lnTo>
                  <a:lnTo>
                    <a:pt x="36000" y="8812"/>
                  </a:lnTo>
                  <a:lnTo>
                    <a:pt x="33958" y="6985"/>
                  </a:lnTo>
                  <a:lnTo>
                    <a:pt x="31809" y="5373"/>
                  </a:lnTo>
                  <a:lnTo>
                    <a:pt x="29659" y="3869"/>
                  </a:lnTo>
                  <a:lnTo>
                    <a:pt x="27403" y="2579"/>
                  </a:lnTo>
                  <a:lnTo>
                    <a:pt x="26328" y="2042"/>
                  </a:lnTo>
                  <a:lnTo>
                    <a:pt x="25253" y="1612"/>
                  </a:lnTo>
                  <a:lnTo>
                    <a:pt x="24071" y="1182"/>
                  </a:lnTo>
                  <a:lnTo>
                    <a:pt x="22997" y="860"/>
                  </a:lnTo>
                  <a:lnTo>
                    <a:pt x="21170" y="430"/>
                  </a:lnTo>
                  <a:lnTo>
                    <a:pt x="19451" y="215"/>
                  </a:lnTo>
                  <a:lnTo>
                    <a:pt x="1783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 name="Google Shape;53;p6"/>
          <p:cNvSpPr txBox="1">
            <a:spLocks noGrp="1"/>
          </p:cNvSpPr>
          <p:nvPr>
            <p:ph type="title"/>
          </p:nvPr>
        </p:nvSpPr>
        <p:spPr>
          <a:xfrm>
            <a:off x="2096700" y="669775"/>
            <a:ext cx="6687600" cy="393600"/>
          </a:xfrm>
          <a:prstGeom prst="rect">
            <a:avLst/>
          </a:prstGeom>
        </p:spPr>
        <p:txBody>
          <a:bodyPr spcFirstLastPara="1" wrap="square" lIns="0" tIns="0" rIns="0" bIns="0" anchor="b" anchorCtr="0">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a:endParaRPr/>
          </a:p>
        </p:txBody>
      </p:sp>
      <p:sp>
        <p:nvSpPr>
          <p:cNvPr id="54" name="Google Shape;54;p6"/>
          <p:cNvSpPr txBox="1">
            <a:spLocks noGrp="1"/>
          </p:cNvSpPr>
          <p:nvPr>
            <p:ph type="body" idx="1"/>
          </p:nvPr>
        </p:nvSpPr>
        <p:spPr>
          <a:xfrm>
            <a:off x="2096750" y="1200150"/>
            <a:ext cx="3067800" cy="3248100"/>
          </a:xfrm>
          <a:prstGeom prst="rect">
            <a:avLst/>
          </a:prstGeom>
        </p:spPr>
        <p:txBody>
          <a:bodyPr spcFirstLastPara="1" wrap="square" lIns="0" tIns="0" rIns="0" bIns="0" anchor="t" anchorCtr="0">
            <a:noAutofit/>
          </a:bodyPr>
          <a:lstStyle>
            <a:lvl1pPr marL="457200" lvl="0" indent="-368300">
              <a:spcBef>
                <a:spcPts val="600"/>
              </a:spcBef>
              <a:spcAft>
                <a:spcPts val="0"/>
              </a:spcAft>
              <a:buSzPts val="2200"/>
              <a:buChar char="◈"/>
              <a:defRPr sz="22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a:endParaRPr/>
          </a:p>
        </p:txBody>
      </p:sp>
      <p:sp>
        <p:nvSpPr>
          <p:cNvPr id="55" name="Google Shape;55;p6"/>
          <p:cNvSpPr txBox="1">
            <a:spLocks noGrp="1"/>
          </p:cNvSpPr>
          <p:nvPr>
            <p:ph type="body" idx="2"/>
          </p:nvPr>
        </p:nvSpPr>
        <p:spPr>
          <a:xfrm>
            <a:off x="5716510" y="1200150"/>
            <a:ext cx="3067800" cy="3248100"/>
          </a:xfrm>
          <a:prstGeom prst="rect">
            <a:avLst/>
          </a:prstGeom>
        </p:spPr>
        <p:txBody>
          <a:bodyPr spcFirstLastPara="1" wrap="square" lIns="0" tIns="0" rIns="0" bIns="0" anchor="t" anchorCtr="0">
            <a:noAutofit/>
          </a:bodyPr>
          <a:lstStyle>
            <a:lvl1pPr marL="457200" lvl="0" indent="-368300">
              <a:spcBef>
                <a:spcPts val="600"/>
              </a:spcBef>
              <a:spcAft>
                <a:spcPts val="0"/>
              </a:spcAft>
              <a:buSzPts val="2200"/>
              <a:buChar char="◈"/>
              <a:defRPr sz="2200"/>
            </a:lvl1pPr>
            <a:lvl2pPr marL="914400" lvl="1" indent="-368300">
              <a:spcBef>
                <a:spcPts val="0"/>
              </a:spcBef>
              <a:spcAft>
                <a:spcPts val="0"/>
              </a:spcAft>
              <a:buSzPts val="2200"/>
              <a:buChar char="⬩"/>
              <a:defRPr sz="2200"/>
            </a:lvl2pPr>
            <a:lvl3pPr marL="1371600" lvl="2" indent="-368300">
              <a:spcBef>
                <a:spcPts val="0"/>
              </a:spcBef>
              <a:spcAft>
                <a:spcPts val="0"/>
              </a:spcAft>
              <a:buSzPts val="2200"/>
              <a:buChar char="⬩"/>
              <a:defRPr sz="2200"/>
            </a:lvl3pPr>
            <a:lvl4pPr marL="1828800" lvl="3" indent="-368300">
              <a:spcBef>
                <a:spcPts val="0"/>
              </a:spcBef>
              <a:spcAft>
                <a:spcPts val="0"/>
              </a:spcAft>
              <a:buSzPts val="2200"/>
              <a:buChar char="⬩"/>
              <a:defRPr sz="2200"/>
            </a:lvl4pPr>
            <a:lvl5pPr marL="2286000" lvl="4" indent="-368300">
              <a:spcBef>
                <a:spcPts val="0"/>
              </a:spcBef>
              <a:spcAft>
                <a:spcPts val="0"/>
              </a:spcAft>
              <a:buSzPts val="2200"/>
              <a:buChar char="⬩"/>
              <a:defRPr sz="2200"/>
            </a:lvl5pPr>
            <a:lvl6pPr marL="2743200" lvl="5" indent="-368300">
              <a:spcBef>
                <a:spcPts val="0"/>
              </a:spcBef>
              <a:spcAft>
                <a:spcPts val="0"/>
              </a:spcAft>
              <a:buSzPts val="2200"/>
              <a:buChar char="⬩"/>
              <a:defRPr sz="2200"/>
            </a:lvl6pPr>
            <a:lvl7pPr marL="3200400" lvl="6" indent="-368300">
              <a:spcBef>
                <a:spcPts val="0"/>
              </a:spcBef>
              <a:spcAft>
                <a:spcPts val="0"/>
              </a:spcAft>
              <a:buSzPts val="2200"/>
              <a:buChar char="⬩"/>
              <a:defRPr sz="2200"/>
            </a:lvl7pPr>
            <a:lvl8pPr marL="3657600" lvl="7" indent="-368300">
              <a:spcBef>
                <a:spcPts val="0"/>
              </a:spcBef>
              <a:spcAft>
                <a:spcPts val="0"/>
              </a:spcAft>
              <a:buSzPts val="2200"/>
              <a:buChar char="⬩"/>
              <a:defRPr sz="2200"/>
            </a:lvl8pPr>
            <a:lvl9pPr marL="4114800" lvl="8" indent="-368300">
              <a:spcBef>
                <a:spcPts val="0"/>
              </a:spcBef>
              <a:spcAft>
                <a:spcPts val="0"/>
              </a:spcAft>
              <a:buSzPts val="2200"/>
              <a:buChar char="⬩"/>
              <a:defRPr sz="2200"/>
            </a:lvl9pPr>
          </a:lstStyle>
          <a:p>
            <a:endParaRPr/>
          </a:p>
        </p:txBody>
      </p:sp>
      <p:sp>
        <p:nvSpPr>
          <p:cNvPr id="56" name="Google Shape;56;p6"/>
          <p:cNvSpPr txBox="1">
            <a:spLocks noGrp="1"/>
          </p:cNvSpPr>
          <p:nvPr>
            <p:ph type="sldNum" idx="12"/>
          </p:nvPr>
        </p:nvSpPr>
        <p:spPr>
          <a:xfrm>
            <a:off x="359692" y="1023975"/>
            <a:ext cx="10176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57"/>
        <p:cNvGrpSpPr/>
        <p:nvPr/>
      </p:nvGrpSpPr>
      <p:grpSpPr>
        <a:xfrm>
          <a:off x="0" y="0"/>
          <a:ext cx="0" cy="0"/>
          <a:chOff x="0" y="0"/>
          <a:chExt cx="0" cy="0"/>
        </a:xfrm>
      </p:grpSpPr>
      <p:sp>
        <p:nvSpPr>
          <p:cNvPr id="58" name="Google Shape;58;p7"/>
          <p:cNvSpPr/>
          <p:nvPr/>
        </p:nvSpPr>
        <p:spPr>
          <a:xfrm>
            <a:off x="1737000" y="359700"/>
            <a:ext cx="7407000" cy="4424100"/>
          </a:xfrm>
          <a:prstGeom prst="rect">
            <a:avLst/>
          </a:prstGeom>
          <a:solidFill>
            <a:srgbClr val="FFFFFF"/>
          </a:solidFill>
          <a:ln>
            <a:noFill/>
          </a:ln>
          <a:effectLst>
            <a:outerShdw blurRad="185738" dist="9525" dir="5400000" algn="bl" rotWithShape="0">
              <a:srgbClr val="66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9" name="Google Shape;59;p7"/>
          <p:cNvCxnSpPr/>
          <p:nvPr/>
        </p:nvCxnSpPr>
        <p:spPr>
          <a:xfrm>
            <a:off x="2100325" y="1022209"/>
            <a:ext cx="7067700" cy="0"/>
          </a:xfrm>
          <a:prstGeom prst="straightConnector1">
            <a:avLst/>
          </a:prstGeom>
          <a:noFill/>
          <a:ln w="9525" cap="flat" cmpd="sng">
            <a:solidFill>
              <a:srgbClr val="E2D7D0"/>
            </a:solidFill>
            <a:prstDash val="solid"/>
            <a:round/>
            <a:headEnd type="none" w="med" len="med"/>
            <a:tailEnd type="none" w="med" len="med"/>
          </a:ln>
        </p:spPr>
      </p:cxnSp>
      <p:sp>
        <p:nvSpPr>
          <p:cNvPr id="60" name="Google Shape;60;p7"/>
          <p:cNvSpPr/>
          <p:nvPr/>
        </p:nvSpPr>
        <p:spPr>
          <a:xfrm rot="-5400000">
            <a:off x="-262350" y="291375"/>
            <a:ext cx="2261700" cy="1017600"/>
          </a:xfrm>
          <a:prstGeom prst="chevron">
            <a:avLst>
              <a:gd name="adj" fmla="val 31570"/>
            </a:avLst>
          </a:prstGeom>
          <a:gradFill>
            <a:gsLst>
              <a:gs pos="0">
                <a:srgbClr val="AD0B2D"/>
              </a:gs>
              <a:gs pos="31000">
                <a:srgbClr val="AD0B2D"/>
              </a:gs>
              <a:gs pos="100000">
                <a:srgbClr val="8B0E34"/>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 name="Google Shape;61;p7"/>
          <p:cNvGrpSpPr/>
          <p:nvPr/>
        </p:nvGrpSpPr>
        <p:grpSpPr>
          <a:xfrm>
            <a:off x="515476" y="363010"/>
            <a:ext cx="706249" cy="536972"/>
            <a:chOff x="519000" y="238125"/>
            <a:chExt cx="6582000" cy="5238750"/>
          </a:xfrm>
        </p:grpSpPr>
        <p:sp>
          <p:nvSpPr>
            <p:cNvPr id="62" name="Google Shape;62;p7"/>
            <p:cNvSpPr/>
            <p:nvPr/>
          </p:nvSpPr>
          <p:spPr>
            <a:xfrm>
              <a:off x="2928800" y="4770300"/>
              <a:ext cx="1762400" cy="306300"/>
            </a:xfrm>
            <a:custGeom>
              <a:avLst/>
              <a:gdLst/>
              <a:ahLst/>
              <a:cxnLst/>
              <a:rect l="l" t="t" r="r" b="b"/>
              <a:pathLst>
                <a:path w="70496" h="12252" extrusionOk="0">
                  <a:moveTo>
                    <a:pt x="6233" y="1"/>
                  </a:moveTo>
                  <a:lnTo>
                    <a:pt x="5051" y="108"/>
                  </a:lnTo>
                  <a:lnTo>
                    <a:pt x="3869" y="430"/>
                  </a:lnTo>
                  <a:lnTo>
                    <a:pt x="2902" y="968"/>
                  </a:lnTo>
                  <a:lnTo>
                    <a:pt x="1935" y="1720"/>
                  </a:lnTo>
                  <a:lnTo>
                    <a:pt x="1183" y="2580"/>
                  </a:lnTo>
                  <a:lnTo>
                    <a:pt x="538" y="3547"/>
                  </a:lnTo>
                  <a:lnTo>
                    <a:pt x="108" y="4621"/>
                  </a:lnTo>
                  <a:lnTo>
                    <a:pt x="1" y="5911"/>
                  </a:lnTo>
                  <a:lnTo>
                    <a:pt x="1" y="6556"/>
                  </a:lnTo>
                  <a:lnTo>
                    <a:pt x="1" y="7201"/>
                  </a:lnTo>
                  <a:lnTo>
                    <a:pt x="216" y="7738"/>
                  </a:lnTo>
                  <a:lnTo>
                    <a:pt x="323" y="8383"/>
                  </a:lnTo>
                  <a:lnTo>
                    <a:pt x="860" y="9457"/>
                  </a:lnTo>
                  <a:lnTo>
                    <a:pt x="1613" y="10424"/>
                  </a:lnTo>
                  <a:lnTo>
                    <a:pt x="2580" y="11177"/>
                  </a:lnTo>
                  <a:lnTo>
                    <a:pt x="3654" y="11821"/>
                  </a:lnTo>
                  <a:lnTo>
                    <a:pt x="4836" y="12144"/>
                  </a:lnTo>
                  <a:lnTo>
                    <a:pt x="5481" y="12251"/>
                  </a:lnTo>
                  <a:lnTo>
                    <a:pt x="65015" y="12251"/>
                  </a:lnTo>
                  <a:lnTo>
                    <a:pt x="65660" y="12144"/>
                  </a:lnTo>
                  <a:lnTo>
                    <a:pt x="66842" y="11821"/>
                  </a:lnTo>
                  <a:lnTo>
                    <a:pt x="67916" y="11177"/>
                  </a:lnTo>
                  <a:lnTo>
                    <a:pt x="68883" y="10424"/>
                  </a:lnTo>
                  <a:lnTo>
                    <a:pt x="69636" y="9457"/>
                  </a:lnTo>
                  <a:lnTo>
                    <a:pt x="70173" y="8383"/>
                  </a:lnTo>
                  <a:lnTo>
                    <a:pt x="70280" y="7738"/>
                  </a:lnTo>
                  <a:lnTo>
                    <a:pt x="70495" y="7201"/>
                  </a:lnTo>
                  <a:lnTo>
                    <a:pt x="70495" y="6556"/>
                  </a:lnTo>
                  <a:lnTo>
                    <a:pt x="70495" y="5911"/>
                  </a:lnTo>
                  <a:lnTo>
                    <a:pt x="70388" y="4621"/>
                  </a:lnTo>
                  <a:lnTo>
                    <a:pt x="69958" y="3547"/>
                  </a:lnTo>
                  <a:lnTo>
                    <a:pt x="69313" y="2580"/>
                  </a:lnTo>
                  <a:lnTo>
                    <a:pt x="68561" y="1720"/>
                  </a:lnTo>
                  <a:lnTo>
                    <a:pt x="67594" y="968"/>
                  </a:lnTo>
                  <a:lnTo>
                    <a:pt x="66627" y="430"/>
                  </a:lnTo>
                  <a:lnTo>
                    <a:pt x="65445" y="108"/>
                  </a:lnTo>
                  <a:lnTo>
                    <a:pt x="642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7"/>
            <p:cNvSpPr/>
            <p:nvPr/>
          </p:nvSpPr>
          <p:spPr>
            <a:xfrm>
              <a:off x="2190000" y="5170600"/>
              <a:ext cx="3240000" cy="306275"/>
            </a:xfrm>
            <a:custGeom>
              <a:avLst/>
              <a:gdLst/>
              <a:ahLst/>
              <a:cxnLst/>
              <a:rect l="l" t="t" r="r" b="b"/>
              <a:pathLst>
                <a:path w="129600" h="12251" extrusionOk="0">
                  <a:moveTo>
                    <a:pt x="6126" y="0"/>
                  </a:moveTo>
                  <a:lnTo>
                    <a:pt x="4944" y="108"/>
                  </a:lnTo>
                  <a:lnTo>
                    <a:pt x="3762" y="430"/>
                  </a:lnTo>
                  <a:lnTo>
                    <a:pt x="2687" y="1075"/>
                  </a:lnTo>
                  <a:lnTo>
                    <a:pt x="1828" y="1827"/>
                  </a:lnTo>
                  <a:lnTo>
                    <a:pt x="1075" y="2687"/>
                  </a:lnTo>
                  <a:lnTo>
                    <a:pt x="538" y="3762"/>
                  </a:lnTo>
                  <a:lnTo>
                    <a:pt x="108" y="4836"/>
                  </a:lnTo>
                  <a:lnTo>
                    <a:pt x="1" y="6126"/>
                  </a:lnTo>
                  <a:lnTo>
                    <a:pt x="108" y="7308"/>
                  </a:lnTo>
                  <a:lnTo>
                    <a:pt x="538" y="8490"/>
                  </a:lnTo>
                  <a:lnTo>
                    <a:pt x="1075" y="9564"/>
                  </a:lnTo>
                  <a:lnTo>
                    <a:pt x="1828" y="10424"/>
                  </a:lnTo>
                  <a:lnTo>
                    <a:pt x="2687" y="11176"/>
                  </a:lnTo>
                  <a:lnTo>
                    <a:pt x="3762" y="11821"/>
                  </a:lnTo>
                  <a:lnTo>
                    <a:pt x="4944" y="12144"/>
                  </a:lnTo>
                  <a:lnTo>
                    <a:pt x="6126" y="12251"/>
                  </a:lnTo>
                  <a:lnTo>
                    <a:pt x="123474" y="12251"/>
                  </a:lnTo>
                  <a:lnTo>
                    <a:pt x="124656" y="12144"/>
                  </a:lnTo>
                  <a:lnTo>
                    <a:pt x="125838" y="11821"/>
                  </a:lnTo>
                  <a:lnTo>
                    <a:pt x="126913" y="11176"/>
                  </a:lnTo>
                  <a:lnTo>
                    <a:pt x="127772" y="10424"/>
                  </a:lnTo>
                  <a:lnTo>
                    <a:pt x="128525" y="9564"/>
                  </a:lnTo>
                  <a:lnTo>
                    <a:pt x="129062" y="8490"/>
                  </a:lnTo>
                  <a:lnTo>
                    <a:pt x="129492" y="7308"/>
                  </a:lnTo>
                  <a:lnTo>
                    <a:pt x="129599" y="6126"/>
                  </a:lnTo>
                  <a:lnTo>
                    <a:pt x="129492" y="4836"/>
                  </a:lnTo>
                  <a:lnTo>
                    <a:pt x="129062" y="3762"/>
                  </a:lnTo>
                  <a:lnTo>
                    <a:pt x="128525" y="2687"/>
                  </a:lnTo>
                  <a:lnTo>
                    <a:pt x="127772" y="1827"/>
                  </a:lnTo>
                  <a:lnTo>
                    <a:pt x="126913" y="1075"/>
                  </a:lnTo>
                  <a:lnTo>
                    <a:pt x="125838" y="430"/>
                  </a:lnTo>
                  <a:lnTo>
                    <a:pt x="124656" y="108"/>
                  </a:lnTo>
                  <a:lnTo>
                    <a:pt x="1234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7"/>
            <p:cNvSpPr/>
            <p:nvPr/>
          </p:nvSpPr>
          <p:spPr>
            <a:xfrm>
              <a:off x="3264625" y="238125"/>
              <a:ext cx="1090750" cy="4456975"/>
            </a:xfrm>
            <a:custGeom>
              <a:avLst/>
              <a:gdLst/>
              <a:ahLst/>
              <a:cxnLst/>
              <a:rect l="l" t="t" r="r" b="b"/>
              <a:pathLst>
                <a:path w="43630" h="178279" extrusionOk="0">
                  <a:moveTo>
                    <a:pt x="21815" y="23534"/>
                  </a:moveTo>
                  <a:lnTo>
                    <a:pt x="22460" y="23642"/>
                  </a:lnTo>
                  <a:lnTo>
                    <a:pt x="22997" y="23749"/>
                  </a:lnTo>
                  <a:lnTo>
                    <a:pt x="23534" y="24071"/>
                  </a:lnTo>
                  <a:lnTo>
                    <a:pt x="23964" y="24394"/>
                  </a:lnTo>
                  <a:lnTo>
                    <a:pt x="24287" y="24931"/>
                  </a:lnTo>
                  <a:lnTo>
                    <a:pt x="24609" y="25361"/>
                  </a:lnTo>
                  <a:lnTo>
                    <a:pt x="24824" y="26006"/>
                  </a:lnTo>
                  <a:lnTo>
                    <a:pt x="24824" y="26543"/>
                  </a:lnTo>
                  <a:lnTo>
                    <a:pt x="24824" y="27188"/>
                  </a:lnTo>
                  <a:lnTo>
                    <a:pt x="24609" y="27725"/>
                  </a:lnTo>
                  <a:lnTo>
                    <a:pt x="24287" y="28262"/>
                  </a:lnTo>
                  <a:lnTo>
                    <a:pt x="23964" y="28692"/>
                  </a:lnTo>
                  <a:lnTo>
                    <a:pt x="23534" y="29122"/>
                  </a:lnTo>
                  <a:lnTo>
                    <a:pt x="22997" y="29337"/>
                  </a:lnTo>
                  <a:lnTo>
                    <a:pt x="22460" y="29552"/>
                  </a:lnTo>
                  <a:lnTo>
                    <a:pt x="21170" y="29552"/>
                  </a:lnTo>
                  <a:lnTo>
                    <a:pt x="20633" y="29337"/>
                  </a:lnTo>
                  <a:lnTo>
                    <a:pt x="20096" y="29122"/>
                  </a:lnTo>
                  <a:lnTo>
                    <a:pt x="19666" y="28692"/>
                  </a:lnTo>
                  <a:lnTo>
                    <a:pt x="19343" y="28262"/>
                  </a:lnTo>
                  <a:lnTo>
                    <a:pt x="19021" y="27725"/>
                  </a:lnTo>
                  <a:lnTo>
                    <a:pt x="18806" y="27188"/>
                  </a:lnTo>
                  <a:lnTo>
                    <a:pt x="18806" y="26543"/>
                  </a:lnTo>
                  <a:lnTo>
                    <a:pt x="18806" y="26006"/>
                  </a:lnTo>
                  <a:lnTo>
                    <a:pt x="19021" y="25361"/>
                  </a:lnTo>
                  <a:lnTo>
                    <a:pt x="19343" y="24931"/>
                  </a:lnTo>
                  <a:lnTo>
                    <a:pt x="19666" y="24394"/>
                  </a:lnTo>
                  <a:lnTo>
                    <a:pt x="20096" y="24071"/>
                  </a:lnTo>
                  <a:lnTo>
                    <a:pt x="20633" y="23749"/>
                  </a:lnTo>
                  <a:lnTo>
                    <a:pt x="21170" y="23642"/>
                  </a:lnTo>
                  <a:lnTo>
                    <a:pt x="21815" y="23534"/>
                  </a:lnTo>
                  <a:close/>
                  <a:moveTo>
                    <a:pt x="21385" y="0"/>
                  </a:moveTo>
                  <a:lnTo>
                    <a:pt x="21063" y="215"/>
                  </a:lnTo>
                  <a:lnTo>
                    <a:pt x="20740" y="430"/>
                  </a:lnTo>
                  <a:lnTo>
                    <a:pt x="20418" y="752"/>
                  </a:lnTo>
                  <a:lnTo>
                    <a:pt x="15152" y="9672"/>
                  </a:lnTo>
                  <a:lnTo>
                    <a:pt x="14615" y="10746"/>
                  </a:lnTo>
                  <a:lnTo>
                    <a:pt x="14185" y="11821"/>
                  </a:lnTo>
                  <a:lnTo>
                    <a:pt x="13863" y="12895"/>
                  </a:lnTo>
                  <a:lnTo>
                    <a:pt x="13648" y="13863"/>
                  </a:lnTo>
                  <a:lnTo>
                    <a:pt x="13648" y="14830"/>
                  </a:lnTo>
                  <a:lnTo>
                    <a:pt x="13755" y="15797"/>
                  </a:lnTo>
                  <a:lnTo>
                    <a:pt x="14078" y="17946"/>
                  </a:lnTo>
                  <a:lnTo>
                    <a:pt x="14508" y="20418"/>
                  </a:lnTo>
                  <a:lnTo>
                    <a:pt x="15045" y="23212"/>
                  </a:lnTo>
                  <a:lnTo>
                    <a:pt x="15367" y="24824"/>
                  </a:lnTo>
                  <a:lnTo>
                    <a:pt x="15475" y="26543"/>
                  </a:lnTo>
                  <a:lnTo>
                    <a:pt x="15582" y="28585"/>
                  </a:lnTo>
                  <a:lnTo>
                    <a:pt x="15690" y="30734"/>
                  </a:lnTo>
                  <a:lnTo>
                    <a:pt x="15690" y="59964"/>
                  </a:lnTo>
                  <a:lnTo>
                    <a:pt x="14400" y="60071"/>
                  </a:lnTo>
                  <a:lnTo>
                    <a:pt x="13326" y="60393"/>
                  </a:lnTo>
                  <a:lnTo>
                    <a:pt x="12251" y="61038"/>
                  </a:lnTo>
                  <a:lnTo>
                    <a:pt x="11284" y="61683"/>
                  </a:lnTo>
                  <a:lnTo>
                    <a:pt x="10532" y="62650"/>
                  </a:lnTo>
                  <a:lnTo>
                    <a:pt x="9994" y="63725"/>
                  </a:lnTo>
                  <a:lnTo>
                    <a:pt x="9672" y="64799"/>
                  </a:lnTo>
                  <a:lnTo>
                    <a:pt x="9564" y="66089"/>
                  </a:lnTo>
                  <a:lnTo>
                    <a:pt x="9672" y="67271"/>
                  </a:lnTo>
                  <a:lnTo>
                    <a:pt x="9994" y="68453"/>
                  </a:lnTo>
                  <a:lnTo>
                    <a:pt x="10532" y="69528"/>
                  </a:lnTo>
                  <a:lnTo>
                    <a:pt x="11284" y="70387"/>
                  </a:lnTo>
                  <a:lnTo>
                    <a:pt x="12251" y="71140"/>
                  </a:lnTo>
                  <a:lnTo>
                    <a:pt x="13326" y="71784"/>
                  </a:lnTo>
                  <a:lnTo>
                    <a:pt x="14400" y="72107"/>
                  </a:lnTo>
                  <a:lnTo>
                    <a:pt x="15690" y="72214"/>
                  </a:lnTo>
                  <a:lnTo>
                    <a:pt x="15690" y="164739"/>
                  </a:lnTo>
                  <a:lnTo>
                    <a:pt x="15690" y="165276"/>
                  </a:lnTo>
                  <a:lnTo>
                    <a:pt x="15475" y="166458"/>
                  </a:lnTo>
                  <a:lnTo>
                    <a:pt x="15260" y="167210"/>
                  </a:lnTo>
                  <a:lnTo>
                    <a:pt x="14937" y="168070"/>
                  </a:lnTo>
                  <a:lnTo>
                    <a:pt x="14400" y="169037"/>
                  </a:lnTo>
                  <a:lnTo>
                    <a:pt x="13863" y="170004"/>
                  </a:lnTo>
                  <a:lnTo>
                    <a:pt x="13111" y="170971"/>
                  </a:lnTo>
                  <a:lnTo>
                    <a:pt x="12143" y="171938"/>
                  </a:lnTo>
                  <a:lnTo>
                    <a:pt x="10961" y="172906"/>
                  </a:lnTo>
                  <a:lnTo>
                    <a:pt x="9672" y="173658"/>
                  </a:lnTo>
                  <a:lnTo>
                    <a:pt x="7953" y="174303"/>
                  </a:lnTo>
                  <a:lnTo>
                    <a:pt x="6126" y="174840"/>
                  </a:lnTo>
                  <a:lnTo>
                    <a:pt x="3976" y="175162"/>
                  </a:lnTo>
                  <a:lnTo>
                    <a:pt x="1397" y="175270"/>
                  </a:lnTo>
                  <a:lnTo>
                    <a:pt x="860" y="175377"/>
                  </a:lnTo>
                  <a:lnTo>
                    <a:pt x="430" y="175377"/>
                  </a:lnTo>
                  <a:lnTo>
                    <a:pt x="215" y="175592"/>
                  </a:lnTo>
                  <a:lnTo>
                    <a:pt x="0" y="175807"/>
                  </a:lnTo>
                  <a:lnTo>
                    <a:pt x="0" y="176022"/>
                  </a:lnTo>
                  <a:lnTo>
                    <a:pt x="0" y="176237"/>
                  </a:lnTo>
                  <a:lnTo>
                    <a:pt x="215" y="176774"/>
                  </a:lnTo>
                  <a:lnTo>
                    <a:pt x="538" y="177312"/>
                  </a:lnTo>
                  <a:lnTo>
                    <a:pt x="968" y="177849"/>
                  </a:lnTo>
                  <a:lnTo>
                    <a:pt x="1397" y="178279"/>
                  </a:lnTo>
                  <a:lnTo>
                    <a:pt x="42233" y="178279"/>
                  </a:lnTo>
                  <a:lnTo>
                    <a:pt x="42662" y="177849"/>
                  </a:lnTo>
                  <a:lnTo>
                    <a:pt x="43092" y="177312"/>
                  </a:lnTo>
                  <a:lnTo>
                    <a:pt x="43415" y="176774"/>
                  </a:lnTo>
                  <a:lnTo>
                    <a:pt x="43630" y="176237"/>
                  </a:lnTo>
                  <a:lnTo>
                    <a:pt x="43630" y="176022"/>
                  </a:lnTo>
                  <a:lnTo>
                    <a:pt x="43630" y="175807"/>
                  </a:lnTo>
                  <a:lnTo>
                    <a:pt x="43415" y="175592"/>
                  </a:lnTo>
                  <a:lnTo>
                    <a:pt x="43200" y="175377"/>
                  </a:lnTo>
                  <a:lnTo>
                    <a:pt x="42770" y="175377"/>
                  </a:lnTo>
                  <a:lnTo>
                    <a:pt x="42233" y="175270"/>
                  </a:lnTo>
                  <a:lnTo>
                    <a:pt x="39654" y="175162"/>
                  </a:lnTo>
                  <a:lnTo>
                    <a:pt x="37504" y="174840"/>
                  </a:lnTo>
                  <a:lnTo>
                    <a:pt x="35678" y="174303"/>
                  </a:lnTo>
                  <a:lnTo>
                    <a:pt x="33958" y="173658"/>
                  </a:lnTo>
                  <a:lnTo>
                    <a:pt x="32669" y="172906"/>
                  </a:lnTo>
                  <a:lnTo>
                    <a:pt x="31487" y="171938"/>
                  </a:lnTo>
                  <a:lnTo>
                    <a:pt x="30519" y="170971"/>
                  </a:lnTo>
                  <a:lnTo>
                    <a:pt x="29767" y="170004"/>
                  </a:lnTo>
                  <a:lnTo>
                    <a:pt x="29230" y="169037"/>
                  </a:lnTo>
                  <a:lnTo>
                    <a:pt x="28693" y="168070"/>
                  </a:lnTo>
                  <a:lnTo>
                    <a:pt x="28370" y="167210"/>
                  </a:lnTo>
                  <a:lnTo>
                    <a:pt x="28155" y="166458"/>
                  </a:lnTo>
                  <a:lnTo>
                    <a:pt x="27940" y="165276"/>
                  </a:lnTo>
                  <a:lnTo>
                    <a:pt x="27940" y="164739"/>
                  </a:lnTo>
                  <a:lnTo>
                    <a:pt x="27940" y="72214"/>
                  </a:lnTo>
                  <a:lnTo>
                    <a:pt x="29230" y="72107"/>
                  </a:lnTo>
                  <a:lnTo>
                    <a:pt x="30304" y="71784"/>
                  </a:lnTo>
                  <a:lnTo>
                    <a:pt x="31379" y="71140"/>
                  </a:lnTo>
                  <a:lnTo>
                    <a:pt x="32346" y="70387"/>
                  </a:lnTo>
                  <a:lnTo>
                    <a:pt x="33098" y="69528"/>
                  </a:lnTo>
                  <a:lnTo>
                    <a:pt x="33636" y="68453"/>
                  </a:lnTo>
                  <a:lnTo>
                    <a:pt x="33958" y="67271"/>
                  </a:lnTo>
                  <a:lnTo>
                    <a:pt x="34066" y="66089"/>
                  </a:lnTo>
                  <a:lnTo>
                    <a:pt x="33958" y="64799"/>
                  </a:lnTo>
                  <a:lnTo>
                    <a:pt x="33636" y="63725"/>
                  </a:lnTo>
                  <a:lnTo>
                    <a:pt x="33098" y="62650"/>
                  </a:lnTo>
                  <a:lnTo>
                    <a:pt x="32346" y="61683"/>
                  </a:lnTo>
                  <a:lnTo>
                    <a:pt x="31379" y="61038"/>
                  </a:lnTo>
                  <a:lnTo>
                    <a:pt x="30304" y="60393"/>
                  </a:lnTo>
                  <a:lnTo>
                    <a:pt x="29230" y="60071"/>
                  </a:lnTo>
                  <a:lnTo>
                    <a:pt x="27940" y="59964"/>
                  </a:lnTo>
                  <a:lnTo>
                    <a:pt x="27940" y="30734"/>
                  </a:lnTo>
                  <a:lnTo>
                    <a:pt x="28048" y="28585"/>
                  </a:lnTo>
                  <a:lnTo>
                    <a:pt x="28155" y="26543"/>
                  </a:lnTo>
                  <a:lnTo>
                    <a:pt x="28263" y="24824"/>
                  </a:lnTo>
                  <a:lnTo>
                    <a:pt x="28585" y="23212"/>
                  </a:lnTo>
                  <a:lnTo>
                    <a:pt x="29122" y="20418"/>
                  </a:lnTo>
                  <a:lnTo>
                    <a:pt x="29552" y="17946"/>
                  </a:lnTo>
                  <a:lnTo>
                    <a:pt x="29875" y="15797"/>
                  </a:lnTo>
                  <a:lnTo>
                    <a:pt x="29982" y="14830"/>
                  </a:lnTo>
                  <a:lnTo>
                    <a:pt x="29982" y="13863"/>
                  </a:lnTo>
                  <a:lnTo>
                    <a:pt x="29767" y="12895"/>
                  </a:lnTo>
                  <a:lnTo>
                    <a:pt x="29445" y="11821"/>
                  </a:lnTo>
                  <a:lnTo>
                    <a:pt x="29015" y="10746"/>
                  </a:lnTo>
                  <a:lnTo>
                    <a:pt x="28478" y="9672"/>
                  </a:lnTo>
                  <a:lnTo>
                    <a:pt x="23212" y="752"/>
                  </a:lnTo>
                  <a:lnTo>
                    <a:pt x="22890" y="430"/>
                  </a:lnTo>
                  <a:lnTo>
                    <a:pt x="22567" y="215"/>
                  </a:lnTo>
                  <a:lnTo>
                    <a:pt x="222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a:off x="519000" y="541700"/>
              <a:ext cx="3051900" cy="3218500"/>
            </a:xfrm>
            <a:custGeom>
              <a:avLst/>
              <a:gdLst/>
              <a:ahLst/>
              <a:cxnLst/>
              <a:rect l="l" t="t" r="r" b="b"/>
              <a:pathLst>
                <a:path w="122076" h="128740" extrusionOk="0">
                  <a:moveTo>
                    <a:pt x="46423" y="17624"/>
                  </a:moveTo>
                  <a:lnTo>
                    <a:pt x="46961" y="17839"/>
                  </a:lnTo>
                  <a:lnTo>
                    <a:pt x="47498" y="18161"/>
                  </a:lnTo>
                  <a:lnTo>
                    <a:pt x="48035" y="18484"/>
                  </a:lnTo>
                  <a:lnTo>
                    <a:pt x="48358" y="19021"/>
                  </a:lnTo>
                  <a:lnTo>
                    <a:pt x="48680" y="19558"/>
                  </a:lnTo>
                  <a:lnTo>
                    <a:pt x="48895" y="20095"/>
                  </a:lnTo>
                  <a:lnTo>
                    <a:pt x="48895" y="20740"/>
                  </a:lnTo>
                  <a:lnTo>
                    <a:pt x="48895" y="21600"/>
                  </a:lnTo>
                  <a:lnTo>
                    <a:pt x="48572" y="22245"/>
                  </a:lnTo>
                  <a:lnTo>
                    <a:pt x="48143" y="22889"/>
                  </a:lnTo>
                  <a:lnTo>
                    <a:pt x="47605" y="23427"/>
                  </a:lnTo>
                  <a:lnTo>
                    <a:pt x="46961" y="22352"/>
                  </a:lnTo>
                  <a:lnTo>
                    <a:pt x="46638" y="21922"/>
                  </a:lnTo>
                  <a:lnTo>
                    <a:pt x="46101" y="21707"/>
                  </a:lnTo>
                  <a:lnTo>
                    <a:pt x="45564" y="21707"/>
                  </a:lnTo>
                  <a:lnTo>
                    <a:pt x="45026" y="21815"/>
                  </a:lnTo>
                  <a:lnTo>
                    <a:pt x="44059" y="23534"/>
                  </a:lnTo>
                  <a:lnTo>
                    <a:pt x="43414" y="22997"/>
                  </a:lnTo>
                  <a:lnTo>
                    <a:pt x="42984" y="22352"/>
                  </a:lnTo>
                  <a:lnTo>
                    <a:pt x="42662" y="21600"/>
                  </a:lnTo>
                  <a:lnTo>
                    <a:pt x="42555" y="20740"/>
                  </a:lnTo>
                  <a:lnTo>
                    <a:pt x="42662" y="20095"/>
                  </a:lnTo>
                  <a:lnTo>
                    <a:pt x="42770" y="19558"/>
                  </a:lnTo>
                  <a:lnTo>
                    <a:pt x="43092" y="19021"/>
                  </a:lnTo>
                  <a:lnTo>
                    <a:pt x="43522" y="18484"/>
                  </a:lnTo>
                  <a:lnTo>
                    <a:pt x="43952" y="18161"/>
                  </a:lnTo>
                  <a:lnTo>
                    <a:pt x="44489" y="17839"/>
                  </a:lnTo>
                  <a:lnTo>
                    <a:pt x="45134" y="17624"/>
                  </a:lnTo>
                  <a:close/>
                  <a:moveTo>
                    <a:pt x="44704" y="29122"/>
                  </a:moveTo>
                  <a:lnTo>
                    <a:pt x="45886" y="30197"/>
                  </a:lnTo>
                  <a:lnTo>
                    <a:pt x="47068" y="31271"/>
                  </a:lnTo>
                  <a:lnTo>
                    <a:pt x="48465" y="32346"/>
                  </a:lnTo>
                  <a:lnTo>
                    <a:pt x="49969" y="33421"/>
                  </a:lnTo>
                  <a:lnTo>
                    <a:pt x="89085" y="103593"/>
                  </a:lnTo>
                  <a:lnTo>
                    <a:pt x="3224" y="103593"/>
                  </a:lnTo>
                  <a:lnTo>
                    <a:pt x="44704" y="29122"/>
                  </a:lnTo>
                  <a:close/>
                  <a:moveTo>
                    <a:pt x="104237" y="0"/>
                  </a:moveTo>
                  <a:lnTo>
                    <a:pt x="102625" y="215"/>
                  </a:lnTo>
                  <a:lnTo>
                    <a:pt x="100906" y="430"/>
                  </a:lnTo>
                  <a:lnTo>
                    <a:pt x="99079" y="860"/>
                  </a:lnTo>
                  <a:lnTo>
                    <a:pt x="98005" y="1182"/>
                  </a:lnTo>
                  <a:lnTo>
                    <a:pt x="96823" y="1612"/>
                  </a:lnTo>
                  <a:lnTo>
                    <a:pt x="95748" y="2042"/>
                  </a:lnTo>
                  <a:lnTo>
                    <a:pt x="94673" y="2579"/>
                  </a:lnTo>
                  <a:lnTo>
                    <a:pt x="92417" y="3869"/>
                  </a:lnTo>
                  <a:lnTo>
                    <a:pt x="90267" y="5373"/>
                  </a:lnTo>
                  <a:lnTo>
                    <a:pt x="88118" y="6985"/>
                  </a:lnTo>
                  <a:lnTo>
                    <a:pt x="86076" y="8812"/>
                  </a:lnTo>
                  <a:lnTo>
                    <a:pt x="81778" y="12681"/>
                  </a:lnTo>
                  <a:lnTo>
                    <a:pt x="79306" y="14937"/>
                  </a:lnTo>
                  <a:lnTo>
                    <a:pt x="76727" y="17194"/>
                  </a:lnTo>
                  <a:lnTo>
                    <a:pt x="74256" y="19236"/>
                  </a:lnTo>
                  <a:lnTo>
                    <a:pt x="71677" y="21170"/>
                  </a:lnTo>
                  <a:lnTo>
                    <a:pt x="70387" y="21922"/>
                  </a:lnTo>
                  <a:lnTo>
                    <a:pt x="69098" y="22675"/>
                  </a:lnTo>
                  <a:lnTo>
                    <a:pt x="67915" y="23427"/>
                  </a:lnTo>
                  <a:lnTo>
                    <a:pt x="66626" y="23964"/>
                  </a:lnTo>
                  <a:lnTo>
                    <a:pt x="65336" y="24394"/>
                  </a:lnTo>
                  <a:lnTo>
                    <a:pt x="64047" y="24716"/>
                  </a:lnTo>
                  <a:lnTo>
                    <a:pt x="62757" y="24931"/>
                  </a:lnTo>
                  <a:lnTo>
                    <a:pt x="61468" y="25039"/>
                  </a:lnTo>
                  <a:lnTo>
                    <a:pt x="60608" y="24931"/>
                  </a:lnTo>
                  <a:lnTo>
                    <a:pt x="59748" y="24824"/>
                  </a:lnTo>
                  <a:lnTo>
                    <a:pt x="58889" y="24501"/>
                  </a:lnTo>
                  <a:lnTo>
                    <a:pt x="58029" y="24072"/>
                  </a:lnTo>
                  <a:lnTo>
                    <a:pt x="57169" y="23642"/>
                  </a:lnTo>
                  <a:lnTo>
                    <a:pt x="56417" y="23212"/>
                  </a:lnTo>
                  <a:lnTo>
                    <a:pt x="54913" y="22030"/>
                  </a:lnTo>
                  <a:lnTo>
                    <a:pt x="53516" y="20740"/>
                  </a:lnTo>
                  <a:lnTo>
                    <a:pt x="52441" y="19558"/>
                  </a:lnTo>
                  <a:lnTo>
                    <a:pt x="51474" y="18376"/>
                  </a:lnTo>
                  <a:lnTo>
                    <a:pt x="50829" y="17516"/>
                  </a:lnTo>
                  <a:lnTo>
                    <a:pt x="50077" y="16549"/>
                  </a:lnTo>
                  <a:lnTo>
                    <a:pt x="49217" y="15797"/>
                  </a:lnTo>
                  <a:lnTo>
                    <a:pt x="48143" y="15260"/>
                  </a:lnTo>
                  <a:lnTo>
                    <a:pt x="47068" y="14830"/>
                  </a:lnTo>
                  <a:lnTo>
                    <a:pt x="45886" y="14722"/>
                  </a:lnTo>
                  <a:lnTo>
                    <a:pt x="44704" y="14830"/>
                  </a:lnTo>
                  <a:lnTo>
                    <a:pt x="43629" y="15152"/>
                  </a:lnTo>
                  <a:lnTo>
                    <a:pt x="42555" y="15690"/>
                  </a:lnTo>
                  <a:lnTo>
                    <a:pt x="41587" y="16442"/>
                  </a:lnTo>
                  <a:lnTo>
                    <a:pt x="40835" y="17301"/>
                  </a:lnTo>
                  <a:lnTo>
                    <a:pt x="40190" y="18376"/>
                  </a:lnTo>
                  <a:lnTo>
                    <a:pt x="39868" y="19451"/>
                  </a:lnTo>
                  <a:lnTo>
                    <a:pt x="39761" y="20633"/>
                  </a:lnTo>
                  <a:lnTo>
                    <a:pt x="39761" y="21815"/>
                  </a:lnTo>
                  <a:lnTo>
                    <a:pt x="40083" y="22889"/>
                  </a:lnTo>
                  <a:lnTo>
                    <a:pt x="40620" y="24072"/>
                  </a:lnTo>
                  <a:lnTo>
                    <a:pt x="41265" y="24931"/>
                  </a:lnTo>
                  <a:lnTo>
                    <a:pt x="42447" y="26436"/>
                  </a:lnTo>
                  <a:lnTo>
                    <a:pt x="31701" y="45779"/>
                  </a:lnTo>
                  <a:lnTo>
                    <a:pt x="17624" y="71462"/>
                  </a:lnTo>
                  <a:lnTo>
                    <a:pt x="0" y="103593"/>
                  </a:lnTo>
                  <a:lnTo>
                    <a:pt x="0" y="110363"/>
                  </a:lnTo>
                  <a:lnTo>
                    <a:pt x="6770" y="110363"/>
                  </a:lnTo>
                  <a:lnTo>
                    <a:pt x="9134" y="112190"/>
                  </a:lnTo>
                  <a:lnTo>
                    <a:pt x="11498" y="114017"/>
                  </a:lnTo>
                  <a:lnTo>
                    <a:pt x="14077" y="115629"/>
                  </a:lnTo>
                  <a:lnTo>
                    <a:pt x="16656" y="117241"/>
                  </a:lnTo>
                  <a:lnTo>
                    <a:pt x="19343" y="118638"/>
                  </a:lnTo>
                  <a:lnTo>
                    <a:pt x="22137" y="119927"/>
                  </a:lnTo>
                  <a:lnTo>
                    <a:pt x="24931" y="121002"/>
                  </a:lnTo>
                  <a:lnTo>
                    <a:pt x="27832" y="122076"/>
                  </a:lnTo>
                  <a:lnTo>
                    <a:pt x="27832" y="128739"/>
                  </a:lnTo>
                  <a:lnTo>
                    <a:pt x="64477" y="128739"/>
                  </a:lnTo>
                  <a:lnTo>
                    <a:pt x="64477" y="122076"/>
                  </a:lnTo>
                  <a:lnTo>
                    <a:pt x="67378" y="121002"/>
                  </a:lnTo>
                  <a:lnTo>
                    <a:pt x="70172" y="119927"/>
                  </a:lnTo>
                  <a:lnTo>
                    <a:pt x="72966" y="118638"/>
                  </a:lnTo>
                  <a:lnTo>
                    <a:pt x="75653" y="117241"/>
                  </a:lnTo>
                  <a:lnTo>
                    <a:pt x="78232" y="115629"/>
                  </a:lnTo>
                  <a:lnTo>
                    <a:pt x="80703" y="114017"/>
                  </a:lnTo>
                  <a:lnTo>
                    <a:pt x="83175" y="112190"/>
                  </a:lnTo>
                  <a:lnTo>
                    <a:pt x="85432" y="110363"/>
                  </a:lnTo>
                  <a:lnTo>
                    <a:pt x="92202" y="110363"/>
                  </a:lnTo>
                  <a:lnTo>
                    <a:pt x="92202" y="103593"/>
                  </a:lnTo>
                  <a:lnTo>
                    <a:pt x="54483" y="35785"/>
                  </a:lnTo>
                  <a:lnTo>
                    <a:pt x="56095" y="36322"/>
                  </a:lnTo>
                  <a:lnTo>
                    <a:pt x="57814" y="36752"/>
                  </a:lnTo>
                  <a:lnTo>
                    <a:pt x="59641" y="36967"/>
                  </a:lnTo>
                  <a:lnTo>
                    <a:pt x="61468" y="37074"/>
                  </a:lnTo>
                  <a:lnTo>
                    <a:pt x="63617" y="36967"/>
                  </a:lnTo>
                  <a:lnTo>
                    <a:pt x="65659" y="36752"/>
                  </a:lnTo>
                  <a:lnTo>
                    <a:pt x="67701" y="36322"/>
                  </a:lnTo>
                  <a:lnTo>
                    <a:pt x="69635" y="35677"/>
                  </a:lnTo>
                  <a:lnTo>
                    <a:pt x="71569" y="34925"/>
                  </a:lnTo>
                  <a:lnTo>
                    <a:pt x="73503" y="34173"/>
                  </a:lnTo>
                  <a:lnTo>
                    <a:pt x="75223" y="33098"/>
                  </a:lnTo>
                  <a:lnTo>
                    <a:pt x="77050" y="32131"/>
                  </a:lnTo>
                  <a:lnTo>
                    <a:pt x="78769" y="30949"/>
                  </a:lnTo>
                  <a:lnTo>
                    <a:pt x="80488" y="29660"/>
                  </a:lnTo>
                  <a:lnTo>
                    <a:pt x="83712" y="27080"/>
                  </a:lnTo>
                  <a:lnTo>
                    <a:pt x="86936" y="24286"/>
                  </a:lnTo>
                  <a:lnTo>
                    <a:pt x="89945" y="21600"/>
                  </a:lnTo>
                  <a:lnTo>
                    <a:pt x="93276" y="18591"/>
                  </a:lnTo>
                  <a:lnTo>
                    <a:pt x="94888" y="17194"/>
                  </a:lnTo>
                  <a:lnTo>
                    <a:pt x="96500" y="15904"/>
                  </a:lnTo>
                  <a:lnTo>
                    <a:pt x="98005" y="14722"/>
                  </a:lnTo>
                  <a:lnTo>
                    <a:pt x="99402" y="13755"/>
                  </a:lnTo>
                  <a:lnTo>
                    <a:pt x="100799" y="13003"/>
                  </a:lnTo>
                  <a:lnTo>
                    <a:pt x="102088" y="12573"/>
                  </a:lnTo>
                  <a:lnTo>
                    <a:pt x="104022" y="12251"/>
                  </a:lnTo>
                  <a:lnTo>
                    <a:pt x="105742" y="12143"/>
                  </a:lnTo>
                  <a:lnTo>
                    <a:pt x="107354" y="12251"/>
                  </a:lnTo>
                  <a:lnTo>
                    <a:pt x="108966" y="12466"/>
                  </a:lnTo>
                  <a:lnTo>
                    <a:pt x="110363" y="13003"/>
                  </a:lnTo>
                  <a:lnTo>
                    <a:pt x="111867" y="13648"/>
                  </a:lnTo>
                  <a:lnTo>
                    <a:pt x="114984" y="15367"/>
                  </a:lnTo>
                  <a:lnTo>
                    <a:pt x="118315" y="17087"/>
                  </a:lnTo>
                  <a:lnTo>
                    <a:pt x="120142" y="17946"/>
                  </a:lnTo>
                  <a:lnTo>
                    <a:pt x="122076" y="18806"/>
                  </a:lnTo>
                  <a:lnTo>
                    <a:pt x="122076" y="18591"/>
                  </a:lnTo>
                  <a:lnTo>
                    <a:pt x="121968" y="15260"/>
                  </a:lnTo>
                  <a:lnTo>
                    <a:pt x="121646" y="12573"/>
                  </a:lnTo>
                  <a:lnTo>
                    <a:pt x="121216" y="10102"/>
                  </a:lnTo>
                  <a:lnTo>
                    <a:pt x="120786" y="8060"/>
                  </a:lnTo>
                  <a:lnTo>
                    <a:pt x="120464" y="6233"/>
                  </a:lnTo>
                  <a:lnTo>
                    <a:pt x="120142" y="4406"/>
                  </a:lnTo>
                  <a:lnTo>
                    <a:pt x="118207" y="3331"/>
                  </a:lnTo>
                  <a:lnTo>
                    <a:pt x="116166" y="2364"/>
                  </a:lnTo>
                  <a:lnTo>
                    <a:pt x="113801" y="1397"/>
                  </a:lnTo>
                  <a:lnTo>
                    <a:pt x="112619" y="967"/>
                  </a:lnTo>
                  <a:lnTo>
                    <a:pt x="111437" y="645"/>
                  </a:lnTo>
                  <a:lnTo>
                    <a:pt x="110040" y="430"/>
                  </a:lnTo>
                  <a:lnTo>
                    <a:pt x="108751" y="215"/>
                  </a:lnTo>
                  <a:lnTo>
                    <a:pt x="1072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7"/>
            <p:cNvSpPr/>
            <p:nvPr/>
          </p:nvSpPr>
          <p:spPr>
            <a:xfrm>
              <a:off x="4049100" y="541700"/>
              <a:ext cx="3051900" cy="3218500"/>
            </a:xfrm>
            <a:custGeom>
              <a:avLst/>
              <a:gdLst/>
              <a:ahLst/>
              <a:cxnLst/>
              <a:rect l="l" t="t" r="r" b="b"/>
              <a:pathLst>
                <a:path w="122076" h="128740" extrusionOk="0">
                  <a:moveTo>
                    <a:pt x="76942" y="17624"/>
                  </a:moveTo>
                  <a:lnTo>
                    <a:pt x="77587" y="17839"/>
                  </a:lnTo>
                  <a:lnTo>
                    <a:pt x="78124" y="18161"/>
                  </a:lnTo>
                  <a:lnTo>
                    <a:pt x="78554" y="18484"/>
                  </a:lnTo>
                  <a:lnTo>
                    <a:pt x="78984" y="19021"/>
                  </a:lnTo>
                  <a:lnTo>
                    <a:pt x="79306" y="19558"/>
                  </a:lnTo>
                  <a:lnTo>
                    <a:pt x="79414" y="20095"/>
                  </a:lnTo>
                  <a:lnTo>
                    <a:pt x="79521" y="20740"/>
                  </a:lnTo>
                  <a:lnTo>
                    <a:pt x="79414" y="21600"/>
                  </a:lnTo>
                  <a:lnTo>
                    <a:pt x="79092" y="22352"/>
                  </a:lnTo>
                  <a:lnTo>
                    <a:pt x="78662" y="22997"/>
                  </a:lnTo>
                  <a:lnTo>
                    <a:pt x="78017" y="23534"/>
                  </a:lnTo>
                  <a:lnTo>
                    <a:pt x="77050" y="21815"/>
                  </a:lnTo>
                  <a:lnTo>
                    <a:pt x="76512" y="21707"/>
                  </a:lnTo>
                  <a:lnTo>
                    <a:pt x="75975" y="21707"/>
                  </a:lnTo>
                  <a:lnTo>
                    <a:pt x="75438" y="21922"/>
                  </a:lnTo>
                  <a:lnTo>
                    <a:pt x="75115" y="22352"/>
                  </a:lnTo>
                  <a:lnTo>
                    <a:pt x="74471" y="23427"/>
                  </a:lnTo>
                  <a:lnTo>
                    <a:pt x="73933" y="22889"/>
                  </a:lnTo>
                  <a:lnTo>
                    <a:pt x="73504" y="22245"/>
                  </a:lnTo>
                  <a:lnTo>
                    <a:pt x="73181" y="21600"/>
                  </a:lnTo>
                  <a:lnTo>
                    <a:pt x="73181" y="20740"/>
                  </a:lnTo>
                  <a:lnTo>
                    <a:pt x="73181" y="20095"/>
                  </a:lnTo>
                  <a:lnTo>
                    <a:pt x="73396" y="19558"/>
                  </a:lnTo>
                  <a:lnTo>
                    <a:pt x="73718" y="19021"/>
                  </a:lnTo>
                  <a:lnTo>
                    <a:pt x="74041" y="18484"/>
                  </a:lnTo>
                  <a:lnTo>
                    <a:pt x="74578" y="18161"/>
                  </a:lnTo>
                  <a:lnTo>
                    <a:pt x="75115" y="17839"/>
                  </a:lnTo>
                  <a:lnTo>
                    <a:pt x="75653" y="17624"/>
                  </a:lnTo>
                  <a:close/>
                  <a:moveTo>
                    <a:pt x="77372" y="29122"/>
                  </a:moveTo>
                  <a:lnTo>
                    <a:pt x="118852" y="103593"/>
                  </a:lnTo>
                  <a:lnTo>
                    <a:pt x="32991" y="103593"/>
                  </a:lnTo>
                  <a:lnTo>
                    <a:pt x="72107" y="33421"/>
                  </a:lnTo>
                  <a:lnTo>
                    <a:pt x="73611" y="32346"/>
                  </a:lnTo>
                  <a:lnTo>
                    <a:pt x="75008" y="31271"/>
                  </a:lnTo>
                  <a:lnTo>
                    <a:pt x="76190" y="30197"/>
                  </a:lnTo>
                  <a:lnTo>
                    <a:pt x="77372" y="29122"/>
                  </a:lnTo>
                  <a:close/>
                  <a:moveTo>
                    <a:pt x="14830" y="0"/>
                  </a:moveTo>
                  <a:lnTo>
                    <a:pt x="13325" y="215"/>
                  </a:lnTo>
                  <a:lnTo>
                    <a:pt x="12036" y="430"/>
                  </a:lnTo>
                  <a:lnTo>
                    <a:pt x="10639" y="645"/>
                  </a:lnTo>
                  <a:lnTo>
                    <a:pt x="9457" y="967"/>
                  </a:lnTo>
                  <a:lnTo>
                    <a:pt x="8275" y="1397"/>
                  </a:lnTo>
                  <a:lnTo>
                    <a:pt x="6018" y="2364"/>
                  </a:lnTo>
                  <a:lnTo>
                    <a:pt x="3869" y="3331"/>
                  </a:lnTo>
                  <a:lnTo>
                    <a:pt x="1934" y="4406"/>
                  </a:lnTo>
                  <a:lnTo>
                    <a:pt x="1612" y="6233"/>
                  </a:lnTo>
                  <a:lnTo>
                    <a:pt x="1290" y="8060"/>
                  </a:lnTo>
                  <a:lnTo>
                    <a:pt x="860" y="10102"/>
                  </a:lnTo>
                  <a:lnTo>
                    <a:pt x="430" y="12573"/>
                  </a:lnTo>
                  <a:lnTo>
                    <a:pt x="108" y="15260"/>
                  </a:lnTo>
                  <a:lnTo>
                    <a:pt x="0" y="18591"/>
                  </a:lnTo>
                  <a:lnTo>
                    <a:pt x="0" y="18806"/>
                  </a:lnTo>
                  <a:lnTo>
                    <a:pt x="1934" y="17946"/>
                  </a:lnTo>
                  <a:lnTo>
                    <a:pt x="3761" y="17087"/>
                  </a:lnTo>
                  <a:lnTo>
                    <a:pt x="7092" y="15367"/>
                  </a:lnTo>
                  <a:lnTo>
                    <a:pt x="10209" y="13648"/>
                  </a:lnTo>
                  <a:lnTo>
                    <a:pt x="11713" y="13003"/>
                  </a:lnTo>
                  <a:lnTo>
                    <a:pt x="13110" y="12466"/>
                  </a:lnTo>
                  <a:lnTo>
                    <a:pt x="14722" y="12251"/>
                  </a:lnTo>
                  <a:lnTo>
                    <a:pt x="16334" y="12143"/>
                  </a:lnTo>
                  <a:lnTo>
                    <a:pt x="18054" y="12251"/>
                  </a:lnTo>
                  <a:lnTo>
                    <a:pt x="19988" y="12573"/>
                  </a:lnTo>
                  <a:lnTo>
                    <a:pt x="21277" y="13003"/>
                  </a:lnTo>
                  <a:lnTo>
                    <a:pt x="22674" y="13755"/>
                  </a:lnTo>
                  <a:lnTo>
                    <a:pt x="24071" y="14722"/>
                  </a:lnTo>
                  <a:lnTo>
                    <a:pt x="25576" y="15904"/>
                  </a:lnTo>
                  <a:lnTo>
                    <a:pt x="27188" y="17194"/>
                  </a:lnTo>
                  <a:lnTo>
                    <a:pt x="28800" y="18591"/>
                  </a:lnTo>
                  <a:lnTo>
                    <a:pt x="32131" y="21600"/>
                  </a:lnTo>
                  <a:lnTo>
                    <a:pt x="35140" y="24286"/>
                  </a:lnTo>
                  <a:lnTo>
                    <a:pt x="38364" y="27080"/>
                  </a:lnTo>
                  <a:lnTo>
                    <a:pt x="41588" y="29660"/>
                  </a:lnTo>
                  <a:lnTo>
                    <a:pt x="43307" y="30949"/>
                  </a:lnTo>
                  <a:lnTo>
                    <a:pt x="45026" y="32131"/>
                  </a:lnTo>
                  <a:lnTo>
                    <a:pt x="46853" y="33098"/>
                  </a:lnTo>
                  <a:lnTo>
                    <a:pt x="48573" y="34173"/>
                  </a:lnTo>
                  <a:lnTo>
                    <a:pt x="50507" y="34925"/>
                  </a:lnTo>
                  <a:lnTo>
                    <a:pt x="52441" y="35677"/>
                  </a:lnTo>
                  <a:lnTo>
                    <a:pt x="54375" y="36322"/>
                  </a:lnTo>
                  <a:lnTo>
                    <a:pt x="56417" y="36752"/>
                  </a:lnTo>
                  <a:lnTo>
                    <a:pt x="58459" y="36967"/>
                  </a:lnTo>
                  <a:lnTo>
                    <a:pt x="60608" y="37074"/>
                  </a:lnTo>
                  <a:lnTo>
                    <a:pt x="62435" y="36967"/>
                  </a:lnTo>
                  <a:lnTo>
                    <a:pt x="64262" y="36752"/>
                  </a:lnTo>
                  <a:lnTo>
                    <a:pt x="65981" y="36322"/>
                  </a:lnTo>
                  <a:lnTo>
                    <a:pt x="67593" y="35785"/>
                  </a:lnTo>
                  <a:lnTo>
                    <a:pt x="29874" y="103593"/>
                  </a:lnTo>
                  <a:lnTo>
                    <a:pt x="29874" y="110363"/>
                  </a:lnTo>
                  <a:lnTo>
                    <a:pt x="36644" y="110363"/>
                  </a:lnTo>
                  <a:lnTo>
                    <a:pt x="38901" y="112190"/>
                  </a:lnTo>
                  <a:lnTo>
                    <a:pt x="41373" y="114017"/>
                  </a:lnTo>
                  <a:lnTo>
                    <a:pt x="43844" y="115629"/>
                  </a:lnTo>
                  <a:lnTo>
                    <a:pt x="46423" y="117241"/>
                  </a:lnTo>
                  <a:lnTo>
                    <a:pt x="49110" y="118638"/>
                  </a:lnTo>
                  <a:lnTo>
                    <a:pt x="51904" y="119927"/>
                  </a:lnTo>
                  <a:lnTo>
                    <a:pt x="54698" y="121002"/>
                  </a:lnTo>
                  <a:lnTo>
                    <a:pt x="57599" y="122076"/>
                  </a:lnTo>
                  <a:lnTo>
                    <a:pt x="57599" y="128739"/>
                  </a:lnTo>
                  <a:lnTo>
                    <a:pt x="94244" y="128739"/>
                  </a:lnTo>
                  <a:lnTo>
                    <a:pt x="94244" y="122076"/>
                  </a:lnTo>
                  <a:lnTo>
                    <a:pt x="97145" y="121002"/>
                  </a:lnTo>
                  <a:lnTo>
                    <a:pt x="99939" y="119927"/>
                  </a:lnTo>
                  <a:lnTo>
                    <a:pt x="102733" y="118638"/>
                  </a:lnTo>
                  <a:lnTo>
                    <a:pt x="105420" y="117241"/>
                  </a:lnTo>
                  <a:lnTo>
                    <a:pt x="107999" y="115629"/>
                  </a:lnTo>
                  <a:lnTo>
                    <a:pt x="110578" y="114017"/>
                  </a:lnTo>
                  <a:lnTo>
                    <a:pt x="112942" y="112190"/>
                  </a:lnTo>
                  <a:lnTo>
                    <a:pt x="115306" y="110363"/>
                  </a:lnTo>
                  <a:lnTo>
                    <a:pt x="122076" y="110363"/>
                  </a:lnTo>
                  <a:lnTo>
                    <a:pt x="122076" y="103593"/>
                  </a:lnTo>
                  <a:lnTo>
                    <a:pt x="104452" y="71462"/>
                  </a:lnTo>
                  <a:lnTo>
                    <a:pt x="90375" y="45779"/>
                  </a:lnTo>
                  <a:lnTo>
                    <a:pt x="79629" y="26436"/>
                  </a:lnTo>
                  <a:lnTo>
                    <a:pt x="80811" y="24931"/>
                  </a:lnTo>
                  <a:lnTo>
                    <a:pt x="81456" y="24072"/>
                  </a:lnTo>
                  <a:lnTo>
                    <a:pt x="81993" y="22889"/>
                  </a:lnTo>
                  <a:lnTo>
                    <a:pt x="82315" y="21815"/>
                  </a:lnTo>
                  <a:lnTo>
                    <a:pt x="82315" y="20633"/>
                  </a:lnTo>
                  <a:lnTo>
                    <a:pt x="82208" y="19451"/>
                  </a:lnTo>
                  <a:lnTo>
                    <a:pt x="81886" y="18376"/>
                  </a:lnTo>
                  <a:lnTo>
                    <a:pt x="81241" y="17301"/>
                  </a:lnTo>
                  <a:lnTo>
                    <a:pt x="80489" y="16442"/>
                  </a:lnTo>
                  <a:lnTo>
                    <a:pt x="79521" y="15690"/>
                  </a:lnTo>
                  <a:lnTo>
                    <a:pt x="78447" y="15152"/>
                  </a:lnTo>
                  <a:lnTo>
                    <a:pt x="77372" y="14830"/>
                  </a:lnTo>
                  <a:lnTo>
                    <a:pt x="76190" y="14722"/>
                  </a:lnTo>
                  <a:lnTo>
                    <a:pt x="75008" y="14830"/>
                  </a:lnTo>
                  <a:lnTo>
                    <a:pt x="73933" y="15260"/>
                  </a:lnTo>
                  <a:lnTo>
                    <a:pt x="72859" y="15797"/>
                  </a:lnTo>
                  <a:lnTo>
                    <a:pt x="71999" y="16549"/>
                  </a:lnTo>
                  <a:lnTo>
                    <a:pt x="71247" y="17516"/>
                  </a:lnTo>
                  <a:lnTo>
                    <a:pt x="70602" y="18376"/>
                  </a:lnTo>
                  <a:lnTo>
                    <a:pt x="69635" y="19558"/>
                  </a:lnTo>
                  <a:lnTo>
                    <a:pt x="68560" y="20740"/>
                  </a:lnTo>
                  <a:lnTo>
                    <a:pt x="67163" y="22030"/>
                  </a:lnTo>
                  <a:lnTo>
                    <a:pt x="65659" y="23212"/>
                  </a:lnTo>
                  <a:lnTo>
                    <a:pt x="64907" y="23642"/>
                  </a:lnTo>
                  <a:lnTo>
                    <a:pt x="64047" y="24072"/>
                  </a:lnTo>
                  <a:lnTo>
                    <a:pt x="63187" y="24501"/>
                  </a:lnTo>
                  <a:lnTo>
                    <a:pt x="62328" y="24824"/>
                  </a:lnTo>
                  <a:lnTo>
                    <a:pt x="61468" y="24931"/>
                  </a:lnTo>
                  <a:lnTo>
                    <a:pt x="60608" y="25039"/>
                  </a:lnTo>
                  <a:lnTo>
                    <a:pt x="59319" y="24931"/>
                  </a:lnTo>
                  <a:lnTo>
                    <a:pt x="58029" y="24716"/>
                  </a:lnTo>
                  <a:lnTo>
                    <a:pt x="56740" y="24394"/>
                  </a:lnTo>
                  <a:lnTo>
                    <a:pt x="55450" y="23964"/>
                  </a:lnTo>
                  <a:lnTo>
                    <a:pt x="54161" y="23427"/>
                  </a:lnTo>
                  <a:lnTo>
                    <a:pt x="52978" y="22675"/>
                  </a:lnTo>
                  <a:lnTo>
                    <a:pt x="51689" y="21922"/>
                  </a:lnTo>
                  <a:lnTo>
                    <a:pt x="50399" y="21170"/>
                  </a:lnTo>
                  <a:lnTo>
                    <a:pt x="47820" y="19236"/>
                  </a:lnTo>
                  <a:lnTo>
                    <a:pt x="45349" y="17194"/>
                  </a:lnTo>
                  <a:lnTo>
                    <a:pt x="42770" y="14937"/>
                  </a:lnTo>
                  <a:lnTo>
                    <a:pt x="40298" y="12681"/>
                  </a:lnTo>
                  <a:lnTo>
                    <a:pt x="36000" y="8812"/>
                  </a:lnTo>
                  <a:lnTo>
                    <a:pt x="33958" y="6985"/>
                  </a:lnTo>
                  <a:lnTo>
                    <a:pt x="31809" y="5373"/>
                  </a:lnTo>
                  <a:lnTo>
                    <a:pt x="29659" y="3869"/>
                  </a:lnTo>
                  <a:lnTo>
                    <a:pt x="27403" y="2579"/>
                  </a:lnTo>
                  <a:lnTo>
                    <a:pt x="26328" y="2042"/>
                  </a:lnTo>
                  <a:lnTo>
                    <a:pt x="25253" y="1612"/>
                  </a:lnTo>
                  <a:lnTo>
                    <a:pt x="24071" y="1182"/>
                  </a:lnTo>
                  <a:lnTo>
                    <a:pt x="22997" y="860"/>
                  </a:lnTo>
                  <a:lnTo>
                    <a:pt x="21170" y="430"/>
                  </a:lnTo>
                  <a:lnTo>
                    <a:pt x="19451" y="215"/>
                  </a:lnTo>
                  <a:lnTo>
                    <a:pt x="1783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 name="Google Shape;67;p7"/>
          <p:cNvSpPr txBox="1">
            <a:spLocks noGrp="1"/>
          </p:cNvSpPr>
          <p:nvPr>
            <p:ph type="title"/>
          </p:nvPr>
        </p:nvSpPr>
        <p:spPr>
          <a:xfrm>
            <a:off x="2096700" y="669775"/>
            <a:ext cx="6687600" cy="393600"/>
          </a:xfrm>
          <a:prstGeom prst="rect">
            <a:avLst/>
          </a:prstGeom>
        </p:spPr>
        <p:txBody>
          <a:bodyPr spcFirstLastPara="1" wrap="square" lIns="0" tIns="0" rIns="0" bIns="0" anchor="b" anchorCtr="0">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a:endParaRPr/>
          </a:p>
        </p:txBody>
      </p:sp>
      <p:sp>
        <p:nvSpPr>
          <p:cNvPr id="68" name="Google Shape;68;p7"/>
          <p:cNvSpPr txBox="1">
            <a:spLocks noGrp="1"/>
          </p:cNvSpPr>
          <p:nvPr>
            <p:ph type="body" idx="1"/>
          </p:nvPr>
        </p:nvSpPr>
        <p:spPr>
          <a:xfrm>
            <a:off x="2096725" y="1200150"/>
            <a:ext cx="2024700" cy="3256200"/>
          </a:xfrm>
          <a:prstGeom prst="rect">
            <a:avLst/>
          </a:prstGeom>
        </p:spPr>
        <p:txBody>
          <a:bodyPr spcFirstLastPara="1" wrap="square" lIns="0" tIns="0" rIns="0" bIns="0"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sz="1800"/>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
        <p:nvSpPr>
          <p:cNvPr id="69" name="Google Shape;69;p7"/>
          <p:cNvSpPr txBox="1">
            <a:spLocks noGrp="1"/>
          </p:cNvSpPr>
          <p:nvPr>
            <p:ph type="body" idx="2"/>
          </p:nvPr>
        </p:nvSpPr>
        <p:spPr>
          <a:xfrm>
            <a:off x="4428164" y="1200150"/>
            <a:ext cx="2024700" cy="3256200"/>
          </a:xfrm>
          <a:prstGeom prst="rect">
            <a:avLst/>
          </a:prstGeom>
        </p:spPr>
        <p:txBody>
          <a:bodyPr spcFirstLastPara="1" wrap="square" lIns="0" tIns="0" rIns="0" bIns="0"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sz="1800"/>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
        <p:nvSpPr>
          <p:cNvPr id="70" name="Google Shape;70;p7"/>
          <p:cNvSpPr txBox="1">
            <a:spLocks noGrp="1"/>
          </p:cNvSpPr>
          <p:nvPr>
            <p:ph type="body" idx="3"/>
          </p:nvPr>
        </p:nvSpPr>
        <p:spPr>
          <a:xfrm>
            <a:off x="6759604" y="1200150"/>
            <a:ext cx="2024700" cy="3256200"/>
          </a:xfrm>
          <a:prstGeom prst="rect">
            <a:avLst/>
          </a:prstGeom>
        </p:spPr>
        <p:txBody>
          <a:bodyPr spcFirstLastPara="1" wrap="square" lIns="0" tIns="0" rIns="0" bIns="0" anchor="t" anchorCtr="0">
            <a:noAutofit/>
          </a:bodyPr>
          <a:lstStyle>
            <a:lvl1pPr marL="457200" lvl="0" indent="-342900" rtl="0">
              <a:spcBef>
                <a:spcPts val="600"/>
              </a:spcBef>
              <a:spcAft>
                <a:spcPts val="0"/>
              </a:spcAft>
              <a:buSzPts val="1800"/>
              <a:buChar char="◈"/>
              <a:defRPr sz="1800"/>
            </a:lvl1pPr>
            <a:lvl2pPr marL="914400" lvl="1" indent="-342900" rtl="0">
              <a:spcBef>
                <a:spcPts val="0"/>
              </a:spcBef>
              <a:spcAft>
                <a:spcPts val="0"/>
              </a:spcAft>
              <a:buSzPts val="1800"/>
              <a:buChar char="⬩"/>
              <a:defRPr sz="1800"/>
            </a:lvl2pPr>
            <a:lvl3pPr marL="1371600" lvl="2" indent="-342900" rtl="0">
              <a:spcBef>
                <a:spcPts val="0"/>
              </a:spcBef>
              <a:spcAft>
                <a:spcPts val="0"/>
              </a:spcAft>
              <a:buSzPts val="1800"/>
              <a:buChar char="⬩"/>
              <a:defRPr sz="1800"/>
            </a:lvl3pPr>
            <a:lvl4pPr marL="1828800" lvl="3" indent="-342900" rtl="0">
              <a:spcBef>
                <a:spcPts val="0"/>
              </a:spcBef>
              <a:spcAft>
                <a:spcPts val="0"/>
              </a:spcAft>
              <a:buSzPts val="1800"/>
              <a:buChar char="⬩"/>
              <a:defRPr sz="1800"/>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
        <p:nvSpPr>
          <p:cNvPr id="71" name="Google Shape;71;p7"/>
          <p:cNvSpPr txBox="1">
            <a:spLocks noGrp="1"/>
          </p:cNvSpPr>
          <p:nvPr>
            <p:ph type="sldNum" idx="12"/>
          </p:nvPr>
        </p:nvSpPr>
        <p:spPr>
          <a:xfrm>
            <a:off x="359692" y="1023975"/>
            <a:ext cx="10176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0"/>
          <p:cNvSpPr/>
          <p:nvPr/>
        </p:nvSpPr>
        <p:spPr>
          <a:xfrm>
            <a:off x="359700" y="359700"/>
            <a:ext cx="8424600" cy="4424100"/>
          </a:xfrm>
          <a:prstGeom prst="rect">
            <a:avLst/>
          </a:prstGeom>
          <a:solidFill>
            <a:srgbClr val="FFFFFF"/>
          </a:solidFill>
          <a:ln>
            <a:noFill/>
          </a:ln>
          <a:effectLst>
            <a:outerShdw blurRad="185738" dist="9525" dir="5400000" algn="bl" rotWithShape="0">
              <a:srgbClr val="66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0"/>
          <p:cNvSpPr txBox="1">
            <a:spLocks noGrp="1"/>
          </p:cNvSpPr>
          <p:nvPr>
            <p:ph type="sldNum" idx="12"/>
          </p:nvPr>
        </p:nvSpPr>
        <p:spPr>
          <a:xfrm>
            <a:off x="4063200" y="4783800"/>
            <a:ext cx="1017600" cy="359700"/>
          </a:xfrm>
          <a:prstGeom prst="rect">
            <a:avLst/>
          </a:prstGeom>
        </p:spPr>
        <p:txBody>
          <a:bodyPr spcFirstLastPara="1" wrap="square" lIns="0" tIns="0" rIns="0" bIns="0" anchor="ctr" anchorCtr="0">
            <a:noAutofit/>
          </a:bodyPr>
          <a:lstStyle>
            <a:lvl1pPr lvl="0">
              <a:buNone/>
              <a:defRPr>
                <a:solidFill>
                  <a:srgbClr val="AD0B2D"/>
                </a:solidFill>
              </a:defRPr>
            </a:lvl1pPr>
            <a:lvl2pPr lvl="1">
              <a:buNone/>
              <a:defRPr>
                <a:solidFill>
                  <a:srgbClr val="AD0B2D"/>
                </a:solidFill>
              </a:defRPr>
            </a:lvl2pPr>
            <a:lvl3pPr lvl="2">
              <a:buNone/>
              <a:defRPr>
                <a:solidFill>
                  <a:srgbClr val="AD0B2D"/>
                </a:solidFill>
              </a:defRPr>
            </a:lvl3pPr>
            <a:lvl4pPr lvl="3">
              <a:buNone/>
              <a:defRPr>
                <a:solidFill>
                  <a:srgbClr val="AD0B2D"/>
                </a:solidFill>
              </a:defRPr>
            </a:lvl4pPr>
            <a:lvl5pPr lvl="4">
              <a:buNone/>
              <a:defRPr>
                <a:solidFill>
                  <a:srgbClr val="AD0B2D"/>
                </a:solidFill>
              </a:defRPr>
            </a:lvl5pPr>
            <a:lvl6pPr lvl="5">
              <a:buNone/>
              <a:defRPr>
                <a:solidFill>
                  <a:srgbClr val="AD0B2D"/>
                </a:solidFill>
              </a:defRPr>
            </a:lvl6pPr>
            <a:lvl7pPr lvl="6">
              <a:buNone/>
              <a:defRPr>
                <a:solidFill>
                  <a:srgbClr val="AD0B2D"/>
                </a:solidFill>
              </a:defRPr>
            </a:lvl7pPr>
            <a:lvl8pPr lvl="7">
              <a:buNone/>
              <a:defRPr>
                <a:solidFill>
                  <a:srgbClr val="AD0B2D"/>
                </a:solidFill>
              </a:defRPr>
            </a:lvl8pPr>
            <a:lvl9pPr lvl="8">
              <a:buNone/>
              <a:defRPr>
                <a:solidFill>
                  <a:srgbClr val="AD0B2D"/>
                </a:solidFill>
              </a:defRPr>
            </a:lvl9pPr>
          </a:lstStyle>
          <a:p>
            <a:pPr marL="0" lvl="0" indent="0" algn="ctr" rtl="0">
              <a:spcBef>
                <a:spcPts val="0"/>
              </a:spcBef>
              <a:spcAft>
                <a:spcPts val="0"/>
              </a:spcAft>
              <a:buNone/>
            </a:pPr>
            <a:fld id="{00000000-1234-1234-1234-123412341234}" type="slidenum">
              <a:rPr lang="en"/>
              <a:t>‹#›</a:t>
            </a:fld>
            <a:endParaRPr/>
          </a:p>
        </p:txBody>
      </p:sp>
      <p:sp>
        <p:nvSpPr>
          <p:cNvPr id="99" name="Google Shape;99;p10"/>
          <p:cNvSpPr/>
          <p:nvPr/>
        </p:nvSpPr>
        <p:spPr>
          <a:xfrm rot="-5400000">
            <a:off x="3934600" y="-555"/>
            <a:ext cx="1274700" cy="764700"/>
          </a:xfrm>
          <a:prstGeom prst="chevron">
            <a:avLst>
              <a:gd name="adj" fmla="val 31570"/>
            </a:avLst>
          </a:prstGeom>
          <a:gradFill>
            <a:gsLst>
              <a:gs pos="0">
                <a:srgbClr val="AD0B2D"/>
              </a:gs>
              <a:gs pos="31000">
                <a:srgbClr val="AD0B2D"/>
              </a:gs>
              <a:gs pos="100000">
                <a:srgbClr val="8B0E34"/>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 name="Google Shape;100;p10"/>
          <p:cNvGrpSpPr/>
          <p:nvPr/>
        </p:nvGrpSpPr>
        <p:grpSpPr>
          <a:xfrm>
            <a:off x="4306578" y="179988"/>
            <a:ext cx="530509" cy="403908"/>
            <a:chOff x="519000" y="238125"/>
            <a:chExt cx="6582000" cy="5238750"/>
          </a:xfrm>
        </p:grpSpPr>
        <p:sp>
          <p:nvSpPr>
            <p:cNvPr id="101" name="Google Shape;101;p10"/>
            <p:cNvSpPr/>
            <p:nvPr/>
          </p:nvSpPr>
          <p:spPr>
            <a:xfrm>
              <a:off x="2928800" y="4770300"/>
              <a:ext cx="1762400" cy="306300"/>
            </a:xfrm>
            <a:custGeom>
              <a:avLst/>
              <a:gdLst/>
              <a:ahLst/>
              <a:cxnLst/>
              <a:rect l="l" t="t" r="r" b="b"/>
              <a:pathLst>
                <a:path w="70496" h="12252" extrusionOk="0">
                  <a:moveTo>
                    <a:pt x="6233" y="1"/>
                  </a:moveTo>
                  <a:lnTo>
                    <a:pt x="5051" y="108"/>
                  </a:lnTo>
                  <a:lnTo>
                    <a:pt x="3869" y="430"/>
                  </a:lnTo>
                  <a:lnTo>
                    <a:pt x="2902" y="968"/>
                  </a:lnTo>
                  <a:lnTo>
                    <a:pt x="1935" y="1720"/>
                  </a:lnTo>
                  <a:lnTo>
                    <a:pt x="1183" y="2580"/>
                  </a:lnTo>
                  <a:lnTo>
                    <a:pt x="538" y="3547"/>
                  </a:lnTo>
                  <a:lnTo>
                    <a:pt x="108" y="4621"/>
                  </a:lnTo>
                  <a:lnTo>
                    <a:pt x="1" y="5911"/>
                  </a:lnTo>
                  <a:lnTo>
                    <a:pt x="1" y="6556"/>
                  </a:lnTo>
                  <a:lnTo>
                    <a:pt x="1" y="7201"/>
                  </a:lnTo>
                  <a:lnTo>
                    <a:pt x="216" y="7738"/>
                  </a:lnTo>
                  <a:lnTo>
                    <a:pt x="323" y="8383"/>
                  </a:lnTo>
                  <a:lnTo>
                    <a:pt x="860" y="9457"/>
                  </a:lnTo>
                  <a:lnTo>
                    <a:pt x="1613" y="10424"/>
                  </a:lnTo>
                  <a:lnTo>
                    <a:pt x="2580" y="11177"/>
                  </a:lnTo>
                  <a:lnTo>
                    <a:pt x="3654" y="11821"/>
                  </a:lnTo>
                  <a:lnTo>
                    <a:pt x="4836" y="12144"/>
                  </a:lnTo>
                  <a:lnTo>
                    <a:pt x="5481" y="12251"/>
                  </a:lnTo>
                  <a:lnTo>
                    <a:pt x="65015" y="12251"/>
                  </a:lnTo>
                  <a:lnTo>
                    <a:pt x="65660" y="12144"/>
                  </a:lnTo>
                  <a:lnTo>
                    <a:pt x="66842" y="11821"/>
                  </a:lnTo>
                  <a:lnTo>
                    <a:pt x="67916" y="11177"/>
                  </a:lnTo>
                  <a:lnTo>
                    <a:pt x="68883" y="10424"/>
                  </a:lnTo>
                  <a:lnTo>
                    <a:pt x="69636" y="9457"/>
                  </a:lnTo>
                  <a:lnTo>
                    <a:pt x="70173" y="8383"/>
                  </a:lnTo>
                  <a:lnTo>
                    <a:pt x="70280" y="7738"/>
                  </a:lnTo>
                  <a:lnTo>
                    <a:pt x="70495" y="7201"/>
                  </a:lnTo>
                  <a:lnTo>
                    <a:pt x="70495" y="6556"/>
                  </a:lnTo>
                  <a:lnTo>
                    <a:pt x="70495" y="5911"/>
                  </a:lnTo>
                  <a:lnTo>
                    <a:pt x="70388" y="4621"/>
                  </a:lnTo>
                  <a:lnTo>
                    <a:pt x="69958" y="3547"/>
                  </a:lnTo>
                  <a:lnTo>
                    <a:pt x="69313" y="2580"/>
                  </a:lnTo>
                  <a:lnTo>
                    <a:pt x="68561" y="1720"/>
                  </a:lnTo>
                  <a:lnTo>
                    <a:pt x="67594" y="968"/>
                  </a:lnTo>
                  <a:lnTo>
                    <a:pt x="66627" y="430"/>
                  </a:lnTo>
                  <a:lnTo>
                    <a:pt x="65445" y="108"/>
                  </a:lnTo>
                  <a:lnTo>
                    <a:pt x="642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a:off x="2190000" y="5170600"/>
              <a:ext cx="3240000" cy="306275"/>
            </a:xfrm>
            <a:custGeom>
              <a:avLst/>
              <a:gdLst/>
              <a:ahLst/>
              <a:cxnLst/>
              <a:rect l="l" t="t" r="r" b="b"/>
              <a:pathLst>
                <a:path w="129600" h="12251" extrusionOk="0">
                  <a:moveTo>
                    <a:pt x="6126" y="0"/>
                  </a:moveTo>
                  <a:lnTo>
                    <a:pt x="4944" y="108"/>
                  </a:lnTo>
                  <a:lnTo>
                    <a:pt x="3762" y="430"/>
                  </a:lnTo>
                  <a:lnTo>
                    <a:pt x="2687" y="1075"/>
                  </a:lnTo>
                  <a:lnTo>
                    <a:pt x="1828" y="1827"/>
                  </a:lnTo>
                  <a:lnTo>
                    <a:pt x="1075" y="2687"/>
                  </a:lnTo>
                  <a:lnTo>
                    <a:pt x="538" y="3762"/>
                  </a:lnTo>
                  <a:lnTo>
                    <a:pt x="108" y="4836"/>
                  </a:lnTo>
                  <a:lnTo>
                    <a:pt x="1" y="6126"/>
                  </a:lnTo>
                  <a:lnTo>
                    <a:pt x="108" y="7308"/>
                  </a:lnTo>
                  <a:lnTo>
                    <a:pt x="538" y="8490"/>
                  </a:lnTo>
                  <a:lnTo>
                    <a:pt x="1075" y="9564"/>
                  </a:lnTo>
                  <a:lnTo>
                    <a:pt x="1828" y="10424"/>
                  </a:lnTo>
                  <a:lnTo>
                    <a:pt x="2687" y="11176"/>
                  </a:lnTo>
                  <a:lnTo>
                    <a:pt x="3762" y="11821"/>
                  </a:lnTo>
                  <a:lnTo>
                    <a:pt x="4944" y="12144"/>
                  </a:lnTo>
                  <a:lnTo>
                    <a:pt x="6126" y="12251"/>
                  </a:lnTo>
                  <a:lnTo>
                    <a:pt x="123474" y="12251"/>
                  </a:lnTo>
                  <a:lnTo>
                    <a:pt x="124656" y="12144"/>
                  </a:lnTo>
                  <a:lnTo>
                    <a:pt x="125838" y="11821"/>
                  </a:lnTo>
                  <a:lnTo>
                    <a:pt x="126913" y="11176"/>
                  </a:lnTo>
                  <a:lnTo>
                    <a:pt x="127772" y="10424"/>
                  </a:lnTo>
                  <a:lnTo>
                    <a:pt x="128525" y="9564"/>
                  </a:lnTo>
                  <a:lnTo>
                    <a:pt x="129062" y="8490"/>
                  </a:lnTo>
                  <a:lnTo>
                    <a:pt x="129492" y="7308"/>
                  </a:lnTo>
                  <a:lnTo>
                    <a:pt x="129599" y="6126"/>
                  </a:lnTo>
                  <a:lnTo>
                    <a:pt x="129492" y="4836"/>
                  </a:lnTo>
                  <a:lnTo>
                    <a:pt x="129062" y="3762"/>
                  </a:lnTo>
                  <a:lnTo>
                    <a:pt x="128525" y="2687"/>
                  </a:lnTo>
                  <a:lnTo>
                    <a:pt x="127772" y="1827"/>
                  </a:lnTo>
                  <a:lnTo>
                    <a:pt x="126913" y="1075"/>
                  </a:lnTo>
                  <a:lnTo>
                    <a:pt x="125838" y="430"/>
                  </a:lnTo>
                  <a:lnTo>
                    <a:pt x="124656" y="108"/>
                  </a:lnTo>
                  <a:lnTo>
                    <a:pt x="1234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0"/>
            <p:cNvSpPr/>
            <p:nvPr/>
          </p:nvSpPr>
          <p:spPr>
            <a:xfrm>
              <a:off x="3264625" y="238125"/>
              <a:ext cx="1090750" cy="4456975"/>
            </a:xfrm>
            <a:custGeom>
              <a:avLst/>
              <a:gdLst/>
              <a:ahLst/>
              <a:cxnLst/>
              <a:rect l="l" t="t" r="r" b="b"/>
              <a:pathLst>
                <a:path w="43630" h="178279" extrusionOk="0">
                  <a:moveTo>
                    <a:pt x="21815" y="23534"/>
                  </a:moveTo>
                  <a:lnTo>
                    <a:pt x="22460" y="23642"/>
                  </a:lnTo>
                  <a:lnTo>
                    <a:pt x="22997" y="23749"/>
                  </a:lnTo>
                  <a:lnTo>
                    <a:pt x="23534" y="24071"/>
                  </a:lnTo>
                  <a:lnTo>
                    <a:pt x="23964" y="24394"/>
                  </a:lnTo>
                  <a:lnTo>
                    <a:pt x="24287" y="24931"/>
                  </a:lnTo>
                  <a:lnTo>
                    <a:pt x="24609" y="25361"/>
                  </a:lnTo>
                  <a:lnTo>
                    <a:pt x="24824" y="26006"/>
                  </a:lnTo>
                  <a:lnTo>
                    <a:pt x="24824" y="26543"/>
                  </a:lnTo>
                  <a:lnTo>
                    <a:pt x="24824" y="27188"/>
                  </a:lnTo>
                  <a:lnTo>
                    <a:pt x="24609" y="27725"/>
                  </a:lnTo>
                  <a:lnTo>
                    <a:pt x="24287" y="28262"/>
                  </a:lnTo>
                  <a:lnTo>
                    <a:pt x="23964" y="28692"/>
                  </a:lnTo>
                  <a:lnTo>
                    <a:pt x="23534" y="29122"/>
                  </a:lnTo>
                  <a:lnTo>
                    <a:pt x="22997" y="29337"/>
                  </a:lnTo>
                  <a:lnTo>
                    <a:pt x="22460" y="29552"/>
                  </a:lnTo>
                  <a:lnTo>
                    <a:pt x="21170" y="29552"/>
                  </a:lnTo>
                  <a:lnTo>
                    <a:pt x="20633" y="29337"/>
                  </a:lnTo>
                  <a:lnTo>
                    <a:pt x="20096" y="29122"/>
                  </a:lnTo>
                  <a:lnTo>
                    <a:pt x="19666" y="28692"/>
                  </a:lnTo>
                  <a:lnTo>
                    <a:pt x="19343" y="28262"/>
                  </a:lnTo>
                  <a:lnTo>
                    <a:pt x="19021" y="27725"/>
                  </a:lnTo>
                  <a:lnTo>
                    <a:pt x="18806" y="27188"/>
                  </a:lnTo>
                  <a:lnTo>
                    <a:pt x="18806" y="26543"/>
                  </a:lnTo>
                  <a:lnTo>
                    <a:pt x="18806" y="26006"/>
                  </a:lnTo>
                  <a:lnTo>
                    <a:pt x="19021" y="25361"/>
                  </a:lnTo>
                  <a:lnTo>
                    <a:pt x="19343" y="24931"/>
                  </a:lnTo>
                  <a:lnTo>
                    <a:pt x="19666" y="24394"/>
                  </a:lnTo>
                  <a:lnTo>
                    <a:pt x="20096" y="24071"/>
                  </a:lnTo>
                  <a:lnTo>
                    <a:pt x="20633" y="23749"/>
                  </a:lnTo>
                  <a:lnTo>
                    <a:pt x="21170" y="23642"/>
                  </a:lnTo>
                  <a:lnTo>
                    <a:pt x="21815" y="23534"/>
                  </a:lnTo>
                  <a:close/>
                  <a:moveTo>
                    <a:pt x="21385" y="0"/>
                  </a:moveTo>
                  <a:lnTo>
                    <a:pt x="21063" y="215"/>
                  </a:lnTo>
                  <a:lnTo>
                    <a:pt x="20740" y="430"/>
                  </a:lnTo>
                  <a:lnTo>
                    <a:pt x="20418" y="752"/>
                  </a:lnTo>
                  <a:lnTo>
                    <a:pt x="15152" y="9672"/>
                  </a:lnTo>
                  <a:lnTo>
                    <a:pt x="14615" y="10746"/>
                  </a:lnTo>
                  <a:lnTo>
                    <a:pt x="14185" y="11821"/>
                  </a:lnTo>
                  <a:lnTo>
                    <a:pt x="13863" y="12895"/>
                  </a:lnTo>
                  <a:lnTo>
                    <a:pt x="13648" y="13863"/>
                  </a:lnTo>
                  <a:lnTo>
                    <a:pt x="13648" y="14830"/>
                  </a:lnTo>
                  <a:lnTo>
                    <a:pt x="13755" y="15797"/>
                  </a:lnTo>
                  <a:lnTo>
                    <a:pt x="14078" y="17946"/>
                  </a:lnTo>
                  <a:lnTo>
                    <a:pt x="14508" y="20418"/>
                  </a:lnTo>
                  <a:lnTo>
                    <a:pt x="15045" y="23212"/>
                  </a:lnTo>
                  <a:lnTo>
                    <a:pt x="15367" y="24824"/>
                  </a:lnTo>
                  <a:lnTo>
                    <a:pt x="15475" y="26543"/>
                  </a:lnTo>
                  <a:lnTo>
                    <a:pt x="15582" y="28585"/>
                  </a:lnTo>
                  <a:lnTo>
                    <a:pt x="15690" y="30734"/>
                  </a:lnTo>
                  <a:lnTo>
                    <a:pt x="15690" y="59964"/>
                  </a:lnTo>
                  <a:lnTo>
                    <a:pt x="14400" y="60071"/>
                  </a:lnTo>
                  <a:lnTo>
                    <a:pt x="13326" y="60393"/>
                  </a:lnTo>
                  <a:lnTo>
                    <a:pt x="12251" y="61038"/>
                  </a:lnTo>
                  <a:lnTo>
                    <a:pt x="11284" y="61683"/>
                  </a:lnTo>
                  <a:lnTo>
                    <a:pt x="10532" y="62650"/>
                  </a:lnTo>
                  <a:lnTo>
                    <a:pt x="9994" y="63725"/>
                  </a:lnTo>
                  <a:lnTo>
                    <a:pt x="9672" y="64799"/>
                  </a:lnTo>
                  <a:lnTo>
                    <a:pt x="9564" y="66089"/>
                  </a:lnTo>
                  <a:lnTo>
                    <a:pt x="9672" y="67271"/>
                  </a:lnTo>
                  <a:lnTo>
                    <a:pt x="9994" y="68453"/>
                  </a:lnTo>
                  <a:lnTo>
                    <a:pt x="10532" y="69528"/>
                  </a:lnTo>
                  <a:lnTo>
                    <a:pt x="11284" y="70387"/>
                  </a:lnTo>
                  <a:lnTo>
                    <a:pt x="12251" y="71140"/>
                  </a:lnTo>
                  <a:lnTo>
                    <a:pt x="13326" y="71784"/>
                  </a:lnTo>
                  <a:lnTo>
                    <a:pt x="14400" y="72107"/>
                  </a:lnTo>
                  <a:lnTo>
                    <a:pt x="15690" y="72214"/>
                  </a:lnTo>
                  <a:lnTo>
                    <a:pt x="15690" y="164739"/>
                  </a:lnTo>
                  <a:lnTo>
                    <a:pt x="15690" y="165276"/>
                  </a:lnTo>
                  <a:lnTo>
                    <a:pt x="15475" y="166458"/>
                  </a:lnTo>
                  <a:lnTo>
                    <a:pt x="15260" y="167210"/>
                  </a:lnTo>
                  <a:lnTo>
                    <a:pt x="14937" y="168070"/>
                  </a:lnTo>
                  <a:lnTo>
                    <a:pt x="14400" y="169037"/>
                  </a:lnTo>
                  <a:lnTo>
                    <a:pt x="13863" y="170004"/>
                  </a:lnTo>
                  <a:lnTo>
                    <a:pt x="13111" y="170971"/>
                  </a:lnTo>
                  <a:lnTo>
                    <a:pt x="12143" y="171938"/>
                  </a:lnTo>
                  <a:lnTo>
                    <a:pt x="10961" y="172906"/>
                  </a:lnTo>
                  <a:lnTo>
                    <a:pt x="9672" y="173658"/>
                  </a:lnTo>
                  <a:lnTo>
                    <a:pt x="7953" y="174303"/>
                  </a:lnTo>
                  <a:lnTo>
                    <a:pt x="6126" y="174840"/>
                  </a:lnTo>
                  <a:lnTo>
                    <a:pt x="3976" y="175162"/>
                  </a:lnTo>
                  <a:lnTo>
                    <a:pt x="1397" y="175270"/>
                  </a:lnTo>
                  <a:lnTo>
                    <a:pt x="860" y="175377"/>
                  </a:lnTo>
                  <a:lnTo>
                    <a:pt x="430" y="175377"/>
                  </a:lnTo>
                  <a:lnTo>
                    <a:pt x="215" y="175592"/>
                  </a:lnTo>
                  <a:lnTo>
                    <a:pt x="0" y="175807"/>
                  </a:lnTo>
                  <a:lnTo>
                    <a:pt x="0" y="176022"/>
                  </a:lnTo>
                  <a:lnTo>
                    <a:pt x="0" y="176237"/>
                  </a:lnTo>
                  <a:lnTo>
                    <a:pt x="215" y="176774"/>
                  </a:lnTo>
                  <a:lnTo>
                    <a:pt x="538" y="177312"/>
                  </a:lnTo>
                  <a:lnTo>
                    <a:pt x="968" y="177849"/>
                  </a:lnTo>
                  <a:lnTo>
                    <a:pt x="1397" y="178279"/>
                  </a:lnTo>
                  <a:lnTo>
                    <a:pt x="42233" y="178279"/>
                  </a:lnTo>
                  <a:lnTo>
                    <a:pt x="42662" y="177849"/>
                  </a:lnTo>
                  <a:lnTo>
                    <a:pt x="43092" y="177312"/>
                  </a:lnTo>
                  <a:lnTo>
                    <a:pt x="43415" y="176774"/>
                  </a:lnTo>
                  <a:lnTo>
                    <a:pt x="43630" y="176237"/>
                  </a:lnTo>
                  <a:lnTo>
                    <a:pt x="43630" y="176022"/>
                  </a:lnTo>
                  <a:lnTo>
                    <a:pt x="43630" y="175807"/>
                  </a:lnTo>
                  <a:lnTo>
                    <a:pt x="43415" y="175592"/>
                  </a:lnTo>
                  <a:lnTo>
                    <a:pt x="43200" y="175377"/>
                  </a:lnTo>
                  <a:lnTo>
                    <a:pt x="42770" y="175377"/>
                  </a:lnTo>
                  <a:lnTo>
                    <a:pt x="42233" y="175270"/>
                  </a:lnTo>
                  <a:lnTo>
                    <a:pt x="39654" y="175162"/>
                  </a:lnTo>
                  <a:lnTo>
                    <a:pt x="37504" y="174840"/>
                  </a:lnTo>
                  <a:lnTo>
                    <a:pt x="35678" y="174303"/>
                  </a:lnTo>
                  <a:lnTo>
                    <a:pt x="33958" y="173658"/>
                  </a:lnTo>
                  <a:lnTo>
                    <a:pt x="32669" y="172906"/>
                  </a:lnTo>
                  <a:lnTo>
                    <a:pt x="31487" y="171938"/>
                  </a:lnTo>
                  <a:lnTo>
                    <a:pt x="30519" y="170971"/>
                  </a:lnTo>
                  <a:lnTo>
                    <a:pt x="29767" y="170004"/>
                  </a:lnTo>
                  <a:lnTo>
                    <a:pt x="29230" y="169037"/>
                  </a:lnTo>
                  <a:lnTo>
                    <a:pt x="28693" y="168070"/>
                  </a:lnTo>
                  <a:lnTo>
                    <a:pt x="28370" y="167210"/>
                  </a:lnTo>
                  <a:lnTo>
                    <a:pt x="28155" y="166458"/>
                  </a:lnTo>
                  <a:lnTo>
                    <a:pt x="27940" y="165276"/>
                  </a:lnTo>
                  <a:lnTo>
                    <a:pt x="27940" y="164739"/>
                  </a:lnTo>
                  <a:lnTo>
                    <a:pt x="27940" y="72214"/>
                  </a:lnTo>
                  <a:lnTo>
                    <a:pt x="29230" y="72107"/>
                  </a:lnTo>
                  <a:lnTo>
                    <a:pt x="30304" y="71784"/>
                  </a:lnTo>
                  <a:lnTo>
                    <a:pt x="31379" y="71140"/>
                  </a:lnTo>
                  <a:lnTo>
                    <a:pt x="32346" y="70387"/>
                  </a:lnTo>
                  <a:lnTo>
                    <a:pt x="33098" y="69528"/>
                  </a:lnTo>
                  <a:lnTo>
                    <a:pt x="33636" y="68453"/>
                  </a:lnTo>
                  <a:lnTo>
                    <a:pt x="33958" y="67271"/>
                  </a:lnTo>
                  <a:lnTo>
                    <a:pt x="34066" y="66089"/>
                  </a:lnTo>
                  <a:lnTo>
                    <a:pt x="33958" y="64799"/>
                  </a:lnTo>
                  <a:lnTo>
                    <a:pt x="33636" y="63725"/>
                  </a:lnTo>
                  <a:lnTo>
                    <a:pt x="33098" y="62650"/>
                  </a:lnTo>
                  <a:lnTo>
                    <a:pt x="32346" y="61683"/>
                  </a:lnTo>
                  <a:lnTo>
                    <a:pt x="31379" y="61038"/>
                  </a:lnTo>
                  <a:lnTo>
                    <a:pt x="30304" y="60393"/>
                  </a:lnTo>
                  <a:lnTo>
                    <a:pt x="29230" y="60071"/>
                  </a:lnTo>
                  <a:lnTo>
                    <a:pt x="27940" y="59964"/>
                  </a:lnTo>
                  <a:lnTo>
                    <a:pt x="27940" y="30734"/>
                  </a:lnTo>
                  <a:lnTo>
                    <a:pt x="28048" y="28585"/>
                  </a:lnTo>
                  <a:lnTo>
                    <a:pt x="28155" y="26543"/>
                  </a:lnTo>
                  <a:lnTo>
                    <a:pt x="28263" y="24824"/>
                  </a:lnTo>
                  <a:lnTo>
                    <a:pt x="28585" y="23212"/>
                  </a:lnTo>
                  <a:lnTo>
                    <a:pt x="29122" y="20418"/>
                  </a:lnTo>
                  <a:lnTo>
                    <a:pt x="29552" y="17946"/>
                  </a:lnTo>
                  <a:lnTo>
                    <a:pt x="29875" y="15797"/>
                  </a:lnTo>
                  <a:lnTo>
                    <a:pt x="29982" y="14830"/>
                  </a:lnTo>
                  <a:lnTo>
                    <a:pt x="29982" y="13863"/>
                  </a:lnTo>
                  <a:lnTo>
                    <a:pt x="29767" y="12895"/>
                  </a:lnTo>
                  <a:lnTo>
                    <a:pt x="29445" y="11821"/>
                  </a:lnTo>
                  <a:lnTo>
                    <a:pt x="29015" y="10746"/>
                  </a:lnTo>
                  <a:lnTo>
                    <a:pt x="28478" y="9672"/>
                  </a:lnTo>
                  <a:lnTo>
                    <a:pt x="23212" y="752"/>
                  </a:lnTo>
                  <a:lnTo>
                    <a:pt x="22890" y="430"/>
                  </a:lnTo>
                  <a:lnTo>
                    <a:pt x="22567" y="215"/>
                  </a:lnTo>
                  <a:lnTo>
                    <a:pt x="222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0"/>
            <p:cNvSpPr/>
            <p:nvPr/>
          </p:nvSpPr>
          <p:spPr>
            <a:xfrm>
              <a:off x="519000" y="541700"/>
              <a:ext cx="3051900" cy="3218500"/>
            </a:xfrm>
            <a:custGeom>
              <a:avLst/>
              <a:gdLst/>
              <a:ahLst/>
              <a:cxnLst/>
              <a:rect l="l" t="t" r="r" b="b"/>
              <a:pathLst>
                <a:path w="122076" h="128740" extrusionOk="0">
                  <a:moveTo>
                    <a:pt x="46423" y="17624"/>
                  </a:moveTo>
                  <a:lnTo>
                    <a:pt x="46961" y="17839"/>
                  </a:lnTo>
                  <a:lnTo>
                    <a:pt x="47498" y="18161"/>
                  </a:lnTo>
                  <a:lnTo>
                    <a:pt x="48035" y="18484"/>
                  </a:lnTo>
                  <a:lnTo>
                    <a:pt x="48358" y="19021"/>
                  </a:lnTo>
                  <a:lnTo>
                    <a:pt x="48680" y="19558"/>
                  </a:lnTo>
                  <a:lnTo>
                    <a:pt x="48895" y="20095"/>
                  </a:lnTo>
                  <a:lnTo>
                    <a:pt x="48895" y="20740"/>
                  </a:lnTo>
                  <a:lnTo>
                    <a:pt x="48895" y="21600"/>
                  </a:lnTo>
                  <a:lnTo>
                    <a:pt x="48572" y="22245"/>
                  </a:lnTo>
                  <a:lnTo>
                    <a:pt x="48143" y="22889"/>
                  </a:lnTo>
                  <a:lnTo>
                    <a:pt x="47605" y="23427"/>
                  </a:lnTo>
                  <a:lnTo>
                    <a:pt x="46961" y="22352"/>
                  </a:lnTo>
                  <a:lnTo>
                    <a:pt x="46638" y="21922"/>
                  </a:lnTo>
                  <a:lnTo>
                    <a:pt x="46101" y="21707"/>
                  </a:lnTo>
                  <a:lnTo>
                    <a:pt x="45564" y="21707"/>
                  </a:lnTo>
                  <a:lnTo>
                    <a:pt x="45026" y="21815"/>
                  </a:lnTo>
                  <a:lnTo>
                    <a:pt x="44059" y="23534"/>
                  </a:lnTo>
                  <a:lnTo>
                    <a:pt x="43414" y="22997"/>
                  </a:lnTo>
                  <a:lnTo>
                    <a:pt x="42984" y="22352"/>
                  </a:lnTo>
                  <a:lnTo>
                    <a:pt x="42662" y="21600"/>
                  </a:lnTo>
                  <a:lnTo>
                    <a:pt x="42555" y="20740"/>
                  </a:lnTo>
                  <a:lnTo>
                    <a:pt x="42662" y="20095"/>
                  </a:lnTo>
                  <a:lnTo>
                    <a:pt x="42770" y="19558"/>
                  </a:lnTo>
                  <a:lnTo>
                    <a:pt x="43092" y="19021"/>
                  </a:lnTo>
                  <a:lnTo>
                    <a:pt x="43522" y="18484"/>
                  </a:lnTo>
                  <a:lnTo>
                    <a:pt x="43952" y="18161"/>
                  </a:lnTo>
                  <a:lnTo>
                    <a:pt x="44489" y="17839"/>
                  </a:lnTo>
                  <a:lnTo>
                    <a:pt x="45134" y="17624"/>
                  </a:lnTo>
                  <a:close/>
                  <a:moveTo>
                    <a:pt x="44704" y="29122"/>
                  </a:moveTo>
                  <a:lnTo>
                    <a:pt x="45886" y="30197"/>
                  </a:lnTo>
                  <a:lnTo>
                    <a:pt x="47068" y="31271"/>
                  </a:lnTo>
                  <a:lnTo>
                    <a:pt x="48465" y="32346"/>
                  </a:lnTo>
                  <a:lnTo>
                    <a:pt x="49969" y="33421"/>
                  </a:lnTo>
                  <a:lnTo>
                    <a:pt x="89085" y="103593"/>
                  </a:lnTo>
                  <a:lnTo>
                    <a:pt x="3224" y="103593"/>
                  </a:lnTo>
                  <a:lnTo>
                    <a:pt x="44704" y="29122"/>
                  </a:lnTo>
                  <a:close/>
                  <a:moveTo>
                    <a:pt x="104237" y="0"/>
                  </a:moveTo>
                  <a:lnTo>
                    <a:pt x="102625" y="215"/>
                  </a:lnTo>
                  <a:lnTo>
                    <a:pt x="100906" y="430"/>
                  </a:lnTo>
                  <a:lnTo>
                    <a:pt x="99079" y="860"/>
                  </a:lnTo>
                  <a:lnTo>
                    <a:pt x="98005" y="1182"/>
                  </a:lnTo>
                  <a:lnTo>
                    <a:pt x="96823" y="1612"/>
                  </a:lnTo>
                  <a:lnTo>
                    <a:pt x="95748" y="2042"/>
                  </a:lnTo>
                  <a:lnTo>
                    <a:pt x="94673" y="2579"/>
                  </a:lnTo>
                  <a:lnTo>
                    <a:pt x="92417" y="3869"/>
                  </a:lnTo>
                  <a:lnTo>
                    <a:pt x="90267" y="5373"/>
                  </a:lnTo>
                  <a:lnTo>
                    <a:pt x="88118" y="6985"/>
                  </a:lnTo>
                  <a:lnTo>
                    <a:pt x="86076" y="8812"/>
                  </a:lnTo>
                  <a:lnTo>
                    <a:pt x="81778" y="12681"/>
                  </a:lnTo>
                  <a:lnTo>
                    <a:pt x="79306" y="14937"/>
                  </a:lnTo>
                  <a:lnTo>
                    <a:pt x="76727" y="17194"/>
                  </a:lnTo>
                  <a:lnTo>
                    <a:pt x="74256" y="19236"/>
                  </a:lnTo>
                  <a:lnTo>
                    <a:pt x="71677" y="21170"/>
                  </a:lnTo>
                  <a:lnTo>
                    <a:pt x="70387" y="21922"/>
                  </a:lnTo>
                  <a:lnTo>
                    <a:pt x="69098" y="22675"/>
                  </a:lnTo>
                  <a:lnTo>
                    <a:pt x="67915" y="23427"/>
                  </a:lnTo>
                  <a:lnTo>
                    <a:pt x="66626" y="23964"/>
                  </a:lnTo>
                  <a:lnTo>
                    <a:pt x="65336" y="24394"/>
                  </a:lnTo>
                  <a:lnTo>
                    <a:pt x="64047" y="24716"/>
                  </a:lnTo>
                  <a:lnTo>
                    <a:pt x="62757" y="24931"/>
                  </a:lnTo>
                  <a:lnTo>
                    <a:pt x="61468" y="25039"/>
                  </a:lnTo>
                  <a:lnTo>
                    <a:pt x="60608" y="24931"/>
                  </a:lnTo>
                  <a:lnTo>
                    <a:pt x="59748" y="24824"/>
                  </a:lnTo>
                  <a:lnTo>
                    <a:pt x="58889" y="24501"/>
                  </a:lnTo>
                  <a:lnTo>
                    <a:pt x="58029" y="24072"/>
                  </a:lnTo>
                  <a:lnTo>
                    <a:pt x="57169" y="23642"/>
                  </a:lnTo>
                  <a:lnTo>
                    <a:pt x="56417" y="23212"/>
                  </a:lnTo>
                  <a:lnTo>
                    <a:pt x="54913" y="22030"/>
                  </a:lnTo>
                  <a:lnTo>
                    <a:pt x="53516" y="20740"/>
                  </a:lnTo>
                  <a:lnTo>
                    <a:pt x="52441" y="19558"/>
                  </a:lnTo>
                  <a:lnTo>
                    <a:pt x="51474" y="18376"/>
                  </a:lnTo>
                  <a:lnTo>
                    <a:pt x="50829" y="17516"/>
                  </a:lnTo>
                  <a:lnTo>
                    <a:pt x="50077" y="16549"/>
                  </a:lnTo>
                  <a:lnTo>
                    <a:pt x="49217" y="15797"/>
                  </a:lnTo>
                  <a:lnTo>
                    <a:pt x="48143" y="15260"/>
                  </a:lnTo>
                  <a:lnTo>
                    <a:pt x="47068" y="14830"/>
                  </a:lnTo>
                  <a:lnTo>
                    <a:pt x="45886" y="14722"/>
                  </a:lnTo>
                  <a:lnTo>
                    <a:pt x="44704" y="14830"/>
                  </a:lnTo>
                  <a:lnTo>
                    <a:pt x="43629" y="15152"/>
                  </a:lnTo>
                  <a:lnTo>
                    <a:pt x="42555" y="15690"/>
                  </a:lnTo>
                  <a:lnTo>
                    <a:pt x="41587" y="16442"/>
                  </a:lnTo>
                  <a:lnTo>
                    <a:pt x="40835" y="17301"/>
                  </a:lnTo>
                  <a:lnTo>
                    <a:pt x="40190" y="18376"/>
                  </a:lnTo>
                  <a:lnTo>
                    <a:pt x="39868" y="19451"/>
                  </a:lnTo>
                  <a:lnTo>
                    <a:pt x="39761" y="20633"/>
                  </a:lnTo>
                  <a:lnTo>
                    <a:pt x="39761" y="21815"/>
                  </a:lnTo>
                  <a:lnTo>
                    <a:pt x="40083" y="22889"/>
                  </a:lnTo>
                  <a:lnTo>
                    <a:pt x="40620" y="24072"/>
                  </a:lnTo>
                  <a:lnTo>
                    <a:pt x="41265" y="24931"/>
                  </a:lnTo>
                  <a:lnTo>
                    <a:pt x="42447" y="26436"/>
                  </a:lnTo>
                  <a:lnTo>
                    <a:pt x="31701" y="45779"/>
                  </a:lnTo>
                  <a:lnTo>
                    <a:pt x="17624" y="71462"/>
                  </a:lnTo>
                  <a:lnTo>
                    <a:pt x="0" y="103593"/>
                  </a:lnTo>
                  <a:lnTo>
                    <a:pt x="0" y="110363"/>
                  </a:lnTo>
                  <a:lnTo>
                    <a:pt x="6770" y="110363"/>
                  </a:lnTo>
                  <a:lnTo>
                    <a:pt x="9134" y="112190"/>
                  </a:lnTo>
                  <a:lnTo>
                    <a:pt x="11498" y="114017"/>
                  </a:lnTo>
                  <a:lnTo>
                    <a:pt x="14077" y="115629"/>
                  </a:lnTo>
                  <a:lnTo>
                    <a:pt x="16656" y="117241"/>
                  </a:lnTo>
                  <a:lnTo>
                    <a:pt x="19343" y="118638"/>
                  </a:lnTo>
                  <a:lnTo>
                    <a:pt x="22137" y="119927"/>
                  </a:lnTo>
                  <a:lnTo>
                    <a:pt x="24931" y="121002"/>
                  </a:lnTo>
                  <a:lnTo>
                    <a:pt x="27832" y="122076"/>
                  </a:lnTo>
                  <a:lnTo>
                    <a:pt x="27832" y="128739"/>
                  </a:lnTo>
                  <a:lnTo>
                    <a:pt x="64477" y="128739"/>
                  </a:lnTo>
                  <a:lnTo>
                    <a:pt x="64477" y="122076"/>
                  </a:lnTo>
                  <a:lnTo>
                    <a:pt x="67378" y="121002"/>
                  </a:lnTo>
                  <a:lnTo>
                    <a:pt x="70172" y="119927"/>
                  </a:lnTo>
                  <a:lnTo>
                    <a:pt x="72966" y="118638"/>
                  </a:lnTo>
                  <a:lnTo>
                    <a:pt x="75653" y="117241"/>
                  </a:lnTo>
                  <a:lnTo>
                    <a:pt x="78232" y="115629"/>
                  </a:lnTo>
                  <a:lnTo>
                    <a:pt x="80703" y="114017"/>
                  </a:lnTo>
                  <a:lnTo>
                    <a:pt x="83175" y="112190"/>
                  </a:lnTo>
                  <a:lnTo>
                    <a:pt x="85432" y="110363"/>
                  </a:lnTo>
                  <a:lnTo>
                    <a:pt x="92202" y="110363"/>
                  </a:lnTo>
                  <a:lnTo>
                    <a:pt x="92202" y="103593"/>
                  </a:lnTo>
                  <a:lnTo>
                    <a:pt x="54483" y="35785"/>
                  </a:lnTo>
                  <a:lnTo>
                    <a:pt x="56095" y="36322"/>
                  </a:lnTo>
                  <a:lnTo>
                    <a:pt x="57814" y="36752"/>
                  </a:lnTo>
                  <a:lnTo>
                    <a:pt x="59641" y="36967"/>
                  </a:lnTo>
                  <a:lnTo>
                    <a:pt x="61468" y="37074"/>
                  </a:lnTo>
                  <a:lnTo>
                    <a:pt x="63617" y="36967"/>
                  </a:lnTo>
                  <a:lnTo>
                    <a:pt x="65659" y="36752"/>
                  </a:lnTo>
                  <a:lnTo>
                    <a:pt x="67701" y="36322"/>
                  </a:lnTo>
                  <a:lnTo>
                    <a:pt x="69635" y="35677"/>
                  </a:lnTo>
                  <a:lnTo>
                    <a:pt x="71569" y="34925"/>
                  </a:lnTo>
                  <a:lnTo>
                    <a:pt x="73503" y="34173"/>
                  </a:lnTo>
                  <a:lnTo>
                    <a:pt x="75223" y="33098"/>
                  </a:lnTo>
                  <a:lnTo>
                    <a:pt x="77050" y="32131"/>
                  </a:lnTo>
                  <a:lnTo>
                    <a:pt x="78769" y="30949"/>
                  </a:lnTo>
                  <a:lnTo>
                    <a:pt x="80488" y="29660"/>
                  </a:lnTo>
                  <a:lnTo>
                    <a:pt x="83712" y="27080"/>
                  </a:lnTo>
                  <a:lnTo>
                    <a:pt x="86936" y="24286"/>
                  </a:lnTo>
                  <a:lnTo>
                    <a:pt x="89945" y="21600"/>
                  </a:lnTo>
                  <a:lnTo>
                    <a:pt x="93276" y="18591"/>
                  </a:lnTo>
                  <a:lnTo>
                    <a:pt x="94888" y="17194"/>
                  </a:lnTo>
                  <a:lnTo>
                    <a:pt x="96500" y="15904"/>
                  </a:lnTo>
                  <a:lnTo>
                    <a:pt x="98005" y="14722"/>
                  </a:lnTo>
                  <a:lnTo>
                    <a:pt x="99402" y="13755"/>
                  </a:lnTo>
                  <a:lnTo>
                    <a:pt x="100799" y="13003"/>
                  </a:lnTo>
                  <a:lnTo>
                    <a:pt x="102088" y="12573"/>
                  </a:lnTo>
                  <a:lnTo>
                    <a:pt x="104022" y="12251"/>
                  </a:lnTo>
                  <a:lnTo>
                    <a:pt x="105742" y="12143"/>
                  </a:lnTo>
                  <a:lnTo>
                    <a:pt x="107354" y="12251"/>
                  </a:lnTo>
                  <a:lnTo>
                    <a:pt x="108966" y="12466"/>
                  </a:lnTo>
                  <a:lnTo>
                    <a:pt x="110363" y="13003"/>
                  </a:lnTo>
                  <a:lnTo>
                    <a:pt x="111867" y="13648"/>
                  </a:lnTo>
                  <a:lnTo>
                    <a:pt x="114984" y="15367"/>
                  </a:lnTo>
                  <a:lnTo>
                    <a:pt x="118315" y="17087"/>
                  </a:lnTo>
                  <a:lnTo>
                    <a:pt x="120142" y="17946"/>
                  </a:lnTo>
                  <a:lnTo>
                    <a:pt x="122076" y="18806"/>
                  </a:lnTo>
                  <a:lnTo>
                    <a:pt x="122076" y="18591"/>
                  </a:lnTo>
                  <a:lnTo>
                    <a:pt x="121968" y="15260"/>
                  </a:lnTo>
                  <a:lnTo>
                    <a:pt x="121646" y="12573"/>
                  </a:lnTo>
                  <a:lnTo>
                    <a:pt x="121216" y="10102"/>
                  </a:lnTo>
                  <a:lnTo>
                    <a:pt x="120786" y="8060"/>
                  </a:lnTo>
                  <a:lnTo>
                    <a:pt x="120464" y="6233"/>
                  </a:lnTo>
                  <a:lnTo>
                    <a:pt x="120142" y="4406"/>
                  </a:lnTo>
                  <a:lnTo>
                    <a:pt x="118207" y="3331"/>
                  </a:lnTo>
                  <a:lnTo>
                    <a:pt x="116166" y="2364"/>
                  </a:lnTo>
                  <a:lnTo>
                    <a:pt x="113801" y="1397"/>
                  </a:lnTo>
                  <a:lnTo>
                    <a:pt x="112619" y="967"/>
                  </a:lnTo>
                  <a:lnTo>
                    <a:pt x="111437" y="645"/>
                  </a:lnTo>
                  <a:lnTo>
                    <a:pt x="110040" y="430"/>
                  </a:lnTo>
                  <a:lnTo>
                    <a:pt x="108751" y="215"/>
                  </a:lnTo>
                  <a:lnTo>
                    <a:pt x="1072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a:off x="4049100" y="541700"/>
              <a:ext cx="3051900" cy="3218500"/>
            </a:xfrm>
            <a:custGeom>
              <a:avLst/>
              <a:gdLst/>
              <a:ahLst/>
              <a:cxnLst/>
              <a:rect l="l" t="t" r="r" b="b"/>
              <a:pathLst>
                <a:path w="122076" h="128740" extrusionOk="0">
                  <a:moveTo>
                    <a:pt x="76942" y="17624"/>
                  </a:moveTo>
                  <a:lnTo>
                    <a:pt x="77587" y="17839"/>
                  </a:lnTo>
                  <a:lnTo>
                    <a:pt x="78124" y="18161"/>
                  </a:lnTo>
                  <a:lnTo>
                    <a:pt x="78554" y="18484"/>
                  </a:lnTo>
                  <a:lnTo>
                    <a:pt x="78984" y="19021"/>
                  </a:lnTo>
                  <a:lnTo>
                    <a:pt x="79306" y="19558"/>
                  </a:lnTo>
                  <a:lnTo>
                    <a:pt x="79414" y="20095"/>
                  </a:lnTo>
                  <a:lnTo>
                    <a:pt x="79521" y="20740"/>
                  </a:lnTo>
                  <a:lnTo>
                    <a:pt x="79414" y="21600"/>
                  </a:lnTo>
                  <a:lnTo>
                    <a:pt x="79092" y="22352"/>
                  </a:lnTo>
                  <a:lnTo>
                    <a:pt x="78662" y="22997"/>
                  </a:lnTo>
                  <a:lnTo>
                    <a:pt x="78017" y="23534"/>
                  </a:lnTo>
                  <a:lnTo>
                    <a:pt x="77050" y="21815"/>
                  </a:lnTo>
                  <a:lnTo>
                    <a:pt x="76512" y="21707"/>
                  </a:lnTo>
                  <a:lnTo>
                    <a:pt x="75975" y="21707"/>
                  </a:lnTo>
                  <a:lnTo>
                    <a:pt x="75438" y="21922"/>
                  </a:lnTo>
                  <a:lnTo>
                    <a:pt x="75115" y="22352"/>
                  </a:lnTo>
                  <a:lnTo>
                    <a:pt x="74471" y="23427"/>
                  </a:lnTo>
                  <a:lnTo>
                    <a:pt x="73933" y="22889"/>
                  </a:lnTo>
                  <a:lnTo>
                    <a:pt x="73504" y="22245"/>
                  </a:lnTo>
                  <a:lnTo>
                    <a:pt x="73181" y="21600"/>
                  </a:lnTo>
                  <a:lnTo>
                    <a:pt x="73181" y="20740"/>
                  </a:lnTo>
                  <a:lnTo>
                    <a:pt x="73181" y="20095"/>
                  </a:lnTo>
                  <a:lnTo>
                    <a:pt x="73396" y="19558"/>
                  </a:lnTo>
                  <a:lnTo>
                    <a:pt x="73718" y="19021"/>
                  </a:lnTo>
                  <a:lnTo>
                    <a:pt x="74041" y="18484"/>
                  </a:lnTo>
                  <a:lnTo>
                    <a:pt x="74578" y="18161"/>
                  </a:lnTo>
                  <a:lnTo>
                    <a:pt x="75115" y="17839"/>
                  </a:lnTo>
                  <a:lnTo>
                    <a:pt x="75653" y="17624"/>
                  </a:lnTo>
                  <a:close/>
                  <a:moveTo>
                    <a:pt x="77372" y="29122"/>
                  </a:moveTo>
                  <a:lnTo>
                    <a:pt x="118852" y="103593"/>
                  </a:lnTo>
                  <a:lnTo>
                    <a:pt x="32991" y="103593"/>
                  </a:lnTo>
                  <a:lnTo>
                    <a:pt x="72107" y="33421"/>
                  </a:lnTo>
                  <a:lnTo>
                    <a:pt x="73611" y="32346"/>
                  </a:lnTo>
                  <a:lnTo>
                    <a:pt x="75008" y="31271"/>
                  </a:lnTo>
                  <a:lnTo>
                    <a:pt x="76190" y="30197"/>
                  </a:lnTo>
                  <a:lnTo>
                    <a:pt x="77372" y="29122"/>
                  </a:lnTo>
                  <a:close/>
                  <a:moveTo>
                    <a:pt x="14830" y="0"/>
                  </a:moveTo>
                  <a:lnTo>
                    <a:pt x="13325" y="215"/>
                  </a:lnTo>
                  <a:lnTo>
                    <a:pt x="12036" y="430"/>
                  </a:lnTo>
                  <a:lnTo>
                    <a:pt x="10639" y="645"/>
                  </a:lnTo>
                  <a:lnTo>
                    <a:pt x="9457" y="967"/>
                  </a:lnTo>
                  <a:lnTo>
                    <a:pt x="8275" y="1397"/>
                  </a:lnTo>
                  <a:lnTo>
                    <a:pt x="6018" y="2364"/>
                  </a:lnTo>
                  <a:lnTo>
                    <a:pt x="3869" y="3331"/>
                  </a:lnTo>
                  <a:lnTo>
                    <a:pt x="1934" y="4406"/>
                  </a:lnTo>
                  <a:lnTo>
                    <a:pt x="1612" y="6233"/>
                  </a:lnTo>
                  <a:lnTo>
                    <a:pt x="1290" y="8060"/>
                  </a:lnTo>
                  <a:lnTo>
                    <a:pt x="860" y="10102"/>
                  </a:lnTo>
                  <a:lnTo>
                    <a:pt x="430" y="12573"/>
                  </a:lnTo>
                  <a:lnTo>
                    <a:pt x="108" y="15260"/>
                  </a:lnTo>
                  <a:lnTo>
                    <a:pt x="0" y="18591"/>
                  </a:lnTo>
                  <a:lnTo>
                    <a:pt x="0" y="18806"/>
                  </a:lnTo>
                  <a:lnTo>
                    <a:pt x="1934" y="17946"/>
                  </a:lnTo>
                  <a:lnTo>
                    <a:pt x="3761" y="17087"/>
                  </a:lnTo>
                  <a:lnTo>
                    <a:pt x="7092" y="15367"/>
                  </a:lnTo>
                  <a:lnTo>
                    <a:pt x="10209" y="13648"/>
                  </a:lnTo>
                  <a:lnTo>
                    <a:pt x="11713" y="13003"/>
                  </a:lnTo>
                  <a:lnTo>
                    <a:pt x="13110" y="12466"/>
                  </a:lnTo>
                  <a:lnTo>
                    <a:pt x="14722" y="12251"/>
                  </a:lnTo>
                  <a:lnTo>
                    <a:pt x="16334" y="12143"/>
                  </a:lnTo>
                  <a:lnTo>
                    <a:pt x="18054" y="12251"/>
                  </a:lnTo>
                  <a:lnTo>
                    <a:pt x="19988" y="12573"/>
                  </a:lnTo>
                  <a:lnTo>
                    <a:pt x="21277" y="13003"/>
                  </a:lnTo>
                  <a:lnTo>
                    <a:pt x="22674" y="13755"/>
                  </a:lnTo>
                  <a:lnTo>
                    <a:pt x="24071" y="14722"/>
                  </a:lnTo>
                  <a:lnTo>
                    <a:pt x="25576" y="15904"/>
                  </a:lnTo>
                  <a:lnTo>
                    <a:pt x="27188" y="17194"/>
                  </a:lnTo>
                  <a:lnTo>
                    <a:pt x="28800" y="18591"/>
                  </a:lnTo>
                  <a:lnTo>
                    <a:pt x="32131" y="21600"/>
                  </a:lnTo>
                  <a:lnTo>
                    <a:pt x="35140" y="24286"/>
                  </a:lnTo>
                  <a:lnTo>
                    <a:pt x="38364" y="27080"/>
                  </a:lnTo>
                  <a:lnTo>
                    <a:pt x="41588" y="29660"/>
                  </a:lnTo>
                  <a:lnTo>
                    <a:pt x="43307" y="30949"/>
                  </a:lnTo>
                  <a:lnTo>
                    <a:pt x="45026" y="32131"/>
                  </a:lnTo>
                  <a:lnTo>
                    <a:pt x="46853" y="33098"/>
                  </a:lnTo>
                  <a:lnTo>
                    <a:pt x="48573" y="34173"/>
                  </a:lnTo>
                  <a:lnTo>
                    <a:pt x="50507" y="34925"/>
                  </a:lnTo>
                  <a:lnTo>
                    <a:pt x="52441" y="35677"/>
                  </a:lnTo>
                  <a:lnTo>
                    <a:pt x="54375" y="36322"/>
                  </a:lnTo>
                  <a:lnTo>
                    <a:pt x="56417" y="36752"/>
                  </a:lnTo>
                  <a:lnTo>
                    <a:pt x="58459" y="36967"/>
                  </a:lnTo>
                  <a:lnTo>
                    <a:pt x="60608" y="37074"/>
                  </a:lnTo>
                  <a:lnTo>
                    <a:pt x="62435" y="36967"/>
                  </a:lnTo>
                  <a:lnTo>
                    <a:pt x="64262" y="36752"/>
                  </a:lnTo>
                  <a:lnTo>
                    <a:pt x="65981" y="36322"/>
                  </a:lnTo>
                  <a:lnTo>
                    <a:pt x="67593" y="35785"/>
                  </a:lnTo>
                  <a:lnTo>
                    <a:pt x="29874" y="103593"/>
                  </a:lnTo>
                  <a:lnTo>
                    <a:pt x="29874" y="110363"/>
                  </a:lnTo>
                  <a:lnTo>
                    <a:pt x="36644" y="110363"/>
                  </a:lnTo>
                  <a:lnTo>
                    <a:pt x="38901" y="112190"/>
                  </a:lnTo>
                  <a:lnTo>
                    <a:pt x="41373" y="114017"/>
                  </a:lnTo>
                  <a:lnTo>
                    <a:pt x="43844" y="115629"/>
                  </a:lnTo>
                  <a:lnTo>
                    <a:pt x="46423" y="117241"/>
                  </a:lnTo>
                  <a:lnTo>
                    <a:pt x="49110" y="118638"/>
                  </a:lnTo>
                  <a:lnTo>
                    <a:pt x="51904" y="119927"/>
                  </a:lnTo>
                  <a:lnTo>
                    <a:pt x="54698" y="121002"/>
                  </a:lnTo>
                  <a:lnTo>
                    <a:pt x="57599" y="122076"/>
                  </a:lnTo>
                  <a:lnTo>
                    <a:pt x="57599" y="128739"/>
                  </a:lnTo>
                  <a:lnTo>
                    <a:pt x="94244" y="128739"/>
                  </a:lnTo>
                  <a:lnTo>
                    <a:pt x="94244" y="122076"/>
                  </a:lnTo>
                  <a:lnTo>
                    <a:pt x="97145" y="121002"/>
                  </a:lnTo>
                  <a:lnTo>
                    <a:pt x="99939" y="119927"/>
                  </a:lnTo>
                  <a:lnTo>
                    <a:pt x="102733" y="118638"/>
                  </a:lnTo>
                  <a:lnTo>
                    <a:pt x="105420" y="117241"/>
                  </a:lnTo>
                  <a:lnTo>
                    <a:pt x="107999" y="115629"/>
                  </a:lnTo>
                  <a:lnTo>
                    <a:pt x="110578" y="114017"/>
                  </a:lnTo>
                  <a:lnTo>
                    <a:pt x="112942" y="112190"/>
                  </a:lnTo>
                  <a:lnTo>
                    <a:pt x="115306" y="110363"/>
                  </a:lnTo>
                  <a:lnTo>
                    <a:pt x="122076" y="110363"/>
                  </a:lnTo>
                  <a:lnTo>
                    <a:pt x="122076" y="103593"/>
                  </a:lnTo>
                  <a:lnTo>
                    <a:pt x="104452" y="71462"/>
                  </a:lnTo>
                  <a:lnTo>
                    <a:pt x="90375" y="45779"/>
                  </a:lnTo>
                  <a:lnTo>
                    <a:pt x="79629" y="26436"/>
                  </a:lnTo>
                  <a:lnTo>
                    <a:pt x="80811" y="24931"/>
                  </a:lnTo>
                  <a:lnTo>
                    <a:pt x="81456" y="24072"/>
                  </a:lnTo>
                  <a:lnTo>
                    <a:pt x="81993" y="22889"/>
                  </a:lnTo>
                  <a:lnTo>
                    <a:pt x="82315" y="21815"/>
                  </a:lnTo>
                  <a:lnTo>
                    <a:pt x="82315" y="20633"/>
                  </a:lnTo>
                  <a:lnTo>
                    <a:pt x="82208" y="19451"/>
                  </a:lnTo>
                  <a:lnTo>
                    <a:pt x="81886" y="18376"/>
                  </a:lnTo>
                  <a:lnTo>
                    <a:pt x="81241" y="17301"/>
                  </a:lnTo>
                  <a:lnTo>
                    <a:pt x="80489" y="16442"/>
                  </a:lnTo>
                  <a:lnTo>
                    <a:pt x="79521" y="15690"/>
                  </a:lnTo>
                  <a:lnTo>
                    <a:pt x="78447" y="15152"/>
                  </a:lnTo>
                  <a:lnTo>
                    <a:pt x="77372" y="14830"/>
                  </a:lnTo>
                  <a:lnTo>
                    <a:pt x="76190" y="14722"/>
                  </a:lnTo>
                  <a:lnTo>
                    <a:pt x="75008" y="14830"/>
                  </a:lnTo>
                  <a:lnTo>
                    <a:pt x="73933" y="15260"/>
                  </a:lnTo>
                  <a:lnTo>
                    <a:pt x="72859" y="15797"/>
                  </a:lnTo>
                  <a:lnTo>
                    <a:pt x="71999" y="16549"/>
                  </a:lnTo>
                  <a:lnTo>
                    <a:pt x="71247" y="17516"/>
                  </a:lnTo>
                  <a:lnTo>
                    <a:pt x="70602" y="18376"/>
                  </a:lnTo>
                  <a:lnTo>
                    <a:pt x="69635" y="19558"/>
                  </a:lnTo>
                  <a:lnTo>
                    <a:pt x="68560" y="20740"/>
                  </a:lnTo>
                  <a:lnTo>
                    <a:pt x="67163" y="22030"/>
                  </a:lnTo>
                  <a:lnTo>
                    <a:pt x="65659" y="23212"/>
                  </a:lnTo>
                  <a:lnTo>
                    <a:pt x="64907" y="23642"/>
                  </a:lnTo>
                  <a:lnTo>
                    <a:pt x="64047" y="24072"/>
                  </a:lnTo>
                  <a:lnTo>
                    <a:pt x="63187" y="24501"/>
                  </a:lnTo>
                  <a:lnTo>
                    <a:pt x="62328" y="24824"/>
                  </a:lnTo>
                  <a:lnTo>
                    <a:pt x="61468" y="24931"/>
                  </a:lnTo>
                  <a:lnTo>
                    <a:pt x="60608" y="25039"/>
                  </a:lnTo>
                  <a:lnTo>
                    <a:pt x="59319" y="24931"/>
                  </a:lnTo>
                  <a:lnTo>
                    <a:pt x="58029" y="24716"/>
                  </a:lnTo>
                  <a:lnTo>
                    <a:pt x="56740" y="24394"/>
                  </a:lnTo>
                  <a:lnTo>
                    <a:pt x="55450" y="23964"/>
                  </a:lnTo>
                  <a:lnTo>
                    <a:pt x="54161" y="23427"/>
                  </a:lnTo>
                  <a:lnTo>
                    <a:pt x="52978" y="22675"/>
                  </a:lnTo>
                  <a:lnTo>
                    <a:pt x="51689" y="21922"/>
                  </a:lnTo>
                  <a:lnTo>
                    <a:pt x="50399" y="21170"/>
                  </a:lnTo>
                  <a:lnTo>
                    <a:pt x="47820" y="19236"/>
                  </a:lnTo>
                  <a:lnTo>
                    <a:pt x="45349" y="17194"/>
                  </a:lnTo>
                  <a:lnTo>
                    <a:pt x="42770" y="14937"/>
                  </a:lnTo>
                  <a:lnTo>
                    <a:pt x="40298" y="12681"/>
                  </a:lnTo>
                  <a:lnTo>
                    <a:pt x="36000" y="8812"/>
                  </a:lnTo>
                  <a:lnTo>
                    <a:pt x="33958" y="6985"/>
                  </a:lnTo>
                  <a:lnTo>
                    <a:pt x="31809" y="5373"/>
                  </a:lnTo>
                  <a:lnTo>
                    <a:pt x="29659" y="3869"/>
                  </a:lnTo>
                  <a:lnTo>
                    <a:pt x="27403" y="2579"/>
                  </a:lnTo>
                  <a:lnTo>
                    <a:pt x="26328" y="2042"/>
                  </a:lnTo>
                  <a:lnTo>
                    <a:pt x="25253" y="1612"/>
                  </a:lnTo>
                  <a:lnTo>
                    <a:pt x="24071" y="1182"/>
                  </a:lnTo>
                  <a:lnTo>
                    <a:pt x="22997" y="860"/>
                  </a:lnTo>
                  <a:lnTo>
                    <a:pt x="21170" y="430"/>
                  </a:lnTo>
                  <a:lnTo>
                    <a:pt x="19451" y="215"/>
                  </a:lnTo>
                  <a:lnTo>
                    <a:pt x="1783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letely blank">
  <p:cSld name="BLANK_2">
    <p:spTree>
      <p:nvGrpSpPr>
        <p:cNvPr id="1" name="Shape 106"/>
        <p:cNvGrpSpPr/>
        <p:nvPr/>
      </p:nvGrpSpPr>
      <p:grpSpPr>
        <a:xfrm>
          <a:off x="0" y="0"/>
          <a:ext cx="0" cy="0"/>
          <a:chOff x="0" y="0"/>
          <a:chExt cx="0" cy="0"/>
        </a:xfrm>
      </p:grpSpPr>
      <p:sp>
        <p:nvSpPr>
          <p:cNvPr id="107" name="Google Shape;107;p11"/>
          <p:cNvSpPr txBox="1">
            <a:spLocks noGrp="1"/>
          </p:cNvSpPr>
          <p:nvPr>
            <p:ph type="sldNum" idx="12"/>
          </p:nvPr>
        </p:nvSpPr>
        <p:spPr>
          <a:xfrm>
            <a:off x="4063200" y="4783800"/>
            <a:ext cx="1017600" cy="359700"/>
          </a:xfrm>
          <a:prstGeom prst="rect">
            <a:avLst/>
          </a:prstGeom>
        </p:spPr>
        <p:txBody>
          <a:bodyPr spcFirstLastPara="1" wrap="square" lIns="0" tIns="0" rIns="0" bIns="0" anchor="ctr" anchorCtr="0">
            <a:noAutofit/>
          </a:bodyPr>
          <a:lstStyle>
            <a:lvl1pPr lvl="0" rtl="0">
              <a:buNone/>
              <a:defRPr>
                <a:solidFill>
                  <a:srgbClr val="AD0B2D"/>
                </a:solidFill>
              </a:defRPr>
            </a:lvl1pPr>
            <a:lvl2pPr lvl="1" rtl="0">
              <a:buNone/>
              <a:defRPr>
                <a:solidFill>
                  <a:srgbClr val="AD0B2D"/>
                </a:solidFill>
              </a:defRPr>
            </a:lvl2pPr>
            <a:lvl3pPr lvl="2" rtl="0">
              <a:buNone/>
              <a:defRPr>
                <a:solidFill>
                  <a:srgbClr val="AD0B2D"/>
                </a:solidFill>
              </a:defRPr>
            </a:lvl3pPr>
            <a:lvl4pPr lvl="3" rtl="0">
              <a:buNone/>
              <a:defRPr>
                <a:solidFill>
                  <a:srgbClr val="AD0B2D"/>
                </a:solidFill>
              </a:defRPr>
            </a:lvl4pPr>
            <a:lvl5pPr lvl="4" rtl="0">
              <a:buNone/>
              <a:defRPr>
                <a:solidFill>
                  <a:srgbClr val="AD0B2D"/>
                </a:solidFill>
              </a:defRPr>
            </a:lvl5pPr>
            <a:lvl6pPr lvl="5" rtl="0">
              <a:buNone/>
              <a:defRPr>
                <a:solidFill>
                  <a:srgbClr val="AD0B2D"/>
                </a:solidFill>
              </a:defRPr>
            </a:lvl6pPr>
            <a:lvl7pPr lvl="6" rtl="0">
              <a:buNone/>
              <a:defRPr>
                <a:solidFill>
                  <a:srgbClr val="AD0B2D"/>
                </a:solidFill>
              </a:defRPr>
            </a:lvl7pPr>
            <a:lvl8pPr lvl="7" rtl="0">
              <a:buNone/>
              <a:defRPr>
                <a:solidFill>
                  <a:srgbClr val="AD0B2D"/>
                </a:solidFill>
              </a:defRPr>
            </a:lvl8pPr>
            <a:lvl9pPr lvl="8" rtl="0">
              <a:buNone/>
              <a:defRPr>
                <a:solidFill>
                  <a:srgbClr val="AD0B2D"/>
                </a:solidFi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microsoft.com/office/2007/relationships/hdphoto" Target="../media/hdphoto1.wdp"/><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blipFill dpi="0" rotWithShape="1">
          <a:blip r:embed="rId10">
            <a:alphaModFix amt="62000"/>
            <a:lum/>
            <a:extLst>
              <a:ext uri="{BEBA8EAE-BF5A-486C-A8C5-ECC9F3942E4B}">
                <a14:imgProps xmlns:a14="http://schemas.microsoft.com/office/drawing/2010/main">
                  <a14:imgLayer r:embed="rId11">
                    <a14:imgEffect>
                      <a14:sharpenSoften amount="-60000"/>
                    </a14:imgEffect>
                    <a14:imgEffect>
                      <a14:brightnessContrast bright="-13000"/>
                    </a14:imgEffect>
                  </a14:imgLayer>
                </a14:imgProps>
              </a:ext>
            </a:extLst>
          </a:blip>
          <a:srcRect/>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96700" y="669775"/>
            <a:ext cx="6687600" cy="393600"/>
          </a:xfrm>
          <a:prstGeom prst="rect">
            <a:avLst/>
          </a:prstGeom>
          <a:noFill/>
          <a:ln>
            <a:noFill/>
          </a:ln>
        </p:spPr>
        <p:txBody>
          <a:bodyPr spcFirstLastPara="1" wrap="square" lIns="0" tIns="0" rIns="0" bIns="0" anchor="b" anchorCtr="0">
            <a:noAutofit/>
          </a:bodyPr>
          <a:lstStyle>
            <a:lvl1pPr lvl="0">
              <a:spcBef>
                <a:spcPts val="0"/>
              </a:spcBef>
              <a:spcAft>
                <a:spcPts val="0"/>
              </a:spcAft>
              <a:buClr>
                <a:schemeClr val="accent1"/>
              </a:buClr>
              <a:buSzPts val="2400"/>
              <a:buFont typeface="Tinos"/>
              <a:buNone/>
              <a:defRPr sz="2400" b="1">
                <a:solidFill>
                  <a:schemeClr val="accent1"/>
                </a:solidFill>
                <a:latin typeface="Tinos"/>
                <a:ea typeface="Tinos"/>
                <a:cs typeface="Tinos"/>
                <a:sym typeface="Tinos"/>
              </a:defRPr>
            </a:lvl1pPr>
            <a:lvl2pPr lvl="1">
              <a:spcBef>
                <a:spcPts val="0"/>
              </a:spcBef>
              <a:spcAft>
                <a:spcPts val="0"/>
              </a:spcAft>
              <a:buClr>
                <a:schemeClr val="accent1"/>
              </a:buClr>
              <a:buSzPts val="2400"/>
              <a:buFont typeface="Tinos"/>
              <a:buNone/>
              <a:defRPr sz="2400" b="1">
                <a:solidFill>
                  <a:schemeClr val="accent1"/>
                </a:solidFill>
                <a:latin typeface="Tinos"/>
                <a:ea typeface="Tinos"/>
                <a:cs typeface="Tinos"/>
                <a:sym typeface="Tinos"/>
              </a:defRPr>
            </a:lvl2pPr>
            <a:lvl3pPr lvl="2">
              <a:spcBef>
                <a:spcPts val="0"/>
              </a:spcBef>
              <a:spcAft>
                <a:spcPts val="0"/>
              </a:spcAft>
              <a:buClr>
                <a:schemeClr val="accent1"/>
              </a:buClr>
              <a:buSzPts val="2400"/>
              <a:buFont typeface="Tinos"/>
              <a:buNone/>
              <a:defRPr sz="2400" b="1">
                <a:solidFill>
                  <a:schemeClr val="accent1"/>
                </a:solidFill>
                <a:latin typeface="Tinos"/>
                <a:ea typeface="Tinos"/>
                <a:cs typeface="Tinos"/>
                <a:sym typeface="Tinos"/>
              </a:defRPr>
            </a:lvl3pPr>
            <a:lvl4pPr lvl="3">
              <a:spcBef>
                <a:spcPts val="0"/>
              </a:spcBef>
              <a:spcAft>
                <a:spcPts val="0"/>
              </a:spcAft>
              <a:buClr>
                <a:schemeClr val="accent1"/>
              </a:buClr>
              <a:buSzPts val="2400"/>
              <a:buFont typeface="Tinos"/>
              <a:buNone/>
              <a:defRPr sz="2400" b="1">
                <a:solidFill>
                  <a:schemeClr val="accent1"/>
                </a:solidFill>
                <a:latin typeface="Tinos"/>
                <a:ea typeface="Tinos"/>
                <a:cs typeface="Tinos"/>
                <a:sym typeface="Tinos"/>
              </a:defRPr>
            </a:lvl4pPr>
            <a:lvl5pPr lvl="4">
              <a:spcBef>
                <a:spcPts val="0"/>
              </a:spcBef>
              <a:spcAft>
                <a:spcPts val="0"/>
              </a:spcAft>
              <a:buClr>
                <a:schemeClr val="accent1"/>
              </a:buClr>
              <a:buSzPts val="2400"/>
              <a:buFont typeface="Tinos"/>
              <a:buNone/>
              <a:defRPr sz="2400" b="1">
                <a:solidFill>
                  <a:schemeClr val="accent1"/>
                </a:solidFill>
                <a:latin typeface="Tinos"/>
                <a:ea typeface="Tinos"/>
                <a:cs typeface="Tinos"/>
                <a:sym typeface="Tinos"/>
              </a:defRPr>
            </a:lvl5pPr>
            <a:lvl6pPr lvl="5">
              <a:spcBef>
                <a:spcPts val="0"/>
              </a:spcBef>
              <a:spcAft>
                <a:spcPts val="0"/>
              </a:spcAft>
              <a:buClr>
                <a:schemeClr val="accent1"/>
              </a:buClr>
              <a:buSzPts val="2400"/>
              <a:buFont typeface="Tinos"/>
              <a:buNone/>
              <a:defRPr sz="2400" b="1">
                <a:solidFill>
                  <a:schemeClr val="accent1"/>
                </a:solidFill>
                <a:latin typeface="Tinos"/>
                <a:ea typeface="Tinos"/>
                <a:cs typeface="Tinos"/>
                <a:sym typeface="Tinos"/>
              </a:defRPr>
            </a:lvl6pPr>
            <a:lvl7pPr lvl="6">
              <a:spcBef>
                <a:spcPts val="0"/>
              </a:spcBef>
              <a:spcAft>
                <a:spcPts val="0"/>
              </a:spcAft>
              <a:buClr>
                <a:schemeClr val="accent1"/>
              </a:buClr>
              <a:buSzPts val="2400"/>
              <a:buFont typeface="Tinos"/>
              <a:buNone/>
              <a:defRPr sz="2400" b="1">
                <a:solidFill>
                  <a:schemeClr val="accent1"/>
                </a:solidFill>
                <a:latin typeface="Tinos"/>
                <a:ea typeface="Tinos"/>
                <a:cs typeface="Tinos"/>
                <a:sym typeface="Tinos"/>
              </a:defRPr>
            </a:lvl7pPr>
            <a:lvl8pPr lvl="7">
              <a:spcBef>
                <a:spcPts val="0"/>
              </a:spcBef>
              <a:spcAft>
                <a:spcPts val="0"/>
              </a:spcAft>
              <a:buClr>
                <a:schemeClr val="accent1"/>
              </a:buClr>
              <a:buSzPts val="2400"/>
              <a:buFont typeface="Tinos"/>
              <a:buNone/>
              <a:defRPr sz="2400" b="1">
                <a:solidFill>
                  <a:schemeClr val="accent1"/>
                </a:solidFill>
                <a:latin typeface="Tinos"/>
                <a:ea typeface="Tinos"/>
                <a:cs typeface="Tinos"/>
                <a:sym typeface="Tinos"/>
              </a:defRPr>
            </a:lvl8pPr>
            <a:lvl9pPr lvl="8">
              <a:spcBef>
                <a:spcPts val="0"/>
              </a:spcBef>
              <a:spcAft>
                <a:spcPts val="0"/>
              </a:spcAft>
              <a:buClr>
                <a:schemeClr val="accent1"/>
              </a:buClr>
              <a:buSzPts val="2400"/>
              <a:buFont typeface="Tinos"/>
              <a:buNone/>
              <a:defRPr sz="2400" b="1">
                <a:solidFill>
                  <a:schemeClr val="accent1"/>
                </a:solidFill>
                <a:latin typeface="Tinos"/>
                <a:ea typeface="Tinos"/>
                <a:cs typeface="Tinos"/>
                <a:sym typeface="Tinos"/>
              </a:defRPr>
            </a:lvl9pPr>
          </a:lstStyle>
          <a:p>
            <a:endParaRPr/>
          </a:p>
        </p:txBody>
      </p:sp>
      <p:sp>
        <p:nvSpPr>
          <p:cNvPr id="7" name="Google Shape;7;p1"/>
          <p:cNvSpPr txBox="1">
            <a:spLocks noGrp="1"/>
          </p:cNvSpPr>
          <p:nvPr>
            <p:ph type="body" idx="1"/>
          </p:nvPr>
        </p:nvSpPr>
        <p:spPr>
          <a:xfrm>
            <a:off x="2096700" y="1173950"/>
            <a:ext cx="6687600" cy="3249900"/>
          </a:xfrm>
          <a:prstGeom prst="rect">
            <a:avLst/>
          </a:prstGeom>
          <a:noFill/>
          <a:ln>
            <a:noFill/>
          </a:ln>
        </p:spPr>
        <p:txBody>
          <a:bodyPr spcFirstLastPara="1" wrap="square" lIns="0" tIns="0" rIns="0" bIns="0" anchor="t" anchorCtr="0">
            <a:noAutofit/>
          </a:bodyPr>
          <a:lstStyle>
            <a:lvl1pPr marL="457200" lvl="0" indent="-393700">
              <a:spcBef>
                <a:spcPts val="600"/>
              </a:spcBef>
              <a:spcAft>
                <a:spcPts val="0"/>
              </a:spcAft>
              <a:buClr>
                <a:schemeClr val="accent6"/>
              </a:buClr>
              <a:buSzPts val="2600"/>
              <a:buFont typeface="Tinos"/>
              <a:buChar char="◈"/>
              <a:defRPr sz="2600">
                <a:solidFill>
                  <a:schemeClr val="dk1"/>
                </a:solidFill>
                <a:latin typeface="Tinos"/>
                <a:ea typeface="Tinos"/>
                <a:cs typeface="Tinos"/>
                <a:sym typeface="Tinos"/>
              </a:defRPr>
            </a:lvl1pPr>
            <a:lvl2pPr marL="914400" lvl="1" indent="-393700">
              <a:spcBef>
                <a:spcPts val="0"/>
              </a:spcBef>
              <a:spcAft>
                <a:spcPts val="0"/>
              </a:spcAft>
              <a:buClr>
                <a:schemeClr val="accent6"/>
              </a:buClr>
              <a:buSzPts val="2600"/>
              <a:buFont typeface="Tinos"/>
              <a:buChar char="⬩"/>
              <a:defRPr sz="2600">
                <a:solidFill>
                  <a:schemeClr val="dk1"/>
                </a:solidFill>
                <a:latin typeface="Tinos"/>
                <a:ea typeface="Tinos"/>
                <a:cs typeface="Tinos"/>
                <a:sym typeface="Tinos"/>
              </a:defRPr>
            </a:lvl2pPr>
            <a:lvl3pPr marL="1371600" lvl="2" indent="-393700">
              <a:spcBef>
                <a:spcPts val="0"/>
              </a:spcBef>
              <a:spcAft>
                <a:spcPts val="0"/>
              </a:spcAft>
              <a:buClr>
                <a:schemeClr val="accent6"/>
              </a:buClr>
              <a:buSzPts val="2600"/>
              <a:buFont typeface="Tinos"/>
              <a:buChar char="⬩"/>
              <a:defRPr sz="2600">
                <a:solidFill>
                  <a:schemeClr val="dk1"/>
                </a:solidFill>
                <a:latin typeface="Tinos"/>
                <a:ea typeface="Tinos"/>
                <a:cs typeface="Tinos"/>
                <a:sym typeface="Tinos"/>
              </a:defRPr>
            </a:lvl3pPr>
            <a:lvl4pPr marL="1828800" lvl="3" indent="-393700">
              <a:spcBef>
                <a:spcPts val="0"/>
              </a:spcBef>
              <a:spcAft>
                <a:spcPts val="0"/>
              </a:spcAft>
              <a:buClr>
                <a:schemeClr val="dk1"/>
              </a:buClr>
              <a:buSzPts val="2600"/>
              <a:buFont typeface="Tinos"/>
              <a:buChar char="⬩"/>
              <a:defRPr sz="2600">
                <a:solidFill>
                  <a:schemeClr val="dk1"/>
                </a:solidFill>
                <a:latin typeface="Tinos"/>
                <a:ea typeface="Tinos"/>
                <a:cs typeface="Tinos"/>
                <a:sym typeface="Tinos"/>
              </a:defRPr>
            </a:lvl4pPr>
            <a:lvl5pPr marL="2286000" lvl="4" indent="-393700">
              <a:spcBef>
                <a:spcPts val="0"/>
              </a:spcBef>
              <a:spcAft>
                <a:spcPts val="0"/>
              </a:spcAft>
              <a:buClr>
                <a:schemeClr val="dk1"/>
              </a:buClr>
              <a:buSzPts val="2600"/>
              <a:buFont typeface="Tinos"/>
              <a:buChar char="⬩"/>
              <a:defRPr sz="2600">
                <a:solidFill>
                  <a:schemeClr val="dk1"/>
                </a:solidFill>
                <a:latin typeface="Tinos"/>
                <a:ea typeface="Tinos"/>
                <a:cs typeface="Tinos"/>
                <a:sym typeface="Tinos"/>
              </a:defRPr>
            </a:lvl5pPr>
            <a:lvl6pPr marL="2743200" lvl="5" indent="-393700">
              <a:spcBef>
                <a:spcPts val="0"/>
              </a:spcBef>
              <a:spcAft>
                <a:spcPts val="0"/>
              </a:spcAft>
              <a:buClr>
                <a:schemeClr val="dk1"/>
              </a:buClr>
              <a:buSzPts val="2600"/>
              <a:buFont typeface="Tinos"/>
              <a:buChar char="⬩"/>
              <a:defRPr sz="2600">
                <a:solidFill>
                  <a:schemeClr val="dk1"/>
                </a:solidFill>
                <a:latin typeface="Tinos"/>
                <a:ea typeface="Tinos"/>
                <a:cs typeface="Tinos"/>
                <a:sym typeface="Tinos"/>
              </a:defRPr>
            </a:lvl6pPr>
            <a:lvl7pPr marL="3200400" lvl="6" indent="-393700">
              <a:spcBef>
                <a:spcPts val="0"/>
              </a:spcBef>
              <a:spcAft>
                <a:spcPts val="0"/>
              </a:spcAft>
              <a:buClr>
                <a:schemeClr val="dk1"/>
              </a:buClr>
              <a:buSzPts val="2600"/>
              <a:buFont typeface="Tinos"/>
              <a:buChar char="⬩"/>
              <a:defRPr sz="2600">
                <a:solidFill>
                  <a:schemeClr val="dk1"/>
                </a:solidFill>
                <a:latin typeface="Tinos"/>
                <a:ea typeface="Tinos"/>
                <a:cs typeface="Tinos"/>
                <a:sym typeface="Tinos"/>
              </a:defRPr>
            </a:lvl7pPr>
            <a:lvl8pPr marL="3657600" lvl="7" indent="-393700">
              <a:spcBef>
                <a:spcPts val="0"/>
              </a:spcBef>
              <a:spcAft>
                <a:spcPts val="0"/>
              </a:spcAft>
              <a:buClr>
                <a:schemeClr val="dk1"/>
              </a:buClr>
              <a:buSzPts val="2600"/>
              <a:buFont typeface="Tinos"/>
              <a:buChar char="⬩"/>
              <a:defRPr sz="2600">
                <a:solidFill>
                  <a:schemeClr val="dk1"/>
                </a:solidFill>
                <a:latin typeface="Tinos"/>
                <a:ea typeface="Tinos"/>
                <a:cs typeface="Tinos"/>
                <a:sym typeface="Tinos"/>
              </a:defRPr>
            </a:lvl8pPr>
            <a:lvl9pPr marL="4114800" lvl="8" indent="-393700">
              <a:spcBef>
                <a:spcPts val="0"/>
              </a:spcBef>
              <a:spcAft>
                <a:spcPts val="0"/>
              </a:spcAft>
              <a:buClr>
                <a:schemeClr val="dk1"/>
              </a:buClr>
              <a:buSzPts val="2600"/>
              <a:buFont typeface="Tinos"/>
              <a:buChar char="⬩"/>
              <a:defRPr sz="2600">
                <a:solidFill>
                  <a:schemeClr val="dk1"/>
                </a:solidFill>
                <a:latin typeface="Tinos"/>
                <a:ea typeface="Tinos"/>
                <a:cs typeface="Tinos"/>
                <a:sym typeface="Tinos"/>
              </a:defRPr>
            </a:lvl9pPr>
          </a:lstStyle>
          <a:p>
            <a:endParaRPr/>
          </a:p>
        </p:txBody>
      </p:sp>
      <p:sp>
        <p:nvSpPr>
          <p:cNvPr id="8" name="Google Shape;8;p1"/>
          <p:cNvSpPr txBox="1">
            <a:spLocks noGrp="1"/>
          </p:cNvSpPr>
          <p:nvPr>
            <p:ph type="sldNum" idx="12"/>
          </p:nvPr>
        </p:nvSpPr>
        <p:spPr>
          <a:xfrm>
            <a:off x="359692" y="1023975"/>
            <a:ext cx="1017600" cy="393600"/>
          </a:xfrm>
          <a:prstGeom prst="rect">
            <a:avLst/>
          </a:prstGeom>
          <a:noFill/>
          <a:ln>
            <a:noFill/>
          </a:ln>
        </p:spPr>
        <p:txBody>
          <a:bodyPr spcFirstLastPara="1" wrap="square" lIns="0" tIns="0" rIns="0" bIns="0" anchor="ctr" anchorCtr="0">
            <a:noAutofit/>
          </a:bodyPr>
          <a:lstStyle>
            <a:lvl1pPr lvl="0" algn="ctr">
              <a:buNone/>
              <a:defRPr sz="1300">
                <a:solidFill>
                  <a:schemeClr val="lt1"/>
                </a:solidFill>
                <a:latin typeface="Tinos"/>
                <a:ea typeface="Tinos"/>
                <a:cs typeface="Tinos"/>
                <a:sym typeface="Tinos"/>
              </a:defRPr>
            </a:lvl1pPr>
            <a:lvl2pPr lvl="1" algn="ctr">
              <a:buNone/>
              <a:defRPr sz="1300">
                <a:solidFill>
                  <a:schemeClr val="lt1"/>
                </a:solidFill>
                <a:latin typeface="Tinos"/>
                <a:ea typeface="Tinos"/>
                <a:cs typeface="Tinos"/>
                <a:sym typeface="Tinos"/>
              </a:defRPr>
            </a:lvl2pPr>
            <a:lvl3pPr lvl="2" algn="ctr">
              <a:buNone/>
              <a:defRPr sz="1300">
                <a:solidFill>
                  <a:schemeClr val="lt1"/>
                </a:solidFill>
                <a:latin typeface="Tinos"/>
                <a:ea typeface="Tinos"/>
                <a:cs typeface="Tinos"/>
                <a:sym typeface="Tinos"/>
              </a:defRPr>
            </a:lvl3pPr>
            <a:lvl4pPr lvl="3" algn="ctr">
              <a:buNone/>
              <a:defRPr sz="1300">
                <a:solidFill>
                  <a:schemeClr val="lt1"/>
                </a:solidFill>
                <a:latin typeface="Tinos"/>
                <a:ea typeface="Tinos"/>
                <a:cs typeface="Tinos"/>
                <a:sym typeface="Tinos"/>
              </a:defRPr>
            </a:lvl4pPr>
            <a:lvl5pPr lvl="4" algn="ctr">
              <a:buNone/>
              <a:defRPr sz="1300">
                <a:solidFill>
                  <a:schemeClr val="lt1"/>
                </a:solidFill>
                <a:latin typeface="Tinos"/>
                <a:ea typeface="Tinos"/>
                <a:cs typeface="Tinos"/>
                <a:sym typeface="Tinos"/>
              </a:defRPr>
            </a:lvl5pPr>
            <a:lvl6pPr lvl="5" algn="ctr">
              <a:buNone/>
              <a:defRPr sz="1300">
                <a:solidFill>
                  <a:schemeClr val="lt1"/>
                </a:solidFill>
                <a:latin typeface="Tinos"/>
                <a:ea typeface="Tinos"/>
                <a:cs typeface="Tinos"/>
                <a:sym typeface="Tinos"/>
              </a:defRPr>
            </a:lvl6pPr>
            <a:lvl7pPr lvl="6" algn="ctr">
              <a:buNone/>
              <a:defRPr sz="1300">
                <a:solidFill>
                  <a:schemeClr val="lt1"/>
                </a:solidFill>
                <a:latin typeface="Tinos"/>
                <a:ea typeface="Tinos"/>
                <a:cs typeface="Tinos"/>
                <a:sym typeface="Tinos"/>
              </a:defRPr>
            </a:lvl7pPr>
            <a:lvl8pPr lvl="7" algn="ctr">
              <a:buNone/>
              <a:defRPr sz="1300">
                <a:solidFill>
                  <a:schemeClr val="lt1"/>
                </a:solidFill>
                <a:latin typeface="Tinos"/>
                <a:ea typeface="Tinos"/>
                <a:cs typeface="Tinos"/>
                <a:sym typeface="Tinos"/>
              </a:defRPr>
            </a:lvl8pPr>
            <a:lvl9pPr lvl="8" algn="ctr">
              <a:buNone/>
              <a:defRPr sz="1300">
                <a:solidFill>
                  <a:schemeClr val="lt1"/>
                </a:solidFill>
                <a:latin typeface="Tinos"/>
                <a:ea typeface="Tinos"/>
                <a:cs typeface="Tinos"/>
                <a:sym typeface="Tinos"/>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6" r:id="rId7"/>
    <p:sldLayoutId id="2147483657" r:id="rId8"/>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4"/>
          <p:cNvSpPr txBox="1">
            <a:spLocks noGrp="1"/>
          </p:cNvSpPr>
          <p:nvPr>
            <p:ph type="ctrTitle"/>
          </p:nvPr>
        </p:nvSpPr>
        <p:spPr>
          <a:xfrm>
            <a:off x="2559050" y="1485900"/>
            <a:ext cx="3808424" cy="1553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sz="4000" dirty="0">
                <a:effectLst>
                  <a:outerShdw blurRad="38100" dist="38100" dir="2700000" algn="tl">
                    <a:srgbClr val="000000">
                      <a:alpha val="43137"/>
                    </a:srgbClr>
                  </a:outerShdw>
                </a:effectLst>
              </a:rPr>
              <a:t>Welcome to Our Presentation</a:t>
            </a:r>
          </a:p>
        </p:txBody>
      </p:sp>
      <p:pic>
        <p:nvPicPr>
          <p:cNvPr id="3" name="Picture 2">
            <a:extLst>
              <a:ext uri="{FF2B5EF4-FFF2-40B4-BE49-F238E27FC236}">
                <a16:creationId xmlns:a16="http://schemas.microsoft.com/office/drawing/2014/main" id="{98844152-AADE-41C6-807E-E12CB9B6FD5F}"/>
              </a:ext>
            </a:extLst>
          </p:cNvPr>
          <p:cNvPicPr>
            <a:picLocks noChangeAspect="1"/>
          </p:cNvPicPr>
          <p:nvPr/>
        </p:nvPicPr>
        <p:blipFill>
          <a:blip r:embed="rId3"/>
          <a:stretch>
            <a:fillRect/>
          </a:stretch>
        </p:blipFill>
        <p:spPr>
          <a:xfrm>
            <a:off x="4071918" y="177800"/>
            <a:ext cx="1000114" cy="996950"/>
          </a:xfrm>
          <a:prstGeom prst="rect">
            <a:avLst/>
          </a:prstGeom>
        </p:spPr>
      </p:pic>
      <p:sp>
        <p:nvSpPr>
          <p:cNvPr id="4" name="Google Shape;131;p14">
            <a:extLst>
              <a:ext uri="{FF2B5EF4-FFF2-40B4-BE49-F238E27FC236}">
                <a16:creationId xmlns:a16="http://schemas.microsoft.com/office/drawing/2014/main" id="{BDA91C90-5B24-42F5-9ACF-206055D27A76}"/>
              </a:ext>
            </a:extLst>
          </p:cNvPr>
          <p:cNvSpPr txBox="1">
            <a:spLocks/>
          </p:cNvSpPr>
          <p:nvPr/>
        </p:nvSpPr>
        <p:spPr>
          <a:xfrm>
            <a:off x="1643862" y="2571750"/>
            <a:ext cx="5638800" cy="15537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Tinos"/>
              <a:buNone/>
              <a:defRPr sz="4800" b="1" i="0" u="none" strike="noStrike" cap="none">
                <a:solidFill>
                  <a:schemeClr val="dk1"/>
                </a:solidFill>
                <a:latin typeface="Tinos"/>
                <a:ea typeface="Tinos"/>
                <a:cs typeface="Tinos"/>
                <a:sym typeface="Tinos"/>
              </a:defRPr>
            </a:lvl1pPr>
            <a:lvl2pPr marR="0" lvl="1" algn="ctr" rtl="0">
              <a:lnSpc>
                <a:spcPct val="100000"/>
              </a:lnSpc>
              <a:spcBef>
                <a:spcPts val="0"/>
              </a:spcBef>
              <a:spcAft>
                <a:spcPts val="0"/>
              </a:spcAft>
              <a:buClr>
                <a:schemeClr val="dk1"/>
              </a:buClr>
              <a:buSzPts val="4800"/>
              <a:buFont typeface="Tinos"/>
              <a:buNone/>
              <a:defRPr sz="4800" b="1" i="0" u="none" strike="noStrike" cap="none">
                <a:solidFill>
                  <a:schemeClr val="dk1"/>
                </a:solidFill>
                <a:latin typeface="Tinos"/>
                <a:ea typeface="Tinos"/>
                <a:cs typeface="Tinos"/>
                <a:sym typeface="Tinos"/>
              </a:defRPr>
            </a:lvl2pPr>
            <a:lvl3pPr marR="0" lvl="2" algn="ctr" rtl="0">
              <a:lnSpc>
                <a:spcPct val="100000"/>
              </a:lnSpc>
              <a:spcBef>
                <a:spcPts val="0"/>
              </a:spcBef>
              <a:spcAft>
                <a:spcPts val="0"/>
              </a:spcAft>
              <a:buClr>
                <a:schemeClr val="dk1"/>
              </a:buClr>
              <a:buSzPts val="4800"/>
              <a:buFont typeface="Tinos"/>
              <a:buNone/>
              <a:defRPr sz="4800" b="1" i="0" u="none" strike="noStrike" cap="none">
                <a:solidFill>
                  <a:schemeClr val="dk1"/>
                </a:solidFill>
                <a:latin typeface="Tinos"/>
                <a:ea typeface="Tinos"/>
                <a:cs typeface="Tinos"/>
                <a:sym typeface="Tinos"/>
              </a:defRPr>
            </a:lvl3pPr>
            <a:lvl4pPr marR="0" lvl="3" algn="ctr" rtl="0">
              <a:lnSpc>
                <a:spcPct val="100000"/>
              </a:lnSpc>
              <a:spcBef>
                <a:spcPts val="0"/>
              </a:spcBef>
              <a:spcAft>
                <a:spcPts val="0"/>
              </a:spcAft>
              <a:buClr>
                <a:schemeClr val="dk1"/>
              </a:buClr>
              <a:buSzPts val="4800"/>
              <a:buFont typeface="Tinos"/>
              <a:buNone/>
              <a:defRPr sz="4800" b="1" i="0" u="none" strike="noStrike" cap="none">
                <a:solidFill>
                  <a:schemeClr val="dk1"/>
                </a:solidFill>
                <a:latin typeface="Tinos"/>
                <a:ea typeface="Tinos"/>
                <a:cs typeface="Tinos"/>
                <a:sym typeface="Tinos"/>
              </a:defRPr>
            </a:lvl4pPr>
            <a:lvl5pPr marR="0" lvl="4" algn="ctr" rtl="0">
              <a:lnSpc>
                <a:spcPct val="100000"/>
              </a:lnSpc>
              <a:spcBef>
                <a:spcPts val="0"/>
              </a:spcBef>
              <a:spcAft>
                <a:spcPts val="0"/>
              </a:spcAft>
              <a:buClr>
                <a:schemeClr val="dk1"/>
              </a:buClr>
              <a:buSzPts val="4800"/>
              <a:buFont typeface="Tinos"/>
              <a:buNone/>
              <a:defRPr sz="4800" b="1" i="0" u="none" strike="noStrike" cap="none">
                <a:solidFill>
                  <a:schemeClr val="dk1"/>
                </a:solidFill>
                <a:latin typeface="Tinos"/>
                <a:ea typeface="Tinos"/>
                <a:cs typeface="Tinos"/>
                <a:sym typeface="Tinos"/>
              </a:defRPr>
            </a:lvl5pPr>
            <a:lvl6pPr marR="0" lvl="5" algn="ctr" rtl="0">
              <a:lnSpc>
                <a:spcPct val="100000"/>
              </a:lnSpc>
              <a:spcBef>
                <a:spcPts val="0"/>
              </a:spcBef>
              <a:spcAft>
                <a:spcPts val="0"/>
              </a:spcAft>
              <a:buClr>
                <a:schemeClr val="dk1"/>
              </a:buClr>
              <a:buSzPts val="4800"/>
              <a:buFont typeface="Tinos"/>
              <a:buNone/>
              <a:defRPr sz="4800" b="1" i="0" u="none" strike="noStrike" cap="none">
                <a:solidFill>
                  <a:schemeClr val="dk1"/>
                </a:solidFill>
                <a:latin typeface="Tinos"/>
                <a:ea typeface="Tinos"/>
                <a:cs typeface="Tinos"/>
                <a:sym typeface="Tinos"/>
              </a:defRPr>
            </a:lvl6pPr>
            <a:lvl7pPr marR="0" lvl="6" algn="ctr" rtl="0">
              <a:lnSpc>
                <a:spcPct val="100000"/>
              </a:lnSpc>
              <a:spcBef>
                <a:spcPts val="0"/>
              </a:spcBef>
              <a:spcAft>
                <a:spcPts val="0"/>
              </a:spcAft>
              <a:buClr>
                <a:schemeClr val="dk1"/>
              </a:buClr>
              <a:buSzPts val="4800"/>
              <a:buFont typeface="Tinos"/>
              <a:buNone/>
              <a:defRPr sz="4800" b="1" i="0" u="none" strike="noStrike" cap="none">
                <a:solidFill>
                  <a:schemeClr val="dk1"/>
                </a:solidFill>
                <a:latin typeface="Tinos"/>
                <a:ea typeface="Tinos"/>
                <a:cs typeface="Tinos"/>
                <a:sym typeface="Tinos"/>
              </a:defRPr>
            </a:lvl7pPr>
            <a:lvl8pPr marR="0" lvl="7" algn="ctr" rtl="0">
              <a:lnSpc>
                <a:spcPct val="100000"/>
              </a:lnSpc>
              <a:spcBef>
                <a:spcPts val="0"/>
              </a:spcBef>
              <a:spcAft>
                <a:spcPts val="0"/>
              </a:spcAft>
              <a:buClr>
                <a:schemeClr val="dk1"/>
              </a:buClr>
              <a:buSzPts val="4800"/>
              <a:buFont typeface="Tinos"/>
              <a:buNone/>
              <a:defRPr sz="4800" b="1" i="0" u="none" strike="noStrike" cap="none">
                <a:solidFill>
                  <a:schemeClr val="dk1"/>
                </a:solidFill>
                <a:latin typeface="Tinos"/>
                <a:ea typeface="Tinos"/>
                <a:cs typeface="Tinos"/>
                <a:sym typeface="Tinos"/>
              </a:defRPr>
            </a:lvl8pPr>
            <a:lvl9pPr marR="0" lvl="8" algn="ctr" rtl="0">
              <a:lnSpc>
                <a:spcPct val="100000"/>
              </a:lnSpc>
              <a:spcBef>
                <a:spcPts val="0"/>
              </a:spcBef>
              <a:spcAft>
                <a:spcPts val="0"/>
              </a:spcAft>
              <a:buClr>
                <a:schemeClr val="dk1"/>
              </a:buClr>
              <a:buSzPts val="4800"/>
              <a:buFont typeface="Tinos"/>
              <a:buNone/>
              <a:defRPr sz="4800" b="1" i="0" u="none" strike="noStrike" cap="none">
                <a:solidFill>
                  <a:schemeClr val="dk1"/>
                </a:solidFill>
                <a:latin typeface="Tinos"/>
                <a:ea typeface="Tinos"/>
                <a:cs typeface="Tinos"/>
                <a:sym typeface="Tinos"/>
              </a:defRPr>
            </a:lvl9pPr>
          </a:lstStyle>
          <a:p>
            <a:r>
              <a:rPr lang="en-US" sz="4000" dirty="0">
                <a:effectLst>
                  <a:outerShdw blurRad="38100" dist="38100" dir="2700000" algn="tl">
                    <a:srgbClr val="000000">
                      <a:alpha val="43137"/>
                    </a:srgbClr>
                  </a:outerShdw>
                </a:effectLst>
              </a:rPr>
              <a:t>Topic: </a:t>
            </a:r>
            <a:r>
              <a:rPr lang="en-US" sz="4000" dirty="0">
                <a:solidFill>
                  <a:srgbClr val="9B0D31"/>
                </a:solidFill>
                <a:effectLst>
                  <a:outerShdw blurRad="38100" dist="38100" dir="2700000" algn="tl">
                    <a:srgbClr val="000000">
                      <a:alpha val="43137"/>
                    </a:srgbClr>
                  </a:outerShdw>
                </a:effectLst>
              </a:rPr>
              <a:t>Rule of Law</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31"/>
                                        </p:tgtEl>
                                        <p:attrNameLst>
                                          <p:attrName>style.visibility</p:attrName>
                                        </p:attrNameLst>
                                      </p:cBhvr>
                                      <p:to>
                                        <p:strVal val="visible"/>
                                      </p:to>
                                    </p:set>
                                    <p:animEffect transition="in" filter="wipe(up)">
                                      <p:cBhvr>
                                        <p:cTn id="11" dur="500"/>
                                        <p:tgtEl>
                                          <p:spTgt spid="131"/>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6"/>
          <p:cNvSpPr txBox="1">
            <a:spLocks noGrp="1"/>
          </p:cNvSpPr>
          <p:nvPr>
            <p:ph type="ctrTitle" idx="4294967295"/>
          </p:nvPr>
        </p:nvSpPr>
        <p:spPr>
          <a:xfrm>
            <a:off x="1275149" y="1009309"/>
            <a:ext cx="6593700" cy="8076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4800" dirty="0"/>
              <a:t>Presented By</a:t>
            </a:r>
            <a:endParaRPr sz="4800" dirty="0"/>
          </a:p>
        </p:txBody>
      </p:sp>
      <p:sp>
        <p:nvSpPr>
          <p:cNvPr id="146" name="Google Shape;146;p16"/>
          <p:cNvSpPr txBox="1">
            <a:spLocks noGrp="1"/>
          </p:cNvSpPr>
          <p:nvPr>
            <p:ph type="subTitle" idx="4294967295"/>
          </p:nvPr>
        </p:nvSpPr>
        <p:spPr>
          <a:xfrm>
            <a:off x="506000" y="2039170"/>
            <a:ext cx="3557200" cy="2041497"/>
          </a:xfrm>
          <a:prstGeom prst="rect">
            <a:avLst/>
          </a:prstGeom>
        </p:spPr>
        <p:txBody>
          <a:bodyPr spcFirstLastPara="1" wrap="square" lIns="0" tIns="0" rIns="0" bIns="0" anchor="t" anchorCtr="0">
            <a:noAutofit/>
          </a:bodyPr>
          <a:lstStyle/>
          <a:p>
            <a:pPr marL="0" lvl="0" indent="0" algn="ctr" rtl="0">
              <a:spcBef>
                <a:spcPts val="600"/>
              </a:spcBef>
              <a:spcAft>
                <a:spcPts val="0"/>
              </a:spcAft>
              <a:buNone/>
            </a:pPr>
            <a:r>
              <a:rPr lang="en" sz="2800" b="1" dirty="0">
                <a:effectLst>
                  <a:outerShdw blurRad="38100" dist="38100" dir="2700000" algn="tl">
                    <a:srgbClr val="000000">
                      <a:alpha val="43137"/>
                    </a:srgbClr>
                  </a:outerShdw>
                </a:effectLst>
              </a:rPr>
              <a:t>Suraya Howlader</a:t>
            </a:r>
          </a:p>
          <a:p>
            <a:pPr marL="0" lvl="0" indent="0" algn="ctr" rtl="0">
              <a:spcBef>
                <a:spcPts val="600"/>
              </a:spcBef>
              <a:spcAft>
                <a:spcPts val="0"/>
              </a:spcAft>
              <a:buNone/>
            </a:pPr>
            <a:r>
              <a:rPr lang="en" sz="2800" b="1" dirty="0">
                <a:effectLst>
                  <a:outerShdw blurRad="38100" dist="38100" dir="2700000" algn="tl">
                    <a:srgbClr val="000000">
                      <a:alpha val="43137"/>
                    </a:srgbClr>
                  </a:outerShdw>
                </a:effectLst>
              </a:rPr>
              <a:t>Batch: LLB-19</a:t>
            </a:r>
          </a:p>
          <a:p>
            <a:pPr marL="0" lvl="0" indent="0" algn="ctr" rtl="0">
              <a:spcBef>
                <a:spcPts val="600"/>
              </a:spcBef>
              <a:spcAft>
                <a:spcPts val="0"/>
              </a:spcAft>
              <a:buNone/>
            </a:pPr>
            <a:r>
              <a:rPr lang="en" sz="2800" b="1" dirty="0">
                <a:effectLst>
                  <a:outerShdw blurRad="38100" dist="38100" dir="2700000" algn="tl">
                    <a:srgbClr val="000000">
                      <a:alpha val="43137"/>
                    </a:srgbClr>
                  </a:outerShdw>
                </a:effectLst>
              </a:rPr>
              <a:t>ID:</a:t>
            </a:r>
            <a:r>
              <a:rPr lang="es-ES" sz="2800" b="0" i="0" dirty="0">
                <a:solidFill>
                  <a:schemeClr val="tx1"/>
                </a:solidFill>
                <a:effectLst>
                  <a:outerShdw blurRad="38100" dist="38100" dir="2700000" algn="tl">
                    <a:srgbClr val="000000">
                      <a:alpha val="43137"/>
                    </a:srgbClr>
                  </a:outerShdw>
                </a:effectLst>
                <a:latin typeface="Bahnschrift" panose="020B0502040204020203" pitchFamily="34" charset="0"/>
              </a:rPr>
              <a:t> 0692230008131008</a:t>
            </a:r>
            <a:endParaRPr lang="en-US" sz="2800" b="1" dirty="0">
              <a:effectLst>
                <a:outerShdw blurRad="38100" dist="38100" dir="2700000" algn="tl">
                  <a:srgbClr val="000000">
                    <a:alpha val="43137"/>
                  </a:srgbClr>
                </a:outerShdw>
              </a:effectLst>
            </a:endParaRPr>
          </a:p>
        </p:txBody>
      </p:sp>
      <p:sp>
        <p:nvSpPr>
          <p:cNvPr id="147" name="Google Shape;147;p16"/>
          <p:cNvSpPr txBox="1">
            <a:spLocks noGrp="1"/>
          </p:cNvSpPr>
          <p:nvPr>
            <p:ph type="sldNum" idx="12"/>
          </p:nvPr>
        </p:nvSpPr>
        <p:spPr>
          <a:xfrm>
            <a:off x="4063200" y="4783800"/>
            <a:ext cx="1017600" cy="359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2</a:t>
            </a:fld>
            <a:endParaRPr dirty="0"/>
          </a:p>
        </p:txBody>
      </p:sp>
      <p:sp>
        <p:nvSpPr>
          <p:cNvPr id="5" name="Google Shape;146;p16">
            <a:extLst>
              <a:ext uri="{FF2B5EF4-FFF2-40B4-BE49-F238E27FC236}">
                <a16:creationId xmlns:a16="http://schemas.microsoft.com/office/drawing/2014/main" id="{361415AA-EA9D-495A-9FCF-8B0B3A376723}"/>
              </a:ext>
            </a:extLst>
          </p:cNvPr>
          <p:cNvSpPr txBox="1">
            <a:spLocks/>
          </p:cNvSpPr>
          <p:nvPr/>
        </p:nvSpPr>
        <p:spPr>
          <a:xfrm>
            <a:off x="5080800" y="2039169"/>
            <a:ext cx="3557200" cy="204149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93700" algn="l" rtl="0">
              <a:lnSpc>
                <a:spcPct val="100000"/>
              </a:lnSpc>
              <a:spcBef>
                <a:spcPts val="600"/>
              </a:spcBef>
              <a:spcAft>
                <a:spcPts val="0"/>
              </a:spcAft>
              <a:buClr>
                <a:schemeClr val="accent6"/>
              </a:buClr>
              <a:buSzPts val="2600"/>
              <a:buFont typeface="Tinos"/>
              <a:buChar char="◈"/>
              <a:defRPr sz="2600" b="0" i="0" u="none" strike="noStrike" cap="none">
                <a:solidFill>
                  <a:schemeClr val="dk1"/>
                </a:solidFill>
                <a:latin typeface="Tinos"/>
                <a:ea typeface="Tinos"/>
                <a:cs typeface="Tinos"/>
                <a:sym typeface="Tinos"/>
              </a:defRPr>
            </a:lvl1pPr>
            <a:lvl2pPr marL="914400" marR="0" lvl="1" indent="-393700" algn="l" rtl="0">
              <a:lnSpc>
                <a:spcPct val="100000"/>
              </a:lnSpc>
              <a:spcBef>
                <a:spcPts val="0"/>
              </a:spcBef>
              <a:spcAft>
                <a:spcPts val="0"/>
              </a:spcAft>
              <a:buClr>
                <a:schemeClr val="accent6"/>
              </a:buClr>
              <a:buSzPts val="2600"/>
              <a:buFont typeface="Tinos"/>
              <a:buChar char="⬩"/>
              <a:defRPr sz="2600" b="0" i="0" u="none" strike="noStrike" cap="none">
                <a:solidFill>
                  <a:schemeClr val="dk1"/>
                </a:solidFill>
                <a:latin typeface="Tinos"/>
                <a:ea typeface="Tinos"/>
                <a:cs typeface="Tinos"/>
                <a:sym typeface="Tinos"/>
              </a:defRPr>
            </a:lvl2pPr>
            <a:lvl3pPr marL="1371600" marR="0" lvl="2" indent="-393700" algn="l" rtl="0">
              <a:lnSpc>
                <a:spcPct val="100000"/>
              </a:lnSpc>
              <a:spcBef>
                <a:spcPts val="0"/>
              </a:spcBef>
              <a:spcAft>
                <a:spcPts val="0"/>
              </a:spcAft>
              <a:buClr>
                <a:schemeClr val="accent6"/>
              </a:buClr>
              <a:buSzPts val="2600"/>
              <a:buFont typeface="Tinos"/>
              <a:buChar char="⬩"/>
              <a:defRPr sz="2600" b="0" i="0" u="none" strike="noStrike" cap="none">
                <a:solidFill>
                  <a:schemeClr val="dk1"/>
                </a:solidFill>
                <a:latin typeface="Tinos"/>
                <a:ea typeface="Tinos"/>
                <a:cs typeface="Tinos"/>
                <a:sym typeface="Tinos"/>
              </a:defRPr>
            </a:lvl3pPr>
            <a:lvl4pPr marL="1828800" marR="0" lvl="3"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4pPr>
            <a:lvl5pPr marL="2286000" marR="0" lvl="4"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5pPr>
            <a:lvl6pPr marL="2743200" marR="0" lvl="5"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6pPr>
            <a:lvl7pPr marL="3200400" marR="0" lvl="6"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7pPr>
            <a:lvl8pPr marL="3657600" marR="0" lvl="7"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8pPr>
            <a:lvl9pPr marL="4114800" marR="0" lvl="8"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9pPr>
          </a:lstStyle>
          <a:p>
            <a:pPr marL="0" indent="0" algn="ctr">
              <a:buFont typeface="Tinos"/>
              <a:buNone/>
            </a:pPr>
            <a:r>
              <a:rPr lang="en" sz="2800" b="1" dirty="0">
                <a:effectLst>
                  <a:outerShdw blurRad="38100" dist="38100" dir="2700000" algn="tl">
                    <a:srgbClr val="000000">
                      <a:alpha val="43137"/>
                    </a:srgbClr>
                  </a:outerShdw>
                </a:effectLst>
              </a:rPr>
              <a:t>Yesmin Sonia</a:t>
            </a:r>
          </a:p>
          <a:p>
            <a:pPr marL="0" indent="0" algn="ctr">
              <a:buFont typeface="Tinos"/>
              <a:buNone/>
            </a:pPr>
            <a:r>
              <a:rPr lang="en" sz="2800" b="1" dirty="0">
                <a:effectLst>
                  <a:outerShdw blurRad="38100" dist="38100" dir="2700000" algn="tl">
                    <a:srgbClr val="000000">
                      <a:alpha val="43137"/>
                    </a:srgbClr>
                  </a:outerShdw>
                </a:effectLst>
              </a:rPr>
              <a:t>Batch: LLB-19</a:t>
            </a:r>
          </a:p>
          <a:p>
            <a:pPr marL="0" indent="0" algn="ctr">
              <a:buFont typeface="Tinos"/>
              <a:buNone/>
            </a:pPr>
            <a:r>
              <a:rPr lang="en" sz="2800" b="1" dirty="0">
                <a:effectLst>
                  <a:outerShdw blurRad="38100" dist="38100" dir="2700000" algn="tl">
                    <a:srgbClr val="000000">
                      <a:alpha val="43137"/>
                    </a:srgbClr>
                  </a:outerShdw>
                </a:effectLst>
              </a:rPr>
              <a:t>ID:</a:t>
            </a:r>
            <a:r>
              <a:rPr lang="es-ES" sz="2800" dirty="0">
                <a:solidFill>
                  <a:schemeClr val="tx1"/>
                </a:solidFill>
                <a:effectLst>
                  <a:outerShdw blurRad="38100" dist="38100" dir="2700000" algn="tl">
                    <a:srgbClr val="000000">
                      <a:alpha val="43137"/>
                    </a:srgbClr>
                  </a:outerShdw>
                </a:effectLst>
                <a:latin typeface="Bahnschrift" panose="020B0502040204020203" pitchFamily="34" charset="0"/>
              </a:rPr>
              <a:t> 0692230008131025</a:t>
            </a:r>
            <a:endParaRPr lang="en-US" sz="2800" b="1" dirty="0">
              <a:effectLst>
                <a:outerShdw blurRad="38100" dist="38100" dir="2700000" algn="tl">
                  <a:srgbClr val="000000">
                    <a:alpha val="43137"/>
                  </a:srgbClr>
                </a:outerShdw>
              </a:effectLst>
            </a:endParaRPr>
          </a:p>
        </p:txBody>
      </p:sp>
      <p:grpSp>
        <p:nvGrpSpPr>
          <p:cNvPr id="10" name="Group 9">
            <a:extLst>
              <a:ext uri="{FF2B5EF4-FFF2-40B4-BE49-F238E27FC236}">
                <a16:creationId xmlns:a16="http://schemas.microsoft.com/office/drawing/2014/main" id="{710F4F0C-18AD-4905-9EC7-D52062333A9C}"/>
              </a:ext>
            </a:extLst>
          </p:cNvPr>
          <p:cNvGrpSpPr/>
          <p:nvPr/>
        </p:nvGrpSpPr>
        <p:grpSpPr>
          <a:xfrm>
            <a:off x="349624" y="1869141"/>
            <a:ext cx="8444752" cy="2914659"/>
            <a:chOff x="349624" y="1869141"/>
            <a:chExt cx="8444752" cy="2914659"/>
          </a:xfrm>
        </p:grpSpPr>
        <p:cxnSp>
          <p:nvCxnSpPr>
            <p:cNvPr id="3" name="Straight Connector 2">
              <a:extLst>
                <a:ext uri="{FF2B5EF4-FFF2-40B4-BE49-F238E27FC236}">
                  <a16:creationId xmlns:a16="http://schemas.microsoft.com/office/drawing/2014/main" id="{DAFD9915-4D85-4646-9908-F104ED95F0E3}"/>
                </a:ext>
              </a:extLst>
            </p:cNvPr>
            <p:cNvCxnSpPr>
              <a:cxnSpLocks/>
              <a:endCxn id="147" idx="0"/>
            </p:cNvCxnSpPr>
            <p:nvPr/>
          </p:nvCxnSpPr>
          <p:spPr>
            <a:xfrm>
              <a:off x="4572000" y="1869141"/>
              <a:ext cx="0" cy="2914659"/>
            </a:xfrm>
            <a:prstGeom prst="line">
              <a:avLst/>
            </a:prstGeom>
          </p:spPr>
          <p:style>
            <a:lnRef idx="3">
              <a:schemeClr val="accent2"/>
            </a:lnRef>
            <a:fillRef idx="0">
              <a:schemeClr val="accent2"/>
            </a:fillRef>
            <a:effectRef idx="2">
              <a:schemeClr val="accent2"/>
            </a:effectRef>
            <a:fontRef idx="minor">
              <a:schemeClr val="tx1"/>
            </a:fontRef>
          </p:style>
        </p:cxnSp>
        <p:cxnSp>
          <p:nvCxnSpPr>
            <p:cNvPr id="9" name="Straight Connector 8">
              <a:extLst>
                <a:ext uri="{FF2B5EF4-FFF2-40B4-BE49-F238E27FC236}">
                  <a16:creationId xmlns:a16="http://schemas.microsoft.com/office/drawing/2014/main" id="{61925987-E29B-4C75-B97B-5C9ABEEF639E}"/>
                </a:ext>
              </a:extLst>
            </p:cNvPr>
            <p:cNvCxnSpPr>
              <a:cxnSpLocks/>
            </p:cNvCxnSpPr>
            <p:nvPr/>
          </p:nvCxnSpPr>
          <p:spPr>
            <a:xfrm>
              <a:off x="4572000" y="1869141"/>
              <a:ext cx="4222376"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2" name="Straight Connector 11">
              <a:extLst>
                <a:ext uri="{FF2B5EF4-FFF2-40B4-BE49-F238E27FC236}">
                  <a16:creationId xmlns:a16="http://schemas.microsoft.com/office/drawing/2014/main" id="{1D8715A4-5D4B-4FEA-9D7F-FCF7910E914E}"/>
                </a:ext>
              </a:extLst>
            </p:cNvPr>
            <p:cNvCxnSpPr>
              <a:cxnSpLocks/>
            </p:cNvCxnSpPr>
            <p:nvPr/>
          </p:nvCxnSpPr>
          <p:spPr>
            <a:xfrm>
              <a:off x="349624" y="1869141"/>
              <a:ext cx="4222376" cy="0"/>
            </a:xfrm>
            <a:prstGeom prst="line">
              <a:avLst/>
            </a:prstGeom>
          </p:spPr>
          <p:style>
            <a:lnRef idx="3">
              <a:schemeClr val="accent2"/>
            </a:lnRef>
            <a:fillRef idx="0">
              <a:schemeClr val="accent2"/>
            </a:fillRef>
            <a:effectRef idx="2">
              <a:schemeClr val="accent2"/>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45"/>
                                        </p:tgtEl>
                                        <p:attrNameLst>
                                          <p:attrName>style.visibility</p:attrName>
                                        </p:attrNameLst>
                                      </p:cBhvr>
                                      <p:to>
                                        <p:strVal val="visible"/>
                                      </p:to>
                                    </p:set>
                                    <p:animEffect transition="in" filter="barn(inVertical)">
                                      <p:cBhvr>
                                        <p:cTn id="7" dur="500"/>
                                        <p:tgtEl>
                                          <p:spTgt spid="145"/>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arn(inVertical)">
                                      <p:cBhvr>
                                        <p:cTn id="11" dur="500"/>
                                        <p:tgtEl>
                                          <p:spTgt spid="10"/>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146">
                                            <p:txEl>
                                              <p:pRg st="0" end="0"/>
                                            </p:txEl>
                                          </p:spTgt>
                                        </p:tgtEl>
                                        <p:attrNameLst>
                                          <p:attrName>style.visibility</p:attrName>
                                        </p:attrNameLst>
                                      </p:cBhvr>
                                      <p:to>
                                        <p:strVal val="visible"/>
                                      </p:to>
                                    </p:set>
                                    <p:animEffect transition="in" filter="wipe(down)">
                                      <p:cBhvr>
                                        <p:cTn id="15" dur="500"/>
                                        <p:tgtEl>
                                          <p:spTgt spid="146">
                                            <p:txEl>
                                              <p:pRg st="0" end="0"/>
                                            </p:txEl>
                                          </p:spTgt>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46">
                                            <p:txEl>
                                              <p:pRg st="1" end="1"/>
                                            </p:txEl>
                                          </p:spTgt>
                                        </p:tgtEl>
                                        <p:attrNameLst>
                                          <p:attrName>style.visibility</p:attrName>
                                        </p:attrNameLst>
                                      </p:cBhvr>
                                      <p:to>
                                        <p:strVal val="visible"/>
                                      </p:to>
                                    </p:set>
                                    <p:animEffect transition="in" filter="wipe(down)">
                                      <p:cBhvr>
                                        <p:cTn id="19" dur="500"/>
                                        <p:tgtEl>
                                          <p:spTgt spid="146">
                                            <p:txEl>
                                              <p:pRg st="1" end="1"/>
                                            </p:txEl>
                                          </p:spTgt>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146">
                                            <p:txEl>
                                              <p:pRg st="2" end="2"/>
                                            </p:txEl>
                                          </p:spTgt>
                                        </p:tgtEl>
                                        <p:attrNameLst>
                                          <p:attrName>style.visibility</p:attrName>
                                        </p:attrNameLst>
                                      </p:cBhvr>
                                      <p:to>
                                        <p:strVal val="visible"/>
                                      </p:to>
                                    </p:set>
                                    <p:animEffect transition="in" filter="wipe(down)">
                                      <p:cBhvr>
                                        <p:cTn id="23" dur="500"/>
                                        <p:tgtEl>
                                          <p:spTgt spid="146">
                                            <p:txEl>
                                              <p:pRg st="2" end="2"/>
                                            </p:txEl>
                                          </p:spTgt>
                                        </p:tgtEl>
                                      </p:cBhvr>
                                    </p:animEffect>
                                  </p:childTnLst>
                                </p:cTn>
                              </p:par>
                            </p:childTnLst>
                          </p:cTn>
                        </p:par>
                        <p:par>
                          <p:cTn id="24" fill="hold">
                            <p:stCondLst>
                              <p:cond delay="2500"/>
                            </p:stCondLst>
                            <p:childTnLst>
                              <p:par>
                                <p:cTn id="25" presetID="22" presetClass="entr" presetSubtype="4" fill="hold" grpId="0"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p:bldP spid="146" grpId="0" build="p"/>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6"/>
          <p:cNvSpPr txBox="1">
            <a:spLocks noGrp="1"/>
          </p:cNvSpPr>
          <p:nvPr>
            <p:ph type="ctrTitle" idx="4294967295"/>
          </p:nvPr>
        </p:nvSpPr>
        <p:spPr>
          <a:xfrm>
            <a:off x="1275149" y="1009309"/>
            <a:ext cx="6593700" cy="8076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4800" dirty="0"/>
              <a:t>Presented To</a:t>
            </a:r>
            <a:endParaRPr sz="4800" dirty="0"/>
          </a:p>
        </p:txBody>
      </p:sp>
      <p:sp>
        <p:nvSpPr>
          <p:cNvPr id="146" name="Google Shape;146;p16"/>
          <p:cNvSpPr txBox="1">
            <a:spLocks noGrp="1"/>
          </p:cNvSpPr>
          <p:nvPr>
            <p:ph type="subTitle" idx="4294967295"/>
          </p:nvPr>
        </p:nvSpPr>
        <p:spPr>
          <a:xfrm>
            <a:off x="666093" y="2195223"/>
            <a:ext cx="5580065" cy="2041497"/>
          </a:xfrm>
          <a:prstGeom prst="rect">
            <a:avLst/>
          </a:prstGeom>
        </p:spPr>
        <p:txBody>
          <a:bodyPr spcFirstLastPara="1" wrap="square" lIns="0" tIns="0" rIns="0" bIns="0" anchor="t" anchorCtr="0">
            <a:noAutofit/>
          </a:bodyPr>
          <a:lstStyle/>
          <a:p>
            <a:pPr marL="0" lvl="0" indent="0">
              <a:buNone/>
            </a:pPr>
            <a:r>
              <a:rPr lang="en-US" sz="2800" b="1" dirty="0" err="1">
                <a:effectLst>
                  <a:outerShdw blurRad="38100" dist="38100" dir="2700000" algn="tl">
                    <a:srgbClr val="000000">
                      <a:alpha val="43137"/>
                    </a:srgbClr>
                  </a:outerShdw>
                </a:effectLst>
              </a:rPr>
              <a:t>Tasnuva</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Sharmin</a:t>
            </a:r>
            <a:r>
              <a:rPr lang="en-US" sz="2800" b="1" dirty="0">
                <a:effectLst>
                  <a:outerShdw blurRad="38100" dist="38100" dir="2700000" algn="tl">
                    <a:srgbClr val="000000">
                      <a:alpha val="43137"/>
                    </a:srgbClr>
                  </a:outerShdw>
                </a:effectLst>
              </a:rPr>
              <a:t>,</a:t>
            </a:r>
          </a:p>
          <a:p>
            <a:pPr marL="0" lvl="0" indent="0">
              <a:buNone/>
            </a:pPr>
            <a:r>
              <a:rPr lang="en-US" sz="2800" b="1" dirty="0">
                <a:effectLst>
                  <a:outerShdw blurRad="38100" dist="38100" dir="2700000" algn="tl">
                    <a:srgbClr val="000000">
                      <a:alpha val="43137"/>
                    </a:srgbClr>
                  </a:outerShdw>
                </a:effectLst>
              </a:rPr>
              <a:t>Ass. Professor, Department of Law, </a:t>
            </a:r>
          </a:p>
          <a:p>
            <a:pPr marL="0" lvl="0" indent="0">
              <a:buNone/>
            </a:pPr>
            <a:r>
              <a:rPr lang="en-US" sz="2800" b="1" dirty="0">
                <a:solidFill>
                  <a:srgbClr val="00B0F0"/>
                </a:solidFill>
                <a:effectLst>
                  <a:outerShdw blurRad="38100" dist="38100" dir="2700000" algn="tl">
                    <a:srgbClr val="000000">
                      <a:alpha val="43137"/>
                    </a:srgbClr>
                  </a:outerShdw>
                </a:effectLst>
              </a:rPr>
              <a:t>Notre</a:t>
            </a:r>
            <a:r>
              <a:rPr lang="en-US" sz="2800" b="1" dirty="0">
                <a:effectLst>
                  <a:outerShdw blurRad="38100" dist="38100" dir="2700000" algn="tl">
                    <a:srgbClr val="000000">
                      <a:alpha val="43137"/>
                    </a:srgbClr>
                  </a:outerShdw>
                </a:effectLst>
              </a:rPr>
              <a:t> </a:t>
            </a:r>
            <a:r>
              <a:rPr lang="en-US" sz="2800" b="1" dirty="0">
                <a:solidFill>
                  <a:srgbClr val="00B0F0"/>
                </a:solidFill>
                <a:effectLst>
                  <a:outerShdw blurRad="38100" dist="38100" dir="2700000" algn="tl">
                    <a:srgbClr val="000000">
                      <a:alpha val="43137"/>
                    </a:srgbClr>
                  </a:outerShdw>
                </a:effectLst>
              </a:rPr>
              <a:t>Dame University </a:t>
            </a:r>
            <a:r>
              <a:rPr lang="en-US" sz="2800" b="1" dirty="0">
                <a:solidFill>
                  <a:srgbClr val="FFC000"/>
                </a:solidFill>
                <a:effectLst>
                  <a:outerShdw blurRad="38100" dist="38100" dir="2700000" algn="tl">
                    <a:srgbClr val="000000">
                      <a:alpha val="43137"/>
                    </a:srgbClr>
                  </a:outerShdw>
                </a:effectLst>
              </a:rPr>
              <a:t>Bangladesh</a:t>
            </a:r>
          </a:p>
        </p:txBody>
      </p:sp>
      <p:sp>
        <p:nvSpPr>
          <p:cNvPr id="147" name="Google Shape;147;p16"/>
          <p:cNvSpPr txBox="1">
            <a:spLocks noGrp="1"/>
          </p:cNvSpPr>
          <p:nvPr>
            <p:ph type="sldNum" idx="12"/>
          </p:nvPr>
        </p:nvSpPr>
        <p:spPr>
          <a:xfrm>
            <a:off x="4063200" y="4783800"/>
            <a:ext cx="1017600" cy="359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3</a:t>
            </a:fld>
            <a:endParaRPr dirty="0"/>
          </a:p>
        </p:txBody>
      </p:sp>
      <p:cxnSp>
        <p:nvCxnSpPr>
          <p:cNvPr id="9" name="Straight Connector 8">
            <a:extLst>
              <a:ext uri="{FF2B5EF4-FFF2-40B4-BE49-F238E27FC236}">
                <a16:creationId xmlns:a16="http://schemas.microsoft.com/office/drawing/2014/main" id="{61925987-E29B-4C75-B97B-5C9ABEEF639E}"/>
              </a:ext>
            </a:extLst>
          </p:cNvPr>
          <p:cNvCxnSpPr>
            <a:cxnSpLocks/>
          </p:cNvCxnSpPr>
          <p:nvPr/>
        </p:nvCxnSpPr>
        <p:spPr>
          <a:xfrm>
            <a:off x="4572000" y="1869141"/>
            <a:ext cx="4222376"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2" name="Straight Connector 11">
            <a:extLst>
              <a:ext uri="{FF2B5EF4-FFF2-40B4-BE49-F238E27FC236}">
                <a16:creationId xmlns:a16="http://schemas.microsoft.com/office/drawing/2014/main" id="{1D8715A4-5D4B-4FEA-9D7F-FCF7910E914E}"/>
              </a:ext>
            </a:extLst>
          </p:cNvPr>
          <p:cNvCxnSpPr>
            <a:cxnSpLocks/>
          </p:cNvCxnSpPr>
          <p:nvPr/>
        </p:nvCxnSpPr>
        <p:spPr>
          <a:xfrm>
            <a:off x="349624" y="1869141"/>
            <a:ext cx="4222376" cy="0"/>
          </a:xfrm>
          <a:prstGeom prst="line">
            <a:avLst/>
          </a:prstGeom>
        </p:spPr>
        <p:style>
          <a:lnRef idx="3">
            <a:schemeClr val="accent2"/>
          </a:lnRef>
          <a:fillRef idx="0">
            <a:schemeClr val="accent2"/>
          </a:fillRef>
          <a:effectRef idx="2">
            <a:schemeClr val="accent2"/>
          </a:effectRef>
          <a:fontRef idx="minor">
            <a:schemeClr val="tx1"/>
          </a:fontRef>
        </p:style>
      </p:cxnSp>
      <p:pic>
        <p:nvPicPr>
          <p:cNvPr id="11" name="Picture 10">
            <a:extLst>
              <a:ext uri="{FF2B5EF4-FFF2-40B4-BE49-F238E27FC236}">
                <a16:creationId xmlns:a16="http://schemas.microsoft.com/office/drawing/2014/main" id="{944528CE-DA59-4724-93F5-D34697BADE7F}"/>
              </a:ext>
            </a:extLst>
          </p:cNvPr>
          <p:cNvPicPr>
            <a:picLocks noChangeAspect="1"/>
          </p:cNvPicPr>
          <p:nvPr/>
        </p:nvPicPr>
        <p:blipFill>
          <a:blip r:embed="rId3"/>
          <a:stretch>
            <a:fillRect/>
          </a:stretch>
        </p:blipFill>
        <p:spPr>
          <a:xfrm>
            <a:off x="6357453" y="2092694"/>
            <a:ext cx="2006153" cy="1999806"/>
          </a:xfrm>
          <a:prstGeom prst="rect">
            <a:avLst/>
          </a:prstGeom>
        </p:spPr>
      </p:pic>
    </p:spTree>
    <p:extLst>
      <p:ext uri="{BB962C8B-B14F-4D97-AF65-F5344CB8AC3E}">
        <p14:creationId xmlns:p14="http://schemas.microsoft.com/office/powerpoint/2010/main" val="326436196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45"/>
                                        </p:tgtEl>
                                        <p:attrNameLst>
                                          <p:attrName>style.visibility</p:attrName>
                                        </p:attrNameLst>
                                      </p:cBhvr>
                                      <p:to>
                                        <p:strVal val="visible"/>
                                      </p:to>
                                    </p:set>
                                    <p:animEffect transition="in" filter="barn(inVertical)">
                                      <p:cBhvr>
                                        <p:cTn id="7" dur="500"/>
                                        <p:tgtEl>
                                          <p:spTgt spid="145"/>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46">
                                            <p:txEl>
                                              <p:pRg st="0" end="0"/>
                                            </p:txEl>
                                          </p:spTgt>
                                        </p:tgtEl>
                                        <p:attrNameLst>
                                          <p:attrName>style.visibility</p:attrName>
                                        </p:attrNameLst>
                                      </p:cBhvr>
                                      <p:to>
                                        <p:strVal val="visible"/>
                                      </p:to>
                                    </p:set>
                                    <p:animEffect transition="in" filter="wipe(down)">
                                      <p:cBhvr>
                                        <p:cTn id="11" dur="500"/>
                                        <p:tgtEl>
                                          <p:spTgt spid="146">
                                            <p:txEl>
                                              <p:pRg st="0" end="0"/>
                                            </p:txEl>
                                          </p:spTgt>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146">
                                            <p:txEl>
                                              <p:pRg st="1" end="1"/>
                                            </p:txEl>
                                          </p:spTgt>
                                        </p:tgtEl>
                                        <p:attrNameLst>
                                          <p:attrName>style.visibility</p:attrName>
                                        </p:attrNameLst>
                                      </p:cBhvr>
                                      <p:to>
                                        <p:strVal val="visible"/>
                                      </p:to>
                                    </p:set>
                                    <p:animEffect transition="in" filter="wipe(down)">
                                      <p:cBhvr>
                                        <p:cTn id="15" dur="500"/>
                                        <p:tgtEl>
                                          <p:spTgt spid="146">
                                            <p:txEl>
                                              <p:pRg st="1" end="1"/>
                                            </p:txEl>
                                          </p:spTgt>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146">
                                            <p:txEl>
                                              <p:pRg st="2" end="2"/>
                                            </p:txEl>
                                          </p:spTgt>
                                        </p:tgtEl>
                                        <p:attrNameLst>
                                          <p:attrName>style.visibility</p:attrName>
                                        </p:attrNameLst>
                                      </p:cBhvr>
                                      <p:to>
                                        <p:strVal val="visible"/>
                                      </p:to>
                                    </p:set>
                                    <p:animEffect transition="in" filter="wipe(down)">
                                      <p:cBhvr>
                                        <p:cTn id="19" dur="500"/>
                                        <p:tgtEl>
                                          <p:spTgt spid="146">
                                            <p:txEl>
                                              <p:pRg st="2" end="2"/>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p:bldP spid="146"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5"/>
          <p:cNvSpPr txBox="1">
            <a:spLocks noGrp="1"/>
          </p:cNvSpPr>
          <p:nvPr>
            <p:ph type="title"/>
          </p:nvPr>
        </p:nvSpPr>
        <p:spPr>
          <a:xfrm>
            <a:off x="2096700" y="669775"/>
            <a:ext cx="6687600" cy="3936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800" b="1" dirty="0">
                <a:solidFill>
                  <a:srgbClr val="9B0D31"/>
                </a:solidFill>
                <a:effectLst>
                  <a:outerShdw blurRad="38100" dist="38100" dir="2700000" algn="tl">
                    <a:srgbClr val="000000">
                      <a:alpha val="43137"/>
                    </a:srgbClr>
                  </a:outerShdw>
                </a:effectLst>
              </a:rPr>
              <a:t>CONTENTS</a:t>
            </a:r>
            <a:r>
              <a:rPr lang="en" b="1" dirty="0">
                <a:solidFill>
                  <a:srgbClr val="9B0D31"/>
                </a:solidFill>
                <a:effectLst>
                  <a:outerShdw blurRad="38100" dist="38100" dir="2700000" algn="tl">
                    <a:srgbClr val="000000">
                      <a:alpha val="43137"/>
                    </a:srgbClr>
                  </a:outerShdw>
                </a:effectLst>
              </a:rPr>
              <a:t> OF THIS Presentation:</a:t>
            </a:r>
            <a:endParaRPr dirty="0">
              <a:solidFill>
                <a:srgbClr val="9B0D31"/>
              </a:solidFill>
            </a:endParaRPr>
          </a:p>
        </p:txBody>
      </p:sp>
      <p:sp>
        <p:nvSpPr>
          <p:cNvPr id="138" name="Google Shape;138;p15"/>
          <p:cNvSpPr txBox="1">
            <a:spLocks noGrp="1"/>
          </p:cNvSpPr>
          <p:nvPr>
            <p:ph type="body" idx="1"/>
          </p:nvPr>
        </p:nvSpPr>
        <p:spPr>
          <a:xfrm>
            <a:off x="2096700" y="1148089"/>
            <a:ext cx="6005103" cy="3551659"/>
          </a:xfrm>
          <a:prstGeom prst="rect">
            <a:avLst/>
          </a:prstGeom>
        </p:spPr>
        <p:txBody>
          <a:bodyPr spcFirstLastPara="1" wrap="square" lIns="0" tIns="0" rIns="0" bIns="0" anchor="t" anchorCtr="0">
            <a:noAutofit/>
          </a:bodyPr>
          <a:lstStyle/>
          <a:p>
            <a:pPr marL="495300" indent="-342900">
              <a:spcBef>
                <a:spcPts val="0"/>
              </a:spcBef>
              <a:buSzPts val="1200"/>
              <a:buFont typeface="Wingdings" panose="05000000000000000000" pitchFamily="2" charset="2"/>
              <a:buChar char="v"/>
            </a:pPr>
            <a:r>
              <a:rPr lang="en-US" sz="2400" b="1" i="0" dirty="0">
                <a:solidFill>
                  <a:schemeClr val="tx1"/>
                </a:solidFill>
                <a:effectLst>
                  <a:outerShdw blurRad="38100" dist="38100" dir="2700000" algn="tl">
                    <a:srgbClr val="000000">
                      <a:alpha val="43137"/>
                    </a:srgbClr>
                  </a:outerShdw>
                </a:effectLst>
                <a:latin typeface="Segoe UI Historic" panose="020B0502040204020203" pitchFamily="34" charset="0"/>
              </a:rPr>
              <a:t>Introduction</a:t>
            </a:r>
          </a:p>
          <a:p>
            <a:pPr marL="495300" indent="-342900">
              <a:spcBef>
                <a:spcPts val="0"/>
              </a:spcBef>
              <a:buSzPts val="1200"/>
              <a:buFont typeface="Wingdings" panose="05000000000000000000" pitchFamily="2" charset="2"/>
              <a:buChar char="v"/>
            </a:pPr>
            <a:r>
              <a:rPr lang="en-US" sz="2400" b="1" dirty="0">
                <a:solidFill>
                  <a:schemeClr val="tx1"/>
                </a:solidFill>
                <a:effectLst>
                  <a:outerShdw blurRad="38100" dist="38100" dir="2700000" algn="tl">
                    <a:srgbClr val="000000">
                      <a:alpha val="43137"/>
                    </a:srgbClr>
                  </a:outerShdw>
                </a:effectLst>
                <a:latin typeface="Segoe UI Historic" panose="020B0502040204020203" pitchFamily="34" charset="0"/>
              </a:rPr>
              <a:t>Rule of Law</a:t>
            </a:r>
            <a:endParaRPr lang="en-US" sz="2400" b="1" i="0" dirty="0">
              <a:solidFill>
                <a:schemeClr val="tx1"/>
              </a:solidFill>
              <a:effectLst>
                <a:outerShdw blurRad="38100" dist="38100" dir="2700000" algn="tl">
                  <a:srgbClr val="000000">
                    <a:alpha val="43137"/>
                  </a:srgbClr>
                </a:outerShdw>
              </a:effectLst>
              <a:latin typeface="Segoe UI Historic" panose="020B0502040204020203" pitchFamily="34" charset="0"/>
            </a:endParaRPr>
          </a:p>
          <a:p>
            <a:pPr marL="495300" lvl="0" indent="-342900" algn="l" rtl="0">
              <a:spcBef>
                <a:spcPts val="0"/>
              </a:spcBef>
              <a:spcAft>
                <a:spcPts val="0"/>
              </a:spcAft>
              <a:buSzPts val="1200"/>
              <a:buFont typeface="Wingdings" panose="05000000000000000000" pitchFamily="2" charset="2"/>
              <a:buChar char="v"/>
            </a:pPr>
            <a:r>
              <a:rPr lang="en-US" sz="2400" b="1" dirty="0">
                <a:solidFill>
                  <a:schemeClr val="tx1"/>
                </a:solidFill>
                <a:effectLst>
                  <a:outerShdw blurRad="38100" dist="38100" dir="2700000" algn="tl">
                    <a:srgbClr val="000000">
                      <a:alpha val="43137"/>
                    </a:srgbClr>
                  </a:outerShdw>
                </a:effectLst>
                <a:latin typeface="Segoe UI Historic" panose="020B0502040204020203" pitchFamily="34" charset="0"/>
              </a:rPr>
              <a:t>Meaning of Rule of Law</a:t>
            </a:r>
            <a:endParaRPr lang="en-US" sz="2400" b="1" i="0" dirty="0">
              <a:solidFill>
                <a:schemeClr val="tx1"/>
              </a:solidFill>
              <a:effectLst>
                <a:outerShdw blurRad="38100" dist="38100" dir="2700000" algn="tl">
                  <a:srgbClr val="000000">
                    <a:alpha val="43137"/>
                  </a:srgbClr>
                </a:outerShdw>
              </a:effectLst>
              <a:latin typeface="Segoe UI Historic" panose="020B0502040204020203" pitchFamily="34" charset="0"/>
            </a:endParaRPr>
          </a:p>
          <a:p>
            <a:pPr marL="495300" lvl="0" indent="-342900" algn="l" rtl="0">
              <a:spcBef>
                <a:spcPts val="0"/>
              </a:spcBef>
              <a:spcAft>
                <a:spcPts val="0"/>
              </a:spcAft>
              <a:buSzPts val="1200"/>
              <a:buFont typeface="Wingdings" panose="05000000000000000000" pitchFamily="2" charset="2"/>
              <a:buChar char="v"/>
            </a:pPr>
            <a:r>
              <a:rPr lang="en-US" sz="2400" b="1" dirty="0">
                <a:solidFill>
                  <a:schemeClr val="tx1"/>
                </a:solidFill>
                <a:effectLst>
                  <a:outerShdw blurRad="38100" dist="38100" dir="2700000" algn="tl">
                    <a:srgbClr val="000000">
                      <a:alpha val="43137"/>
                    </a:srgbClr>
                  </a:outerShdw>
                </a:effectLst>
                <a:latin typeface="Segoe UI Historic" panose="020B0502040204020203" pitchFamily="34" charset="0"/>
              </a:rPr>
              <a:t>Modern Concept of Rule</a:t>
            </a:r>
            <a:r>
              <a:rPr lang="en-US" sz="2400" b="1" i="0" dirty="0">
                <a:solidFill>
                  <a:schemeClr val="tx1"/>
                </a:solidFill>
                <a:effectLst>
                  <a:outerShdw blurRad="38100" dist="38100" dir="2700000" algn="tl">
                    <a:srgbClr val="000000">
                      <a:alpha val="43137"/>
                    </a:srgbClr>
                  </a:outerShdw>
                </a:effectLst>
                <a:latin typeface="Segoe UI Historic" panose="020B0502040204020203" pitchFamily="34" charset="0"/>
              </a:rPr>
              <a:t> of Law</a:t>
            </a:r>
          </a:p>
          <a:p>
            <a:pPr marL="495300" lvl="0" indent="-342900" algn="l" rtl="0">
              <a:spcBef>
                <a:spcPts val="0"/>
              </a:spcBef>
              <a:spcAft>
                <a:spcPts val="0"/>
              </a:spcAft>
              <a:buSzPts val="1200"/>
              <a:buFont typeface="Wingdings" panose="05000000000000000000" pitchFamily="2" charset="2"/>
              <a:buChar char="v"/>
            </a:pPr>
            <a:r>
              <a:rPr lang="en-US" sz="2400" b="1" dirty="0">
                <a:solidFill>
                  <a:schemeClr val="tx1"/>
                </a:solidFill>
                <a:effectLst>
                  <a:outerShdw blurRad="38100" dist="38100" dir="2700000" algn="tl">
                    <a:srgbClr val="000000">
                      <a:alpha val="43137"/>
                    </a:srgbClr>
                  </a:outerShdw>
                </a:effectLst>
                <a:latin typeface="Segoe UI Historic" panose="020B0502040204020203" pitchFamily="34" charset="0"/>
              </a:rPr>
              <a:t>History of the rule of</a:t>
            </a:r>
            <a:r>
              <a:rPr lang="en-US" sz="2400" b="1" i="0" dirty="0">
                <a:solidFill>
                  <a:schemeClr val="tx1"/>
                </a:solidFill>
                <a:effectLst>
                  <a:outerShdw blurRad="38100" dist="38100" dir="2700000" algn="tl">
                    <a:srgbClr val="000000">
                      <a:alpha val="43137"/>
                    </a:srgbClr>
                  </a:outerShdw>
                </a:effectLst>
                <a:latin typeface="Segoe UI Historic" panose="020B0502040204020203" pitchFamily="34" charset="0"/>
              </a:rPr>
              <a:t> Law</a:t>
            </a:r>
          </a:p>
          <a:p>
            <a:pPr marL="495300" lvl="0" indent="-342900" algn="l" rtl="0">
              <a:spcBef>
                <a:spcPts val="0"/>
              </a:spcBef>
              <a:spcAft>
                <a:spcPts val="0"/>
              </a:spcAft>
              <a:buSzPts val="1200"/>
              <a:buFont typeface="Wingdings" panose="05000000000000000000" pitchFamily="2" charset="2"/>
              <a:buChar char="v"/>
            </a:pPr>
            <a:r>
              <a:rPr lang="en-US" sz="2400" b="1" i="0" dirty="0">
                <a:solidFill>
                  <a:schemeClr val="tx1"/>
                </a:solidFill>
                <a:effectLst>
                  <a:outerShdw blurRad="38100" dist="38100" dir="2700000" algn="tl">
                    <a:srgbClr val="000000">
                      <a:alpha val="43137"/>
                    </a:srgbClr>
                  </a:outerShdw>
                </a:effectLst>
                <a:latin typeface="Segoe UI Historic" panose="020B0502040204020203" pitchFamily="34" charset="0"/>
              </a:rPr>
              <a:t>Basic features of Rule of Law as per Dicey</a:t>
            </a:r>
          </a:p>
          <a:p>
            <a:pPr marL="495300" lvl="0" indent="-342900" algn="l" rtl="0">
              <a:spcBef>
                <a:spcPts val="0"/>
              </a:spcBef>
              <a:spcAft>
                <a:spcPts val="0"/>
              </a:spcAft>
              <a:buSzPts val="1200"/>
              <a:buFont typeface="Wingdings" panose="05000000000000000000" pitchFamily="2" charset="2"/>
              <a:buChar char="v"/>
            </a:pPr>
            <a:r>
              <a:rPr lang="en-US" sz="2400" b="1" i="0" dirty="0">
                <a:solidFill>
                  <a:schemeClr val="tx1"/>
                </a:solidFill>
                <a:effectLst>
                  <a:outerShdw blurRad="38100" dist="38100" dir="2700000" algn="tl">
                    <a:srgbClr val="000000">
                      <a:alpha val="43137"/>
                    </a:srgbClr>
                  </a:outerShdw>
                </a:effectLst>
                <a:latin typeface="Segoe UI Historic" panose="020B0502040204020203" pitchFamily="34" charset="0"/>
              </a:rPr>
              <a:t>Key Concept of the Rule of Law</a:t>
            </a:r>
          </a:p>
          <a:p>
            <a:pPr marL="495300" lvl="0" indent="-342900" algn="l" rtl="0">
              <a:spcBef>
                <a:spcPts val="0"/>
              </a:spcBef>
              <a:spcAft>
                <a:spcPts val="0"/>
              </a:spcAft>
              <a:buSzPts val="1200"/>
              <a:buFont typeface="Wingdings" panose="05000000000000000000" pitchFamily="2" charset="2"/>
              <a:buChar char="v"/>
            </a:pPr>
            <a:r>
              <a:rPr lang="en-US" sz="2400" b="1" i="0" dirty="0">
                <a:solidFill>
                  <a:schemeClr val="tx1"/>
                </a:solidFill>
                <a:effectLst>
                  <a:outerShdw blurRad="38100" dist="38100" dir="2700000" algn="tl">
                    <a:srgbClr val="000000">
                      <a:alpha val="43137"/>
                    </a:srgbClr>
                  </a:outerShdw>
                </a:effectLst>
                <a:latin typeface="Segoe UI Historic" panose="020B0502040204020203" pitchFamily="34" charset="0"/>
              </a:rPr>
              <a:t>Exceptions to Rule of Law</a:t>
            </a:r>
          </a:p>
          <a:p>
            <a:pPr marL="495300" lvl="0" indent="-342900" algn="l" rtl="0">
              <a:spcBef>
                <a:spcPts val="0"/>
              </a:spcBef>
              <a:spcAft>
                <a:spcPts val="0"/>
              </a:spcAft>
              <a:buSzPts val="1200"/>
              <a:buFont typeface="Wingdings" panose="05000000000000000000" pitchFamily="2" charset="2"/>
              <a:buChar char="v"/>
            </a:pPr>
            <a:r>
              <a:rPr lang="en-US" sz="2400" b="1" i="0" dirty="0">
                <a:solidFill>
                  <a:schemeClr val="tx1"/>
                </a:solidFill>
                <a:effectLst>
                  <a:outerShdw blurRad="38100" dist="38100" dir="2700000" algn="tl">
                    <a:srgbClr val="000000">
                      <a:alpha val="43137"/>
                    </a:srgbClr>
                  </a:outerShdw>
                </a:effectLst>
                <a:latin typeface="Segoe UI Historic" panose="020B0502040204020203" pitchFamily="34" charset="0"/>
              </a:rPr>
              <a:t>Conclusion</a:t>
            </a:r>
            <a:endParaRPr lang="en-US" sz="2400" b="1" dirty="0">
              <a:solidFill>
                <a:schemeClr val="tx1"/>
              </a:solidFill>
              <a:effectLst>
                <a:outerShdw blurRad="38100" dist="38100" dir="2700000" algn="tl">
                  <a:srgbClr val="000000">
                    <a:alpha val="43137"/>
                  </a:srgbClr>
                </a:outerShdw>
              </a:effectLst>
            </a:endParaRPr>
          </a:p>
        </p:txBody>
      </p:sp>
      <p:sp>
        <p:nvSpPr>
          <p:cNvPr id="140" name="Google Shape;140;p15"/>
          <p:cNvSpPr txBox="1">
            <a:spLocks noGrp="1"/>
          </p:cNvSpPr>
          <p:nvPr>
            <p:ph type="sldNum" idx="12"/>
          </p:nvPr>
        </p:nvSpPr>
        <p:spPr>
          <a:xfrm>
            <a:off x="359692" y="1023975"/>
            <a:ext cx="1017600" cy="393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4</a:t>
            </a:fld>
            <a:endParaRPr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36"/>
                                        </p:tgtEl>
                                        <p:attrNameLst>
                                          <p:attrName>style.visibility</p:attrName>
                                        </p:attrNameLst>
                                      </p:cBhvr>
                                      <p:to>
                                        <p:strVal val="visible"/>
                                      </p:to>
                                    </p:set>
                                    <p:anim calcmode="lin" valueType="num">
                                      <p:cBhvr additive="base">
                                        <p:cTn id="7" dur="500" fill="hold"/>
                                        <p:tgtEl>
                                          <p:spTgt spid="136"/>
                                        </p:tgtEl>
                                        <p:attrNameLst>
                                          <p:attrName>ppt_x</p:attrName>
                                        </p:attrNameLst>
                                      </p:cBhvr>
                                      <p:tavLst>
                                        <p:tav tm="0">
                                          <p:val>
                                            <p:strVal val="0-#ppt_w/2"/>
                                          </p:val>
                                        </p:tav>
                                        <p:tav tm="100000">
                                          <p:val>
                                            <p:strVal val="#ppt_x"/>
                                          </p:val>
                                        </p:tav>
                                      </p:tavLst>
                                    </p:anim>
                                    <p:anim calcmode="lin" valueType="num">
                                      <p:cBhvr additive="base">
                                        <p:cTn id="8" dur="500" fill="hold"/>
                                        <p:tgtEl>
                                          <p:spTgt spid="13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38">
                                            <p:txEl>
                                              <p:pRg st="0" end="0"/>
                                            </p:txEl>
                                          </p:spTgt>
                                        </p:tgtEl>
                                        <p:attrNameLst>
                                          <p:attrName>style.visibility</p:attrName>
                                        </p:attrNameLst>
                                      </p:cBhvr>
                                      <p:to>
                                        <p:strVal val="visible"/>
                                      </p:to>
                                    </p:set>
                                    <p:animEffect transition="in" filter="wipe(up)">
                                      <p:cBhvr>
                                        <p:cTn id="12" dur="500"/>
                                        <p:tgtEl>
                                          <p:spTgt spid="138">
                                            <p:txEl>
                                              <p:pRg st="0" end="0"/>
                                            </p:txEl>
                                          </p:spTgt>
                                        </p:tgtEl>
                                      </p:cBhvr>
                                    </p:animEffect>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138">
                                            <p:txEl>
                                              <p:pRg st="1" end="1"/>
                                            </p:txEl>
                                          </p:spTgt>
                                        </p:tgtEl>
                                        <p:attrNameLst>
                                          <p:attrName>style.visibility</p:attrName>
                                        </p:attrNameLst>
                                      </p:cBhvr>
                                      <p:to>
                                        <p:strVal val="visible"/>
                                      </p:to>
                                    </p:set>
                                    <p:animEffect transition="in" filter="wipe(up)">
                                      <p:cBhvr>
                                        <p:cTn id="16" dur="500"/>
                                        <p:tgtEl>
                                          <p:spTgt spid="138">
                                            <p:txEl>
                                              <p:pRg st="1" end="1"/>
                                            </p:txEl>
                                          </p:spTgt>
                                        </p:tgtEl>
                                      </p:cBhvr>
                                    </p:animEffect>
                                  </p:childTnLst>
                                </p:cTn>
                              </p:par>
                            </p:childTnLst>
                          </p:cTn>
                        </p:par>
                        <p:par>
                          <p:cTn id="17" fill="hold">
                            <p:stCondLst>
                              <p:cond delay="1500"/>
                            </p:stCondLst>
                            <p:childTnLst>
                              <p:par>
                                <p:cTn id="18" presetID="22" presetClass="entr" presetSubtype="1" fill="hold" grpId="0" nodeType="afterEffect">
                                  <p:stCondLst>
                                    <p:cond delay="0"/>
                                  </p:stCondLst>
                                  <p:childTnLst>
                                    <p:set>
                                      <p:cBhvr>
                                        <p:cTn id="19" dur="1" fill="hold">
                                          <p:stCondLst>
                                            <p:cond delay="0"/>
                                          </p:stCondLst>
                                        </p:cTn>
                                        <p:tgtEl>
                                          <p:spTgt spid="138">
                                            <p:txEl>
                                              <p:pRg st="2" end="2"/>
                                            </p:txEl>
                                          </p:spTgt>
                                        </p:tgtEl>
                                        <p:attrNameLst>
                                          <p:attrName>style.visibility</p:attrName>
                                        </p:attrNameLst>
                                      </p:cBhvr>
                                      <p:to>
                                        <p:strVal val="visible"/>
                                      </p:to>
                                    </p:set>
                                    <p:animEffect transition="in" filter="wipe(up)">
                                      <p:cBhvr>
                                        <p:cTn id="20" dur="500"/>
                                        <p:tgtEl>
                                          <p:spTgt spid="138">
                                            <p:txEl>
                                              <p:pRg st="2" end="2"/>
                                            </p:txEl>
                                          </p:spTgt>
                                        </p:tgtEl>
                                      </p:cBhvr>
                                    </p:animEffect>
                                  </p:childTnLst>
                                </p:cTn>
                              </p:par>
                            </p:childTnLst>
                          </p:cTn>
                        </p:par>
                        <p:par>
                          <p:cTn id="21" fill="hold">
                            <p:stCondLst>
                              <p:cond delay="2000"/>
                            </p:stCondLst>
                            <p:childTnLst>
                              <p:par>
                                <p:cTn id="22" presetID="22" presetClass="entr" presetSubtype="1" fill="hold" grpId="0" nodeType="afterEffect">
                                  <p:stCondLst>
                                    <p:cond delay="0"/>
                                  </p:stCondLst>
                                  <p:childTnLst>
                                    <p:set>
                                      <p:cBhvr>
                                        <p:cTn id="23" dur="1" fill="hold">
                                          <p:stCondLst>
                                            <p:cond delay="0"/>
                                          </p:stCondLst>
                                        </p:cTn>
                                        <p:tgtEl>
                                          <p:spTgt spid="138">
                                            <p:txEl>
                                              <p:pRg st="3" end="3"/>
                                            </p:txEl>
                                          </p:spTgt>
                                        </p:tgtEl>
                                        <p:attrNameLst>
                                          <p:attrName>style.visibility</p:attrName>
                                        </p:attrNameLst>
                                      </p:cBhvr>
                                      <p:to>
                                        <p:strVal val="visible"/>
                                      </p:to>
                                    </p:set>
                                    <p:animEffect transition="in" filter="wipe(up)">
                                      <p:cBhvr>
                                        <p:cTn id="24" dur="500"/>
                                        <p:tgtEl>
                                          <p:spTgt spid="138">
                                            <p:txEl>
                                              <p:pRg st="3" end="3"/>
                                            </p:txEl>
                                          </p:spTgt>
                                        </p:tgtEl>
                                      </p:cBhvr>
                                    </p:animEffect>
                                  </p:childTnLst>
                                </p:cTn>
                              </p:par>
                            </p:childTnLst>
                          </p:cTn>
                        </p:par>
                        <p:par>
                          <p:cTn id="25" fill="hold">
                            <p:stCondLst>
                              <p:cond delay="2500"/>
                            </p:stCondLst>
                            <p:childTnLst>
                              <p:par>
                                <p:cTn id="26" presetID="22" presetClass="entr" presetSubtype="1" fill="hold" grpId="0" nodeType="afterEffect">
                                  <p:stCondLst>
                                    <p:cond delay="0"/>
                                  </p:stCondLst>
                                  <p:childTnLst>
                                    <p:set>
                                      <p:cBhvr>
                                        <p:cTn id="27" dur="1" fill="hold">
                                          <p:stCondLst>
                                            <p:cond delay="0"/>
                                          </p:stCondLst>
                                        </p:cTn>
                                        <p:tgtEl>
                                          <p:spTgt spid="138">
                                            <p:txEl>
                                              <p:pRg st="4" end="4"/>
                                            </p:txEl>
                                          </p:spTgt>
                                        </p:tgtEl>
                                        <p:attrNameLst>
                                          <p:attrName>style.visibility</p:attrName>
                                        </p:attrNameLst>
                                      </p:cBhvr>
                                      <p:to>
                                        <p:strVal val="visible"/>
                                      </p:to>
                                    </p:set>
                                    <p:animEffect transition="in" filter="wipe(up)">
                                      <p:cBhvr>
                                        <p:cTn id="28" dur="500"/>
                                        <p:tgtEl>
                                          <p:spTgt spid="138">
                                            <p:txEl>
                                              <p:pRg st="4" end="4"/>
                                            </p:txEl>
                                          </p:spTgt>
                                        </p:tgtEl>
                                      </p:cBhvr>
                                    </p:animEffect>
                                  </p:childTnLst>
                                </p:cTn>
                              </p:par>
                            </p:childTnLst>
                          </p:cTn>
                        </p:par>
                        <p:par>
                          <p:cTn id="29" fill="hold">
                            <p:stCondLst>
                              <p:cond delay="3000"/>
                            </p:stCondLst>
                            <p:childTnLst>
                              <p:par>
                                <p:cTn id="30" presetID="22" presetClass="entr" presetSubtype="1" fill="hold" grpId="0" nodeType="afterEffect">
                                  <p:stCondLst>
                                    <p:cond delay="0"/>
                                  </p:stCondLst>
                                  <p:childTnLst>
                                    <p:set>
                                      <p:cBhvr>
                                        <p:cTn id="31" dur="1" fill="hold">
                                          <p:stCondLst>
                                            <p:cond delay="0"/>
                                          </p:stCondLst>
                                        </p:cTn>
                                        <p:tgtEl>
                                          <p:spTgt spid="138">
                                            <p:txEl>
                                              <p:pRg st="5" end="5"/>
                                            </p:txEl>
                                          </p:spTgt>
                                        </p:tgtEl>
                                        <p:attrNameLst>
                                          <p:attrName>style.visibility</p:attrName>
                                        </p:attrNameLst>
                                      </p:cBhvr>
                                      <p:to>
                                        <p:strVal val="visible"/>
                                      </p:to>
                                    </p:set>
                                    <p:animEffect transition="in" filter="wipe(up)">
                                      <p:cBhvr>
                                        <p:cTn id="32" dur="500"/>
                                        <p:tgtEl>
                                          <p:spTgt spid="138">
                                            <p:txEl>
                                              <p:pRg st="5" end="5"/>
                                            </p:txEl>
                                          </p:spTgt>
                                        </p:tgtEl>
                                      </p:cBhvr>
                                    </p:animEffect>
                                  </p:childTnLst>
                                </p:cTn>
                              </p:par>
                            </p:childTnLst>
                          </p:cTn>
                        </p:par>
                        <p:par>
                          <p:cTn id="33" fill="hold">
                            <p:stCondLst>
                              <p:cond delay="3500"/>
                            </p:stCondLst>
                            <p:childTnLst>
                              <p:par>
                                <p:cTn id="34" presetID="22" presetClass="entr" presetSubtype="1" fill="hold" grpId="0" nodeType="afterEffect">
                                  <p:stCondLst>
                                    <p:cond delay="0"/>
                                  </p:stCondLst>
                                  <p:childTnLst>
                                    <p:set>
                                      <p:cBhvr>
                                        <p:cTn id="35" dur="1" fill="hold">
                                          <p:stCondLst>
                                            <p:cond delay="0"/>
                                          </p:stCondLst>
                                        </p:cTn>
                                        <p:tgtEl>
                                          <p:spTgt spid="138">
                                            <p:txEl>
                                              <p:pRg st="6" end="6"/>
                                            </p:txEl>
                                          </p:spTgt>
                                        </p:tgtEl>
                                        <p:attrNameLst>
                                          <p:attrName>style.visibility</p:attrName>
                                        </p:attrNameLst>
                                      </p:cBhvr>
                                      <p:to>
                                        <p:strVal val="visible"/>
                                      </p:to>
                                    </p:set>
                                    <p:animEffect transition="in" filter="wipe(up)">
                                      <p:cBhvr>
                                        <p:cTn id="36" dur="500"/>
                                        <p:tgtEl>
                                          <p:spTgt spid="138">
                                            <p:txEl>
                                              <p:pRg st="6" end="6"/>
                                            </p:txEl>
                                          </p:spTgt>
                                        </p:tgtEl>
                                      </p:cBhvr>
                                    </p:animEffect>
                                  </p:childTnLst>
                                </p:cTn>
                              </p:par>
                            </p:childTnLst>
                          </p:cTn>
                        </p:par>
                        <p:par>
                          <p:cTn id="37" fill="hold">
                            <p:stCondLst>
                              <p:cond delay="4000"/>
                            </p:stCondLst>
                            <p:childTnLst>
                              <p:par>
                                <p:cTn id="38" presetID="22" presetClass="entr" presetSubtype="1" fill="hold" grpId="0" nodeType="afterEffect">
                                  <p:stCondLst>
                                    <p:cond delay="0"/>
                                  </p:stCondLst>
                                  <p:childTnLst>
                                    <p:set>
                                      <p:cBhvr>
                                        <p:cTn id="39" dur="1" fill="hold">
                                          <p:stCondLst>
                                            <p:cond delay="0"/>
                                          </p:stCondLst>
                                        </p:cTn>
                                        <p:tgtEl>
                                          <p:spTgt spid="138">
                                            <p:txEl>
                                              <p:pRg st="7" end="7"/>
                                            </p:txEl>
                                          </p:spTgt>
                                        </p:tgtEl>
                                        <p:attrNameLst>
                                          <p:attrName>style.visibility</p:attrName>
                                        </p:attrNameLst>
                                      </p:cBhvr>
                                      <p:to>
                                        <p:strVal val="visible"/>
                                      </p:to>
                                    </p:set>
                                    <p:animEffect transition="in" filter="wipe(up)">
                                      <p:cBhvr>
                                        <p:cTn id="40" dur="500"/>
                                        <p:tgtEl>
                                          <p:spTgt spid="138">
                                            <p:txEl>
                                              <p:pRg st="7" end="7"/>
                                            </p:txEl>
                                          </p:spTgt>
                                        </p:tgtEl>
                                      </p:cBhvr>
                                    </p:animEffect>
                                  </p:childTnLst>
                                </p:cTn>
                              </p:par>
                            </p:childTnLst>
                          </p:cTn>
                        </p:par>
                        <p:par>
                          <p:cTn id="41" fill="hold">
                            <p:stCondLst>
                              <p:cond delay="4500"/>
                            </p:stCondLst>
                            <p:childTnLst>
                              <p:par>
                                <p:cTn id="42" presetID="22" presetClass="entr" presetSubtype="1" fill="hold" grpId="0" nodeType="afterEffect">
                                  <p:stCondLst>
                                    <p:cond delay="0"/>
                                  </p:stCondLst>
                                  <p:childTnLst>
                                    <p:set>
                                      <p:cBhvr>
                                        <p:cTn id="43" dur="1" fill="hold">
                                          <p:stCondLst>
                                            <p:cond delay="0"/>
                                          </p:stCondLst>
                                        </p:cTn>
                                        <p:tgtEl>
                                          <p:spTgt spid="138">
                                            <p:txEl>
                                              <p:pRg st="8" end="8"/>
                                            </p:txEl>
                                          </p:spTgt>
                                        </p:tgtEl>
                                        <p:attrNameLst>
                                          <p:attrName>style.visibility</p:attrName>
                                        </p:attrNameLst>
                                      </p:cBhvr>
                                      <p:to>
                                        <p:strVal val="visible"/>
                                      </p:to>
                                    </p:set>
                                    <p:animEffect transition="in" filter="wipe(up)">
                                      <p:cBhvr>
                                        <p:cTn id="44" dur="500"/>
                                        <p:tgtEl>
                                          <p:spTgt spid="13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 grpId="0"/>
      <p:bldP spid="13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8"/>
          <p:cNvSpPr txBox="1">
            <a:spLocks noGrp="1"/>
          </p:cNvSpPr>
          <p:nvPr>
            <p:ph type="ctrTitle"/>
          </p:nvPr>
        </p:nvSpPr>
        <p:spPr>
          <a:xfrm>
            <a:off x="1461450" y="1986853"/>
            <a:ext cx="6221100" cy="584897"/>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3600" dirty="0">
                <a:effectLst>
                  <a:outerShdw blurRad="38100" dist="38100" dir="2700000" algn="tl">
                    <a:srgbClr val="000000">
                      <a:alpha val="43137"/>
                    </a:srgbClr>
                  </a:outerShdw>
                </a:effectLst>
              </a:rPr>
              <a:t>Introduction</a:t>
            </a:r>
            <a:endParaRPr sz="3600" dirty="0">
              <a:effectLst>
                <a:outerShdw blurRad="38100" dist="38100" dir="2700000" algn="tl">
                  <a:srgbClr val="000000">
                    <a:alpha val="43137"/>
                  </a:srgbClr>
                </a:outerShdw>
              </a:effectLst>
            </a:endParaRPr>
          </a:p>
        </p:txBody>
      </p:sp>
      <p:sp>
        <p:nvSpPr>
          <p:cNvPr id="159" name="Google Shape;159;p18"/>
          <p:cNvSpPr txBox="1">
            <a:spLocks noGrp="1"/>
          </p:cNvSpPr>
          <p:nvPr>
            <p:ph type="subTitle" idx="1"/>
          </p:nvPr>
        </p:nvSpPr>
        <p:spPr>
          <a:xfrm>
            <a:off x="1461450" y="2664104"/>
            <a:ext cx="6221100" cy="7848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2400" b="1" dirty="0">
                <a:effectLst>
                  <a:outerShdw blurRad="38100" dist="38100" dir="2700000" algn="tl">
                    <a:srgbClr val="000000">
                      <a:alpha val="43137"/>
                    </a:srgbClr>
                  </a:outerShdw>
                </a:effectLst>
              </a:rPr>
              <a:t>Let’s start with the first set of slides</a:t>
            </a:r>
            <a:endParaRPr sz="2400" b="1" dirty="0">
              <a:effectLst>
                <a:outerShdw blurRad="38100" dist="38100" dir="2700000" algn="tl">
                  <a:srgbClr val="000000">
                    <a:alpha val="43137"/>
                  </a:srgbClr>
                </a:outerShdw>
              </a:effectLst>
            </a:endParaRPr>
          </a:p>
        </p:txBody>
      </p:sp>
      <p:sp>
        <p:nvSpPr>
          <p:cNvPr id="160" name="Google Shape;160;p18"/>
          <p:cNvSpPr txBox="1"/>
          <p:nvPr/>
        </p:nvSpPr>
        <p:spPr>
          <a:xfrm>
            <a:off x="4067100" y="0"/>
            <a:ext cx="1009800" cy="159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4800" b="1">
                <a:solidFill>
                  <a:srgbClr val="FFFFFF"/>
                </a:solidFill>
                <a:latin typeface="Tinos"/>
                <a:ea typeface="Tinos"/>
                <a:cs typeface="Tinos"/>
                <a:sym typeface="Tinos"/>
              </a:rPr>
              <a:t>1</a:t>
            </a:r>
            <a:endParaRPr sz="4800">
              <a:solidFill>
                <a:srgbClr val="FFFFFF"/>
              </a:solidFill>
            </a:endParaRPr>
          </a:p>
        </p:txBody>
      </p:sp>
    </p:spTree>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7"/>
          <p:cNvSpPr txBox="1">
            <a:spLocks noGrp="1"/>
          </p:cNvSpPr>
          <p:nvPr>
            <p:ph type="body" idx="1"/>
          </p:nvPr>
        </p:nvSpPr>
        <p:spPr>
          <a:xfrm>
            <a:off x="2635350" y="968188"/>
            <a:ext cx="3873300" cy="4050319"/>
          </a:xfrm>
          <a:prstGeom prst="rect">
            <a:avLst/>
          </a:prstGeom>
        </p:spPr>
        <p:txBody>
          <a:bodyPr spcFirstLastPara="1" wrap="square" lIns="0" tIns="0" rIns="0" bIns="0" anchor="ctr" anchorCtr="0">
            <a:noAutofit/>
          </a:bodyPr>
          <a:lstStyle/>
          <a:p>
            <a:pPr marL="0" lvl="0" indent="0" algn="ctr" rtl="0">
              <a:spcBef>
                <a:spcPts val="600"/>
              </a:spcBef>
              <a:spcAft>
                <a:spcPts val="0"/>
              </a:spcAft>
              <a:buNone/>
            </a:pPr>
            <a:r>
              <a:rPr lang="en-US" sz="2400" i="0" dirty="0">
                <a:solidFill>
                  <a:schemeClr val="tx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“The Rule of Law is fundamental basis of the Constitutional law as well as Administrative law. It is an effective instrument to control the administrative authorities within their limits. It is a kind of touchstone for checking administrative activities.”</a:t>
            </a:r>
            <a:endParaRPr sz="2400" dirty="0">
              <a:solidFill>
                <a:schemeClr val="tx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endParaRPr>
          </a:p>
        </p:txBody>
      </p:sp>
      <p:sp>
        <p:nvSpPr>
          <p:cNvPr id="153" name="Google Shape;153;p17"/>
          <p:cNvSpPr txBox="1">
            <a:spLocks noGrp="1"/>
          </p:cNvSpPr>
          <p:nvPr>
            <p:ph type="sldNum" idx="12"/>
          </p:nvPr>
        </p:nvSpPr>
        <p:spPr>
          <a:xfrm>
            <a:off x="4063242" y="4681575"/>
            <a:ext cx="1017600" cy="393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6</a:t>
            </a:fld>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52">
                                            <p:txEl>
                                              <p:pRg st="0" end="0"/>
                                            </p:txEl>
                                          </p:spTgt>
                                        </p:tgtEl>
                                        <p:attrNameLst>
                                          <p:attrName>style.visibility</p:attrName>
                                        </p:attrNameLst>
                                      </p:cBhvr>
                                      <p:to>
                                        <p:strVal val="visible"/>
                                      </p:to>
                                    </p:set>
                                    <p:animEffect transition="in" filter="randombar(horizontal)">
                                      <p:cBhvr>
                                        <p:cTn id="7" dur="500"/>
                                        <p:tgtEl>
                                          <p:spTgt spid="15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9"/>
          <p:cNvSpPr txBox="1">
            <a:spLocks noGrp="1"/>
          </p:cNvSpPr>
          <p:nvPr>
            <p:ph type="title"/>
          </p:nvPr>
        </p:nvSpPr>
        <p:spPr>
          <a:xfrm>
            <a:off x="2096700" y="669775"/>
            <a:ext cx="6687600" cy="3936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800" u="sng" dirty="0">
                <a:effectLst>
                  <a:outerShdw blurRad="38100" dist="38100" dir="2700000" algn="tl">
                    <a:srgbClr val="000000">
                      <a:alpha val="43137"/>
                    </a:srgbClr>
                  </a:outerShdw>
                </a:effectLst>
              </a:rPr>
              <a:t>Rule of Law</a:t>
            </a:r>
            <a:endParaRPr sz="2800" u="sng" dirty="0">
              <a:effectLst>
                <a:outerShdw blurRad="38100" dist="38100" dir="2700000" algn="tl">
                  <a:srgbClr val="000000">
                    <a:alpha val="43137"/>
                  </a:srgbClr>
                </a:outerShdw>
              </a:effectLst>
            </a:endParaRPr>
          </a:p>
        </p:txBody>
      </p:sp>
      <p:sp>
        <p:nvSpPr>
          <p:cNvPr id="166" name="Google Shape;166;p19"/>
          <p:cNvSpPr txBox="1">
            <a:spLocks noGrp="1"/>
          </p:cNvSpPr>
          <p:nvPr>
            <p:ph type="body" idx="1"/>
          </p:nvPr>
        </p:nvSpPr>
        <p:spPr>
          <a:xfrm>
            <a:off x="2096700" y="1220775"/>
            <a:ext cx="6687600" cy="3249900"/>
          </a:xfrm>
          <a:prstGeom prst="rect">
            <a:avLst/>
          </a:prstGeom>
        </p:spPr>
        <p:txBody>
          <a:bodyPr spcFirstLastPara="1" wrap="square" lIns="0" tIns="0" rIns="0" bIns="0" anchor="t" anchorCtr="0">
            <a:noAutofit/>
          </a:bodyPr>
          <a:lstStyle/>
          <a:p>
            <a:pPr marL="63500" lvl="0" indent="0" algn="ctr" rtl="0">
              <a:spcBef>
                <a:spcPts val="600"/>
              </a:spcBef>
              <a:spcAft>
                <a:spcPts val="0"/>
              </a:spcAft>
              <a:buSzPts val="2600"/>
              <a:buNone/>
            </a:pPr>
            <a:r>
              <a:rPr lang="en-US" sz="2400" b="0" i="0" dirty="0">
                <a:solidFill>
                  <a:schemeClr val="tx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“The rule of law is a set of principles or ideals for ensuring an orderly and just society. Many countries around the world strive to uphold the rule of law. Where no one is above the law, everyone is treated equally under the law, everyone is accountable to the same laws. There are clear and fair processes for enforcing laws. There is an independent judiciary and human rights are grunted for all.”</a:t>
            </a:r>
            <a:endParaRPr sz="2400" dirty="0">
              <a:solidFill>
                <a:schemeClr val="tx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endParaRPr>
          </a:p>
        </p:txBody>
      </p:sp>
      <p:sp>
        <p:nvSpPr>
          <p:cNvPr id="167" name="Google Shape;167;p19"/>
          <p:cNvSpPr txBox="1">
            <a:spLocks noGrp="1"/>
          </p:cNvSpPr>
          <p:nvPr>
            <p:ph type="sldNum" idx="12"/>
          </p:nvPr>
        </p:nvSpPr>
        <p:spPr>
          <a:xfrm>
            <a:off x="359692" y="1023975"/>
            <a:ext cx="1017600" cy="393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7</a:t>
            </a:fld>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5"/>
                                        </p:tgtEl>
                                        <p:attrNameLst>
                                          <p:attrName>style.visibility</p:attrName>
                                        </p:attrNameLst>
                                      </p:cBhvr>
                                      <p:to>
                                        <p:strVal val="visible"/>
                                      </p:to>
                                    </p:set>
                                    <p:anim calcmode="lin" valueType="num">
                                      <p:cBhvr additive="base">
                                        <p:cTn id="7" dur="500" fill="hold"/>
                                        <p:tgtEl>
                                          <p:spTgt spid="165"/>
                                        </p:tgtEl>
                                        <p:attrNameLst>
                                          <p:attrName>ppt_x</p:attrName>
                                        </p:attrNameLst>
                                      </p:cBhvr>
                                      <p:tavLst>
                                        <p:tav tm="0">
                                          <p:val>
                                            <p:strVal val="0-#ppt_w/2"/>
                                          </p:val>
                                        </p:tav>
                                        <p:tav tm="100000">
                                          <p:val>
                                            <p:strVal val="#ppt_x"/>
                                          </p:val>
                                        </p:tav>
                                      </p:tavLst>
                                    </p:anim>
                                    <p:anim calcmode="lin" valueType="num">
                                      <p:cBhvr additive="base">
                                        <p:cTn id="8" dur="500" fill="hold"/>
                                        <p:tgtEl>
                                          <p:spTgt spid="16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66">
                                            <p:txEl>
                                              <p:pRg st="0" end="0"/>
                                            </p:txEl>
                                          </p:spTgt>
                                        </p:tgtEl>
                                        <p:attrNameLst>
                                          <p:attrName>style.visibility</p:attrName>
                                        </p:attrNameLst>
                                      </p:cBhvr>
                                      <p:to>
                                        <p:strVal val="visible"/>
                                      </p:to>
                                    </p:set>
                                    <p:animEffect transition="in" filter="wipe(up)">
                                      <p:cBhvr>
                                        <p:cTn id="12" dur="500"/>
                                        <p:tgtEl>
                                          <p:spTgt spid="16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62000"/>
            <a:extLst>
              <a:ext uri="{BEBA8EAE-BF5A-486C-A8C5-ECC9F3942E4B}">
                <a14:imgProps xmlns:a14="http://schemas.microsoft.com/office/drawing/2010/main">
                  <a14:imgLayer r:embed="rId4">
                    <a14:imgEffect>
                      <a14:sharpenSoften amount="-60000"/>
                    </a14:imgEffect>
                    <a14:imgEffect>
                      <a14:brightnessContrast bright="-13000"/>
                    </a14:imgEffect>
                  </a14:imgLayer>
                </a14:imgProps>
              </a:ext>
            </a:extLst>
          </a:blip>
          <a:srcRect/>
          <a:stretch>
            <a:fillRect/>
          </a:stretch>
        </a:blipFill>
        <a:effectLst/>
      </p:bgPr>
    </p:bg>
    <p:spTree>
      <p:nvGrpSpPr>
        <p:cNvPr id="1" name="Shape 171"/>
        <p:cNvGrpSpPr/>
        <p:nvPr/>
      </p:nvGrpSpPr>
      <p:grpSpPr>
        <a:xfrm>
          <a:off x="0" y="0"/>
          <a:ext cx="0" cy="0"/>
          <a:chOff x="0" y="0"/>
          <a:chExt cx="0" cy="0"/>
        </a:xfrm>
      </p:grpSpPr>
      <p:sp>
        <p:nvSpPr>
          <p:cNvPr id="172" name="Google Shape;172;p20"/>
          <p:cNvSpPr txBox="1">
            <a:spLocks noGrp="1"/>
          </p:cNvSpPr>
          <p:nvPr>
            <p:ph type="ctrTitle" idx="4294967295"/>
          </p:nvPr>
        </p:nvSpPr>
        <p:spPr>
          <a:xfrm>
            <a:off x="553022" y="1905710"/>
            <a:ext cx="8283629" cy="11598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6000" dirty="0">
                <a:effectLst>
                  <a:outerShdw blurRad="38100" dist="38100" dir="2700000" algn="tl">
                    <a:srgbClr val="000000">
                      <a:alpha val="43137"/>
                    </a:srgbClr>
                  </a:outerShdw>
                </a:effectLst>
              </a:rPr>
              <a:t>Meaning Of Rule of Law</a:t>
            </a:r>
            <a:endParaRPr sz="6000" dirty="0">
              <a:effectLst>
                <a:outerShdw blurRad="38100" dist="38100" dir="2700000" algn="tl">
                  <a:srgbClr val="000000">
                    <a:alpha val="43137"/>
                  </a:srgbClr>
                </a:outerShdw>
              </a:effectLst>
            </a:endParaRPr>
          </a:p>
        </p:txBody>
      </p:sp>
      <p:sp>
        <p:nvSpPr>
          <p:cNvPr id="173" name="Google Shape;173;p20"/>
          <p:cNvSpPr txBox="1">
            <a:spLocks noGrp="1"/>
          </p:cNvSpPr>
          <p:nvPr>
            <p:ph type="subTitle" idx="4294967295"/>
          </p:nvPr>
        </p:nvSpPr>
        <p:spPr>
          <a:xfrm>
            <a:off x="633943" y="3344748"/>
            <a:ext cx="7772400" cy="7848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US" sz="2800" b="1" dirty="0">
                <a:effectLst>
                  <a:outerShdw blurRad="38100" dist="38100" dir="2700000" algn="tl">
                    <a:srgbClr val="000000">
                      <a:alpha val="43137"/>
                    </a:srgbClr>
                  </a:outerShdw>
                </a:effectLst>
              </a:rPr>
              <a:t>Let’s start with the Third set of slides</a:t>
            </a:r>
          </a:p>
        </p:txBody>
      </p:sp>
      <p:sp>
        <p:nvSpPr>
          <p:cNvPr id="174" name="Google Shape;174;p20"/>
          <p:cNvSpPr/>
          <p:nvPr/>
        </p:nvSpPr>
        <p:spPr>
          <a:xfrm>
            <a:off x="4870327" y="1187895"/>
            <a:ext cx="245674" cy="234577"/>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2F0411">
              <a:alpha val="292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dirty="0">
              <a:effectLst>
                <a:outerShdw blurRad="38100" dist="38100" dir="2700000" algn="tl">
                  <a:srgbClr val="000000">
                    <a:alpha val="43137"/>
                  </a:srgbClr>
                </a:outerShdw>
              </a:effectLst>
            </a:endParaRPr>
          </a:p>
        </p:txBody>
      </p:sp>
      <p:grpSp>
        <p:nvGrpSpPr>
          <p:cNvPr id="175" name="Google Shape;175;p20"/>
          <p:cNvGrpSpPr/>
          <p:nvPr/>
        </p:nvGrpSpPr>
        <p:grpSpPr>
          <a:xfrm>
            <a:off x="4775820" y="-679"/>
            <a:ext cx="1052532" cy="1052842"/>
            <a:chOff x="6657610" y="3571184"/>
            <a:chExt cx="409100" cy="409125"/>
          </a:xfrm>
        </p:grpSpPr>
        <p:sp>
          <p:nvSpPr>
            <p:cNvPr id="176" name="Google Shape;176;p20"/>
            <p:cNvSpPr/>
            <p:nvPr/>
          </p:nvSpPr>
          <p:spPr>
            <a:xfrm>
              <a:off x="6811934" y="3721779"/>
              <a:ext cx="211875" cy="211900"/>
            </a:xfrm>
            <a:custGeom>
              <a:avLst/>
              <a:gdLst/>
              <a:ahLst/>
              <a:cxnLst/>
              <a:rect l="l" t="t" r="r" b="b"/>
              <a:pathLst>
                <a:path w="8475" h="8476" extrusionOk="0">
                  <a:moveTo>
                    <a:pt x="8157" y="0"/>
                  </a:moveTo>
                  <a:lnTo>
                    <a:pt x="7327" y="1075"/>
                  </a:lnTo>
                  <a:lnTo>
                    <a:pt x="6399" y="2150"/>
                  </a:lnTo>
                  <a:lnTo>
                    <a:pt x="5422" y="3249"/>
                  </a:lnTo>
                  <a:lnTo>
                    <a:pt x="4347" y="4348"/>
                  </a:lnTo>
                  <a:lnTo>
                    <a:pt x="3248" y="5422"/>
                  </a:lnTo>
                  <a:lnTo>
                    <a:pt x="2149" y="6399"/>
                  </a:lnTo>
                  <a:lnTo>
                    <a:pt x="1075" y="7327"/>
                  </a:lnTo>
                  <a:lnTo>
                    <a:pt x="0" y="8158"/>
                  </a:lnTo>
                  <a:lnTo>
                    <a:pt x="440" y="8280"/>
                  </a:lnTo>
                  <a:lnTo>
                    <a:pt x="855" y="8377"/>
                  </a:lnTo>
                  <a:lnTo>
                    <a:pt x="1294" y="8426"/>
                  </a:lnTo>
                  <a:lnTo>
                    <a:pt x="1734" y="8475"/>
                  </a:lnTo>
                  <a:lnTo>
                    <a:pt x="2174" y="8475"/>
                  </a:lnTo>
                  <a:lnTo>
                    <a:pt x="2613" y="8451"/>
                  </a:lnTo>
                  <a:lnTo>
                    <a:pt x="3028" y="8402"/>
                  </a:lnTo>
                  <a:lnTo>
                    <a:pt x="3468" y="8304"/>
                  </a:lnTo>
                  <a:lnTo>
                    <a:pt x="3883" y="8207"/>
                  </a:lnTo>
                  <a:lnTo>
                    <a:pt x="4323" y="8060"/>
                  </a:lnTo>
                  <a:lnTo>
                    <a:pt x="4714" y="7889"/>
                  </a:lnTo>
                  <a:lnTo>
                    <a:pt x="5129" y="7694"/>
                  </a:lnTo>
                  <a:lnTo>
                    <a:pt x="5520" y="7449"/>
                  </a:lnTo>
                  <a:lnTo>
                    <a:pt x="5886" y="7205"/>
                  </a:lnTo>
                  <a:lnTo>
                    <a:pt x="6252" y="6912"/>
                  </a:lnTo>
                  <a:lnTo>
                    <a:pt x="6594" y="6595"/>
                  </a:lnTo>
                  <a:lnTo>
                    <a:pt x="6912" y="6253"/>
                  </a:lnTo>
                  <a:lnTo>
                    <a:pt x="7205" y="5886"/>
                  </a:lnTo>
                  <a:lnTo>
                    <a:pt x="7449" y="5520"/>
                  </a:lnTo>
                  <a:lnTo>
                    <a:pt x="7693" y="5129"/>
                  </a:lnTo>
                  <a:lnTo>
                    <a:pt x="7889" y="4714"/>
                  </a:lnTo>
                  <a:lnTo>
                    <a:pt x="8060" y="4323"/>
                  </a:lnTo>
                  <a:lnTo>
                    <a:pt x="8206" y="3884"/>
                  </a:lnTo>
                  <a:lnTo>
                    <a:pt x="8304" y="3468"/>
                  </a:lnTo>
                  <a:lnTo>
                    <a:pt x="8402" y="3029"/>
                  </a:lnTo>
                  <a:lnTo>
                    <a:pt x="8450" y="2614"/>
                  </a:lnTo>
                  <a:lnTo>
                    <a:pt x="8475" y="2174"/>
                  </a:lnTo>
                  <a:lnTo>
                    <a:pt x="8475" y="1734"/>
                  </a:lnTo>
                  <a:lnTo>
                    <a:pt x="8426" y="1295"/>
                  </a:lnTo>
                  <a:lnTo>
                    <a:pt x="8377" y="855"/>
                  </a:lnTo>
                  <a:lnTo>
                    <a:pt x="8279" y="440"/>
                  </a:lnTo>
                  <a:lnTo>
                    <a:pt x="8157" y="0"/>
                  </a:lnTo>
                  <a:close/>
                </a:path>
              </a:pathLst>
            </a:custGeom>
            <a:solidFill>
              <a:srgbClr val="2F0411">
                <a:alpha val="292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0"/>
            <p:cNvSpPr/>
            <p:nvPr/>
          </p:nvSpPr>
          <p:spPr>
            <a:xfrm>
              <a:off x="6657610" y="3571184"/>
              <a:ext cx="409100" cy="409125"/>
            </a:xfrm>
            <a:custGeom>
              <a:avLst/>
              <a:gdLst/>
              <a:ahLst/>
              <a:cxnLst/>
              <a:rect l="l" t="t" r="r" b="b"/>
              <a:pathLst>
                <a:path w="16364" h="16365" extrusionOk="0">
                  <a:moveTo>
                    <a:pt x="13580" y="1686"/>
                  </a:moveTo>
                  <a:lnTo>
                    <a:pt x="13677" y="1735"/>
                  </a:lnTo>
                  <a:lnTo>
                    <a:pt x="13775" y="1759"/>
                  </a:lnTo>
                  <a:lnTo>
                    <a:pt x="13848" y="1832"/>
                  </a:lnTo>
                  <a:lnTo>
                    <a:pt x="13897" y="1906"/>
                  </a:lnTo>
                  <a:lnTo>
                    <a:pt x="13946" y="1979"/>
                  </a:lnTo>
                  <a:lnTo>
                    <a:pt x="13970" y="2077"/>
                  </a:lnTo>
                  <a:lnTo>
                    <a:pt x="13995" y="2174"/>
                  </a:lnTo>
                  <a:lnTo>
                    <a:pt x="13995" y="2419"/>
                  </a:lnTo>
                  <a:lnTo>
                    <a:pt x="13922" y="2687"/>
                  </a:lnTo>
                  <a:lnTo>
                    <a:pt x="13824" y="3029"/>
                  </a:lnTo>
                  <a:lnTo>
                    <a:pt x="13677" y="3371"/>
                  </a:lnTo>
                  <a:lnTo>
                    <a:pt x="13482" y="3762"/>
                  </a:lnTo>
                  <a:lnTo>
                    <a:pt x="13238" y="4177"/>
                  </a:lnTo>
                  <a:lnTo>
                    <a:pt x="12993" y="3908"/>
                  </a:lnTo>
                  <a:lnTo>
                    <a:pt x="12749" y="3615"/>
                  </a:lnTo>
                  <a:lnTo>
                    <a:pt x="12407" y="3298"/>
                  </a:lnTo>
                  <a:lnTo>
                    <a:pt x="12041" y="3029"/>
                  </a:lnTo>
                  <a:lnTo>
                    <a:pt x="11675" y="2761"/>
                  </a:lnTo>
                  <a:lnTo>
                    <a:pt x="11308" y="2541"/>
                  </a:lnTo>
                  <a:lnTo>
                    <a:pt x="11748" y="2272"/>
                  </a:lnTo>
                  <a:lnTo>
                    <a:pt x="12187" y="2052"/>
                  </a:lnTo>
                  <a:lnTo>
                    <a:pt x="12554" y="1881"/>
                  </a:lnTo>
                  <a:lnTo>
                    <a:pt x="12920" y="1759"/>
                  </a:lnTo>
                  <a:lnTo>
                    <a:pt x="13213" y="1686"/>
                  </a:lnTo>
                  <a:close/>
                  <a:moveTo>
                    <a:pt x="9721" y="3591"/>
                  </a:moveTo>
                  <a:lnTo>
                    <a:pt x="9794" y="3615"/>
                  </a:lnTo>
                  <a:lnTo>
                    <a:pt x="9916" y="3713"/>
                  </a:lnTo>
                  <a:lnTo>
                    <a:pt x="10014" y="3835"/>
                  </a:lnTo>
                  <a:lnTo>
                    <a:pt x="10038" y="3908"/>
                  </a:lnTo>
                  <a:lnTo>
                    <a:pt x="10038" y="3982"/>
                  </a:lnTo>
                  <a:lnTo>
                    <a:pt x="10038" y="4055"/>
                  </a:lnTo>
                  <a:lnTo>
                    <a:pt x="10014" y="4128"/>
                  </a:lnTo>
                  <a:lnTo>
                    <a:pt x="9916" y="4250"/>
                  </a:lnTo>
                  <a:lnTo>
                    <a:pt x="9794" y="4348"/>
                  </a:lnTo>
                  <a:lnTo>
                    <a:pt x="9721" y="4372"/>
                  </a:lnTo>
                  <a:lnTo>
                    <a:pt x="9574" y="4372"/>
                  </a:lnTo>
                  <a:lnTo>
                    <a:pt x="9501" y="4348"/>
                  </a:lnTo>
                  <a:lnTo>
                    <a:pt x="9379" y="4250"/>
                  </a:lnTo>
                  <a:lnTo>
                    <a:pt x="9281" y="4128"/>
                  </a:lnTo>
                  <a:lnTo>
                    <a:pt x="9257" y="4055"/>
                  </a:lnTo>
                  <a:lnTo>
                    <a:pt x="9257" y="3982"/>
                  </a:lnTo>
                  <a:lnTo>
                    <a:pt x="9257" y="3908"/>
                  </a:lnTo>
                  <a:lnTo>
                    <a:pt x="9281" y="3835"/>
                  </a:lnTo>
                  <a:lnTo>
                    <a:pt x="9379" y="3713"/>
                  </a:lnTo>
                  <a:lnTo>
                    <a:pt x="9501" y="3615"/>
                  </a:lnTo>
                  <a:lnTo>
                    <a:pt x="9574" y="3591"/>
                  </a:lnTo>
                  <a:close/>
                  <a:moveTo>
                    <a:pt x="8182" y="3322"/>
                  </a:moveTo>
                  <a:lnTo>
                    <a:pt x="8304" y="3347"/>
                  </a:lnTo>
                  <a:lnTo>
                    <a:pt x="8402" y="3371"/>
                  </a:lnTo>
                  <a:lnTo>
                    <a:pt x="8500" y="3420"/>
                  </a:lnTo>
                  <a:lnTo>
                    <a:pt x="8597" y="3493"/>
                  </a:lnTo>
                  <a:lnTo>
                    <a:pt x="8671" y="3591"/>
                  </a:lnTo>
                  <a:lnTo>
                    <a:pt x="8719" y="3689"/>
                  </a:lnTo>
                  <a:lnTo>
                    <a:pt x="8768" y="3786"/>
                  </a:lnTo>
                  <a:lnTo>
                    <a:pt x="8768" y="3908"/>
                  </a:lnTo>
                  <a:lnTo>
                    <a:pt x="8768" y="4031"/>
                  </a:lnTo>
                  <a:lnTo>
                    <a:pt x="8719" y="4153"/>
                  </a:lnTo>
                  <a:lnTo>
                    <a:pt x="8671" y="4250"/>
                  </a:lnTo>
                  <a:lnTo>
                    <a:pt x="8597" y="4324"/>
                  </a:lnTo>
                  <a:lnTo>
                    <a:pt x="8500" y="4397"/>
                  </a:lnTo>
                  <a:lnTo>
                    <a:pt x="8402" y="4446"/>
                  </a:lnTo>
                  <a:lnTo>
                    <a:pt x="8304" y="4495"/>
                  </a:lnTo>
                  <a:lnTo>
                    <a:pt x="8060" y="4495"/>
                  </a:lnTo>
                  <a:lnTo>
                    <a:pt x="7962" y="4446"/>
                  </a:lnTo>
                  <a:lnTo>
                    <a:pt x="7865" y="4397"/>
                  </a:lnTo>
                  <a:lnTo>
                    <a:pt x="7767" y="4324"/>
                  </a:lnTo>
                  <a:lnTo>
                    <a:pt x="7694" y="4250"/>
                  </a:lnTo>
                  <a:lnTo>
                    <a:pt x="7645" y="4153"/>
                  </a:lnTo>
                  <a:lnTo>
                    <a:pt x="7596" y="4031"/>
                  </a:lnTo>
                  <a:lnTo>
                    <a:pt x="7596" y="3908"/>
                  </a:lnTo>
                  <a:lnTo>
                    <a:pt x="7596" y="3786"/>
                  </a:lnTo>
                  <a:lnTo>
                    <a:pt x="7645" y="3689"/>
                  </a:lnTo>
                  <a:lnTo>
                    <a:pt x="7694" y="3591"/>
                  </a:lnTo>
                  <a:lnTo>
                    <a:pt x="7767" y="3493"/>
                  </a:lnTo>
                  <a:lnTo>
                    <a:pt x="7865" y="3420"/>
                  </a:lnTo>
                  <a:lnTo>
                    <a:pt x="7962" y="3371"/>
                  </a:lnTo>
                  <a:lnTo>
                    <a:pt x="8060" y="3347"/>
                  </a:lnTo>
                  <a:lnTo>
                    <a:pt x="8182" y="3322"/>
                  </a:lnTo>
                  <a:close/>
                  <a:moveTo>
                    <a:pt x="9086" y="4763"/>
                  </a:moveTo>
                  <a:lnTo>
                    <a:pt x="9159" y="4788"/>
                  </a:lnTo>
                  <a:lnTo>
                    <a:pt x="9281" y="4885"/>
                  </a:lnTo>
                  <a:lnTo>
                    <a:pt x="9354" y="5007"/>
                  </a:lnTo>
                  <a:lnTo>
                    <a:pt x="9379" y="5081"/>
                  </a:lnTo>
                  <a:lnTo>
                    <a:pt x="9379" y="5154"/>
                  </a:lnTo>
                  <a:lnTo>
                    <a:pt x="9379" y="5227"/>
                  </a:lnTo>
                  <a:lnTo>
                    <a:pt x="9354" y="5301"/>
                  </a:lnTo>
                  <a:lnTo>
                    <a:pt x="9281" y="5423"/>
                  </a:lnTo>
                  <a:lnTo>
                    <a:pt x="9159" y="5520"/>
                  </a:lnTo>
                  <a:lnTo>
                    <a:pt x="9086" y="5545"/>
                  </a:lnTo>
                  <a:lnTo>
                    <a:pt x="8915" y="5545"/>
                  </a:lnTo>
                  <a:lnTo>
                    <a:pt x="8842" y="5520"/>
                  </a:lnTo>
                  <a:lnTo>
                    <a:pt x="8719" y="5423"/>
                  </a:lnTo>
                  <a:lnTo>
                    <a:pt x="8646" y="5301"/>
                  </a:lnTo>
                  <a:lnTo>
                    <a:pt x="8622" y="5227"/>
                  </a:lnTo>
                  <a:lnTo>
                    <a:pt x="8597" y="5154"/>
                  </a:lnTo>
                  <a:lnTo>
                    <a:pt x="8622" y="5081"/>
                  </a:lnTo>
                  <a:lnTo>
                    <a:pt x="8646" y="5007"/>
                  </a:lnTo>
                  <a:lnTo>
                    <a:pt x="8719" y="4885"/>
                  </a:lnTo>
                  <a:lnTo>
                    <a:pt x="8842" y="4788"/>
                  </a:lnTo>
                  <a:lnTo>
                    <a:pt x="8915" y="4763"/>
                  </a:lnTo>
                  <a:close/>
                  <a:moveTo>
                    <a:pt x="2540" y="11309"/>
                  </a:moveTo>
                  <a:lnTo>
                    <a:pt x="2760" y="11675"/>
                  </a:lnTo>
                  <a:lnTo>
                    <a:pt x="3029" y="12041"/>
                  </a:lnTo>
                  <a:lnTo>
                    <a:pt x="3298" y="12408"/>
                  </a:lnTo>
                  <a:lnTo>
                    <a:pt x="3615" y="12750"/>
                  </a:lnTo>
                  <a:lnTo>
                    <a:pt x="3908" y="12994"/>
                  </a:lnTo>
                  <a:lnTo>
                    <a:pt x="4177" y="13238"/>
                  </a:lnTo>
                  <a:lnTo>
                    <a:pt x="3762" y="13482"/>
                  </a:lnTo>
                  <a:lnTo>
                    <a:pt x="3371" y="13678"/>
                  </a:lnTo>
                  <a:lnTo>
                    <a:pt x="3029" y="13824"/>
                  </a:lnTo>
                  <a:lnTo>
                    <a:pt x="2687" y="13922"/>
                  </a:lnTo>
                  <a:lnTo>
                    <a:pt x="2418" y="13995"/>
                  </a:lnTo>
                  <a:lnTo>
                    <a:pt x="2174" y="13995"/>
                  </a:lnTo>
                  <a:lnTo>
                    <a:pt x="2076" y="13971"/>
                  </a:lnTo>
                  <a:lnTo>
                    <a:pt x="1979" y="13946"/>
                  </a:lnTo>
                  <a:lnTo>
                    <a:pt x="1905" y="13897"/>
                  </a:lnTo>
                  <a:lnTo>
                    <a:pt x="1832" y="13849"/>
                  </a:lnTo>
                  <a:lnTo>
                    <a:pt x="1759" y="13775"/>
                  </a:lnTo>
                  <a:lnTo>
                    <a:pt x="1734" y="13678"/>
                  </a:lnTo>
                  <a:lnTo>
                    <a:pt x="1686" y="13580"/>
                  </a:lnTo>
                  <a:lnTo>
                    <a:pt x="1686" y="13482"/>
                  </a:lnTo>
                  <a:lnTo>
                    <a:pt x="1686" y="13214"/>
                  </a:lnTo>
                  <a:lnTo>
                    <a:pt x="1759" y="12921"/>
                  </a:lnTo>
                  <a:lnTo>
                    <a:pt x="1881" y="12554"/>
                  </a:lnTo>
                  <a:lnTo>
                    <a:pt x="2052" y="12188"/>
                  </a:lnTo>
                  <a:lnTo>
                    <a:pt x="2272" y="11748"/>
                  </a:lnTo>
                  <a:lnTo>
                    <a:pt x="2540" y="11309"/>
                  </a:lnTo>
                  <a:close/>
                  <a:moveTo>
                    <a:pt x="15362" y="1"/>
                  </a:moveTo>
                  <a:lnTo>
                    <a:pt x="15094" y="25"/>
                  </a:lnTo>
                  <a:lnTo>
                    <a:pt x="14801" y="74"/>
                  </a:lnTo>
                  <a:lnTo>
                    <a:pt x="14483" y="172"/>
                  </a:lnTo>
                  <a:lnTo>
                    <a:pt x="14141" y="294"/>
                  </a:lnTo>
                  <a:lnTo>
                    <a:pt x="13775" y="440"/>
                  </a:lnTo>
                  <a:lnTo>
                    <a:pt x="13384" y="611"/>
                  </a:lnTo>
                  <a:lnTo>
                    <a:pt x="12993" y="831"/>
                  </a:lnTo>
                  <a:lnTo>
                    <a:pt x="12578" y="1051"/>
                  </a:lnTo>
                  <a:lnTo>
                    <a:pt x="11699" y="1613"/>
                  </a:lnTo>
                  <a:lnTo>
                    <a:pt x="10747" y="2272"/>
                  </a:lnTo>
                  <a:lnTo>
                    <a:pt x="10307" y="2101"/>
                  </a:lnTo>
                  <a:lnTo>
                    <a:pt x="9843" y="1955"/>
                  </a:lnTo>
                  <a:lnTo>
                    <a:pt x="9379" y="1857"/>
                  </a:lnTo>
                  <a:lnTo>
                    <a:pt x="8915" y="1784"/>
                  </a:lnTo>
                  <a:lnTo>
                    <a:pt x="8451" y="1735"/>
                  </a:lnTo>
                  <a:lnTo>
                    <a:pt x="7962" y="1735"/>
                  </a:lnTo>
                  <a:lnTo>
                    <a:pt x="7498" y="1784"/>
                  </a:lnTo>
                  <a:lnTo>
                    <a:pt x="7034" y="1832"/>
                  </a:lnTo>
                  <a:lnTo>
                    <a:pt x="6570" y="1930"/>
                  </a:lnTo>
                  <a:lnTo>
                    <a:pt x="6106" y="2077"/>
                  </a:lnTo>
                  <a:lnTo>
                    <a:pt x="5667" y="2248"/>
                  </a:lnTo>
                  <a:lnTo>
                    <a:pt x="5227" y="2443"/>
                  </a:lnTo>
                  <a:lnTo>
                    <a:pt x="4787" y="2687"/>
                  </a:lnTo>
                  <a:lnTo>
                    <a:pt x="4397" y="2980"/>
                  </a:lnTo>
                  <a:lnTo>
                    <a:pt x="4006" y="3273"/>
                  </a:lnTo>
                  <a:lnTo>
                    <a:pt x="3615" y="3615"/>
                  </a:lnTo>
                  <a:lnTo>
                    <a:pt x="3273" y="4006"/>
                  </a:lnTo>
                  <a:lnTo>
                    <a:pt x="2980" y="4397"/>
                  </a:lnTo>
                  <a:lnTo>
                    <a:pt x="2687" y="4788"/>
                  </a:lnTo>
                  <a:lnTo>
                    <a:pt x="2443" y="5227"/>
                  </a:lnTo>
                  <a:lnTo>
                    <a:pt x="2247" y="5667"/>
                  </a:lnTo>
                  <a:lnTo>
                    <a:pt x="2076" y="6107"/>
                  </a:lnTo>
                  <a:lnTo>
                    <a:pt x="1930" y="6571"/>
                  </a:lnTo>
                  <a:lnTo>
                    <a:pt x="1832" y="7035"/>
                  </a:lnTo>
                  <a:lnTo>
                    <a:pt x="1783" y="7499"/>
                  </a:lnTo>
                  <a:lnTo>
                    <a:pt x="1734" y="7963"/>
                  </a:lnTo>
                  <a:lnTo>
                    <a:pt x="1734" y="8451"/>
                  </a:lnTo>
                  <a:lnTo>
                    <a:pt x="1783" y="8915"/>
                  </a:lnTo>
                  <a:lnTo>
                    <a:pt x="1857" y="9379"/>
                  </a:lnTo>
                  <a:lnTo>
                    <a:pt x="1954" y="9843"/>
                  </a:lnTo>
                  <a:lnTo>
                    <a:pt x="2101" y="10307"/>
                  </a:lnTo>
                  <a:lnTo>
                    <a:pt x="2272" y="10747"/>
                  </a:lnTo>
                  <a:lnTo>
                    <a:pt x="1612" y="11699"/>
                  </a:lnTo>
                  <a:lnTo>
                    <a:pt x="1051" y="12579"/>
                  </a:lnTo>
                  <a:lnTo>
                    <a:pt x="831" y="12994"/>
                  </a:lnTo>
                  <a:lnTo>
                    <a:pt x="611" y="13385"/>
                  </a:lnTo>
                  <a:lnTo>
                    <a:pt x="440" y="13775"/>
                  </a:lnTo>
                  <a:lnTo>
                    <a:pt x="293" y="14142"/>
                  </a:lnTo>
                  <a:lnTo>
                    <a:pt x="171" y="14484"/>
                  </a:lnTo>
                  <a:lnTo>
                    <a:pt x="74" y="14801"/>
                  </a:lnTo>
                  <a:lnTo>
                    <a:pt x="25" y="15094"/>
                  </a:lnTo>
                  <a:lnTo>
                    <a:pt x="0" y="15363"/>
                  </a:lnTo>
                  <a:lnTo>
                    <a:pt x="0" y="15583"/>
                  </a:lnTo>
                  <a:lnTo>
                    <a:pt x="49" y="15802"/>
                  </a:lnTo>
                  <a:lnTo>
                    <a:pt x="123" y="15973"/>
                  </a:lnTo>
                  <a:lnTo>
                    <a:pt x="245" y="16120"/>
                  </a:lnTo>
                  <a:lnTo>
                    <a:pt x="342" y="16218"/>
                  </a:lnTo>
                  <a:lnTo>
                    <a:pt x="489" y="16291"/>
                  </a:lnTo>
                  <a:lnTo>
                    <a:pt x="635" y="16340"/>
                  </a:lnTo>
                  <a:lnTo>
                    <a:pt x="806" y="16364"/>
                  </a:lnTo>
                  <a:lnTo>
                    <a:pt x="1173" y="16364"/>
                  </a:lnTo>
                  <a:lnTo>
                    <a:pt x="1393" y="16315"/>
                  </a:lnTo>
                  <a:lnTo>
                    <a:pt x="1637" y="16267"/>
                  </a:lnTo>
                  <a:lnTo>
                    <a:pt x="2150" y="16120"/>
                  </a:lnTo>
                  <a:lnTo>
                    <a:pt x="2711" y="15876"/>
                  </a:lnTo>
                  <a:lnTo>
                    <a:pt x="3322" y="15583"/>
                  </a:lnTo>
                  <a:lnTo>
                    <a:pt x="3957" y="15192"/>
                  </a:lnTo>
                  <a:lnTo>
                    <a:pt x="4665" y="14752"/>
                  </a:lnTo>
                  <a:lnTo>
                    <a:pt x="5373" y="14264"/>
                  </a:lnTo>
                  <a:lnTo>
                    <a:pt x="6131" y="13702"/>
                  </a:lnTo>
                  <a:lnTo>
                    <a:pt x="6912" y="13092"/>
                  </a:lnTo>
                  <a:lnTo>
                    <a:pt x="7718" y="12432"/>
                  </a:lnTo>
                  <a:lnTo>
                    <a:pt x="8524" y="11724"/>
                  </a:lnTo>
                  <a:lnTo>
                    <a:pt x="9330" y="10967"/>
                  </a:lnTo>
                  <a:lnTo>
                    <a:pt x="10160" y="10161"/>
                  </a:lnTo>
                  <a:lnTo>
                    <a:pt x="10966" y="9330"/>
                  </a:lnTo>
                  <a:lnTo>
                    <a:pt x="11723" y="8524"/>
                  </a:lnTo>
                  <a:lnTo>
                    <a:pt x="12432" y="7718"/>
                  </a:lnTo>
                  <a:lnTo>
                    <a:pt x="13091" y="6912"/>
                  </a:lnTo>
                  <a:lnTo>
                    <a:pt x="13702" y="6131"/>
                  </a:lnTo>
                  <a:lnTo>
                    <a:pt x="14263" y="5374"/>
                  </a:lnTo>
                  <a:lnTo>
                    <a:pt x="14752" y="4666"/>
                  </a:lnTo>
                  <a:lnTo>
                    <a:pt x="15192" y="3957"/>
                  </a:lnTo>
                  <a:lnTo>
                    <a:pt x="15582" y="3322"/>
                  </a:lnTo>
                  <a:lnTo>
                    <a:pt x="15875" y="2712"/>
                  </a:lnTo>
                  <a:lnTo>
                    <a:pt x="16120" y="2150"/>
                  </a:lnTo>
                  <a:lnTo>
                    <a:pt x="16266" y="1637"/>
                  </a:lnTo>
                  <a:lnTo>
                    <a:pt x="16315" y="1393"/>
                  </a:lnTo>
                  <a:lnTo>
                    <a:pt x="16364" y="1173"/>
                  </a:lnTo>
                  <a:lnTo>
                    <a:pt x="16364" y="978"/>
                  </a:lnTo>
                  <a:lnTo>
                    <a:pt x="16364" y="807"/>
                  </a:lnTo>
                  <a:lnTo>
                    <a:pt x="16339" y="636"/>
                  </a:lnTo>
                  <a:lnTo>
                    <a:pt x="16291" y="489"/>
                  </a:lnTo>
                  <a:lnTo>
                    <a:pt x="16217" y="343"/>
                  </a:lnTo>
                  <a:lnTo>
                    <a:pt x="16120" y="245"/>
                  </a:lnTo>
                  <a:lnTo>
                    <a:pt x="15973" y="123"/>
                  </a:lnTo>
                  <a:lnTo>
                    <a:pt x="15802" y="50"/>
                  </a:lnTo>
                  <a:lnTo>
                    <a:pt x="15582" y="1"/>
                  </a:lnTo>
                  <a:close/>
                </a:path>
              </a:pathLst>
            </a:custGeom>
            <a:solidFill>
              <a:srgbClr val="2F0411">
                <a:alpha val="292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78" name="Google Shape;178;p20"/>
          <p:cNvGrpSpPr/>
          <p:nvPr/>
        </p:nvGrpSpPr>
        <p:grpSpPr>
          <a:xfrm rot="1056891">
            <a:off x="2749304" y="727938"/>
            <a:ext cx="695383" cy="850884"/>
            <a:chOff x="279464" y="4212767"/>
            <a:chExt cx="443300" cy="542408"/>
          </a:xfrm>
        </p:grpSpPr>
        <p:sp>
          <p:nvSpPr>
            <p:cNvPr id="179" name="Google Shape;179;p20"/>
            <p:cNvSpPr/>
            <p:nvPr/>
          </p:nvSpPr>
          <p:spPr>
            <a:xfrm>
              <a:off x="279464" y="4212767"/>
              <a:ext cx="443300" cy="443325"/>
            </a:xfrm>
            <a:custGeom>
              <a:avLst/>
              <a:gdLst/>
              <a:ahLst/>
              <a:cxnLst/>
              <a:rect l="l" t="t" r="r" b="b"/>
              <a:pathLst>
                <a:path w="17732" h="17733" extrusionOk="0">
                  <a:moveTo>
                    <a:pt x="13091" y="2712"/>
                  </a:moveTo>
                  <a:lnTo>
                    <a:pt x="13286" y="2736"/>
                  </a:lnTo>
                  <a:lnTo>
                    <a:pt x="13506" y="2785"/>
                  </a:lnTo>
                  <a:lnTo>
                    <a:pt x="13702" y="2858"/>
                  </a:lnTo>
                  <a:lnTo>
                    <a:pt x="13873" y="2956"/>
                  </a:lnTo>
                  <a:lnTo>
                    <a:pt x="14068" y="3054"/>
                  </a:lnTo>
                  <a:lnTo>
                    <a:pt x="14239" y="3176"/>
                  </a:lnTo>
                  <a:lnTo>
                    <a:pt x="14410" y="3323"/>
                  </a:lnTo>
                  <a:lnTo>
                    <a:pt x="14556" y="3493"/>
                  </a:lnTo>
                  <a:lnTo>
                    <a:pt x="14679" y="3664"/>
                  </a:lnTo>
                  <a:lnTo>
                    <a:pt x="14776" y="3860"/>
                  </a:lnTo>
                  <a:lnTo>
                    <a:pt x="14874" y="4031"/>
                  </a:lnTo>
                  <a:lnTo>
                    <a:pt x="14947" y="4226"/>
                  </a:lnTo>
                  <a:lnTo>
                    <a:pt x="14996" y="4446"/>
                  </a:lnTo>
                  <a:lnTo>
                    <a:pt x="15021" y="4641"/>
                  </a:lnTo>
                  <a:lnTo>
                    <a:pt x="15021" y="4861"/>
                  </a:lnTo>
                  <a:lnTo>
                    <a:pt x="15021" y="5057"/>
                  </a:lnTo>
                  <a:lnTo>
                    <a:pt x="14996" y="5252"/>
                  </a:lnTo>
                  <a:lnTo>
                    <a:pt x="14947" y="5472"/>
                  </a:lnTo>
                  <a:lnTo>
                    <a:pt x="14874" y="5667"/>
                  </a:lnTo>
                  <a:lnTo>
                    <a:pt x="14776" y="5838"/>
                  </a:lnTo>
                  <a:lnTo>
                    <a:pt x="14679" y="6033"/>
                  </a:lnTo>
                  <a:lnTo>
                    <a:pt x="14556" y="6204"/>
                  </a:lnTo>
                  <a:lnTo>
                    <a:pt x="14410" y="6375"/>
                  </a:lnTo>
                  <a:lnTo>
                    <a:pt x="13433" y="7328"/>
                  </a:lnTo>
                  <a:lnTo>
                    <a:pt x="13311" y="7426"/>
                  </a:lnTo>
                  <a:lnTo>
                    <a:pt x="13189" y="7499"/>
                  </a:lnTo>
                  <a:lnTo>
                    <a:pt x="13042" y="7548"/>
                  </a:lnTo>
                  <a:lnTo>
                    <a:pt x="12871" y="7572"/>
                  </a:lnTo>
                  <a:lnTo>
                    <a:pt x="12725" y="7548"/>
                  </a:lnTo>
                  <a:lnTo>
                    <a:pt x="12578" y="7499"/>
                  </a:lnTo>
                  <a:lnTo>
                    <a:pt x="12456" y="7426"/>
                  </a:lnTo>
                  <a:lnTo>
                    <a:pt x="12334" y="7328"/>
                  </a:lnTo>
                  <a:lnTo>
                    <a:pt x="10405" y="5398"/>
                  </a:lnTo>
                  <a:lnTo>
                    <a:pt x="10307" y="5276"/>
                  </a:lnTo>
                  <a:lnTo>
                    <a:pt x="10234" y="5154"/>
                  </a:lnTo>
                  <a:lnTo>
                    <a:pt x="10185" y="5008"/>
                  </a:lnTo>
                  <a:lnTo>
                    <a:pt x="10160" y="4861"/>
                  </a:lnTo>
                  <a:lnTo>
                    <a:pt x="10185" y="4690"/>
                  </a:lnTo>
                  <a:lnTo>
                    <a:pt x="10234" y="4544"/>
                  </a:lnTo>
                  <a:lnTo>
                    <a:pt x="10307" y="4422"/>
                  </a:lnTo>
                  <a:lnTo>
                    <a:pt x="10405" y="4299"/>
                  </a:lnTo>
                  <a:lnTo>
                    <a:pt x="11357" y="3323"/>
                  </a:lnTo>
                  <a:lnTo>
                    <a:pt x="11528" y="3176"/>
                  </a:lnTo>
                  <a:lnTo>
                    <a:pt x="11699" y="3054"/>
                  </a:lnTo>
                  <a:lnTo>
                    <a:pt x="11894" y="2956"/>
                  </a:lnTo>
                  <a:lnTo>
                    <a:pt x="12065" y="2858"/>
                  </a:lnTo>
                  <a:lnTo>
                    <a:pt x="12261" y="2785"/>
                  </a:lnTo>
                  <a:lnTo>
                    <a:pt x="12481" y="2736"/>
                  </a:lnTo>
                  <a:lnTo>
                    <a:pt x="12676" y="2712"/>
                  </a:lnTo>
                  <a:close/>
                  <a:moveTo>
                    <a:pt x="8377" y="8867"/>
                  </a:moveTo>
                  <a:lnTo>
                    <a:pt x="8475" y="8891"/>
                  </a:lnTo>
                  <a:lnTo>
                    <a:pt x="8548" y="8915"/>
                  </a:lnTo>
                  <a:lnTo>
                    <a:pt x="8646" y="8964"/>
                  </a:lnTo>
                  <a:lnTo>
                    <a:pt x="8719" y="9013"/>
                  </a:lnTo>
                  <a:lnTo>
                    <a:pt x="8768" y="9086"/>
                  </a:lnTo>
                  <a:lnTo>
                    <a:pt x="8817" y="9184"/>
                  </a:lnTo>
                  <a:lnTo>
                    <a:pt x="8841" y="9257"/>
                  </a:lnTo>
                  <a:lnTo>
                    <a:pt x="8866" y="9355"/>
                  </a:lnTo>
                  <a:lnTo>
                    <a:pt x="8841" y="9453"/>
                  </a:lnTo>
                  <a:lnTo>
                    <a:pt x="8817" y="9550"/>
                  </a:lnTo>
                  <a:lnTo>
                    <a:pt x="8768" y="9624"/>
                  </a:lnTo>
                  <a:lnTo>
                    <a:pt x="8719" y="9697"/>
                  </a:lnTo>
                  <a:lnTo>
                    <a:pt x="6179" y="12237"/>
                  </a:lnTo>
                  <a:lnTo>
                    <a:pt x="6106" y="12310"/>
                  </a:lnTo>
                  <a:lnTo>
                    <a:pt x="6033" y="12359"/>
                  </a:lnTo>
                  <a:lnTo>
                    <a:pt x="5935" y="12383"/>
                  </a:lnTo>
                  <a:lnTo>
                    <a:pt x="5740" y="12383"/>
                  </a:lnTo>
                  <a:lnTo>
                    <a:pt x="5642" y="12359"/>
                  </a:lnTo>
                  <a:lnTo>
                    <a:pt x="5569" y="12310"/>
                  </a:lnTo>
                  <a:lnTo>
                    <a:pt x="5496" y="12237"/>
                  </a:lnTo>
                  <a:lnTo>
                    <a:pt x="5422" y="12164"/>
                  </a:lnTo>
                  <a:lnTo>
                    <a:pt x="5373" y="12090"/>
                  </a:lnTo>
                  <a:lnTo>
                    <a:pt x="5349" y="11993"/>
                  </a:lnTo>
                  <a:lnTo>
                    <a:pt x="5349" y="11895"/>
                  </a:lnTo>
                  <a:lnTo>
                    <a:pt x="5349" y="11797"/>
                  </a:lnTo>
                  <a:lnTo>
                    <a:pt x="5373" y="11700"/>
                  </a:lnTo>
                  <a:lnTo>
                    <a:pt x="5422" y="11626"/>
                  </a:lnTo>
                  <a:lnTo>
                    <a:pt x="5496" y="11553"/>
                  </a:lnTo>
                  <a:lnTo>
                    <a:pt x="8036" y="9013"/>
                  </a:lnTo>
                  <a:lnTo>
                    <a:pt x="8109" y="8964"/>
                  </a:lnTo>
                  <a:lnTo>
                    <a:pt x="8182" y="8915"/>
                  </a:lnTo>
                  <a:lnTo>
                    <a:pt x="8280" y="8891"/>
                  </a:lnTo>
                  <a:lnTo>
                    <a:pt x="8377" y="8867"/>
                  </a:lnTo>
                  <a:close/>
                  <a:moveTo>
                    <a:pt x="14825" y="1"/>
                  </a:moveTo>
                  <a:lnTo>
                    <a:pt x="14288" y="25"/>
                  </a:lnTo>
                  <a:lnTo>
                    <a:pt x="13751" y="50"/>
                  </a:lnTo>
                  <a:lnTo>
                    <a:pt x="13213" y="123"/>
                  </a:lnTo>
                  <a:lnTo>
                    <a:pt x="12676" y="245"/>
                  </a:lnTo>
                  <a:lnTo>
                    <a:pt x="12163" y="367"/>
                  </a:lnTo>
                  <a:lnTo>
                    <a:pt x="11675" y="538"/>
                  </a:lnTo>
                  <a:lnTo>
                    <a:pt x="11235" y="758"/>
                  </a:lnTo>
                  <a:lnTo>
                    <a:pt x="11015" y="856"/>
                  </a:lnTo>
                  <a:lnTo>
                    <a:pt x="10844" y="1002"/>
                  </a:lnTo>
                  <a:lnTo>
                    <a:pt x="10649" y="1124"/>
                  </a:lnTo>
                  <a:lnTo>
                    <a:pt x="10502" y="1271"/>
                  </a:lnTo>
                  <a:lnTo>
                    <a:pt x="5544" y="6229"/>
                  </a:lnTo>
                  <a:lnTo>
                    <a:pt x="391" y="6229"/>
                  </a:lnTo>
                  <a:lnTo>
                    <a:pt x="245" y="6253"/>
                  </a:lnTo>
                  <a:lnTo>
                    <a:pt x="147" y="6278"/>
                  </a:lnTo>
                  <a:lnTo>
                    <a:pt x="49" y="6327"/>
                  </a:lnTo>
                  <a:lnTo>
                    <a:pt x="0" y="6400"/>
                  </a:lnTo>
                  <a:lnTo>
                    <a:pt x="0" y="6473"/>
                  </a:lnTo>
                  <a:lnTo>
                    <a:pt x="25" y="6571"/>
                  </a:lnTo>
                  <a:lnTo>
                    <a:pt x="74" y="6668"/>
                  </a:lnTo>
                  <a:lnTo>
                    <a:pt x="171" y="6791"/>
                  </a:lnTo>
                  <a:lnTo>
                    <a:pt x="2589" y="9184"/>
                  </a:lnTo>
                  <a:lnTo>
                    <a:pt x="2272" y="9502"/>
                  </a:lnTo>
                  <a:lnTo>
                    <a:pt x="953" y="9746"/>
                  </a:lnTo>
                  <a:lnTo>
                    <a:pt x="806" y="9795"/>
                  </a:lnTo>
                  <a:lnTo>
                    <a:pt x="684" y="9843"/>
                  </a:lnTo>
                  <a:lnTo>
                    <a:pt x="611" y="9941"/>
                  </a:lnTo>
                  <a:lnTo>
                    <a:pt x="562" y="10014"/>
                  </a:lnTo>
                  <a:lnTo>
                    <a:pt x="562" y="10112"/>
                  </a:lnTo>
                  <a:lnTo>
                    <a:pt x="586" y="10234"/>
                  </a:lnTo>
                  <a:lnTo>
                    <a:pt x="635" y="10332"/>
                  </a:lnTo>
                  <a:lnTo>
                    <a:pt x="733" y="10454"/>
                  </a:lnTo>
                  <a:lnTo>
                    <a:pt x="7278" y="16999"/>
                  </a:lnTo>
                  <a:lnTo>
                    <a:pt x="7401" y="17097"/>
                  </a:lnTo>
                  <a:lnTo>
                    <a:pt x="7498" y="17146"/>
                  </a:lnTo>
                  <a:lnTo>
                    <a:pt x="7620" y="17170"/>
                  </a:lnTo>
                  <a:lnTo>
                    <a:pt x="7718" y="17170"/>
                  </a:lnTo>
                  <a:lnTo>
                    <a:pt x="7791" y="17122"/>
                  </a:lnTo>
                  <a:lnTo>
                    <a:pt x="7889" y="17048"/>
                  </a:lnTo>
                  <a:lnTo>
                    <a:pt x="7938" y="16926"/>
                  </a:lnTo>
                  <a:lnTo>
                    <a:pt x="7987" y="16780"/>
                  </a:lnTo>
                  <a:lnTo>
                    <a:pt x="8231" y="15461"/>
                  </a:lnTo>
                  <a:lnTo>
                    <a:pt x="8548" y="15143"/>
                  </a:lnTo>
                  <a:lnTo>
                    <a:pt x="10942" y="17561"/>
                  </a:lnTo>
                  <a:lnTo>
                    <a:pt x="11064" y="17659"/>
                  </a:lnTo>
                  <a:lnTo>
                    <a:pt x="11162" y="17708"/>
                  </a:lnTo>
                  <a:lnTo>
                    <a:pt x="11259" y="17732"/>
                  </a:lnTo>
                  <a:lnTo>
                    <a:pt x="11333" y="17732"/>
                  </a:lnTo>
                  <a:lnTo>
                    <a:pt x="11406" y="17683"/>
                  </a:lnTo>
                  <a:lnTo>
                    <a:pt x="11455" y="17586"/>
                  </a:lnTo>
                  <a:lnTo>
                    <a:pt x="11479" y="17488"/>
                  </a:lnTo>
                  <a:lnTo>
                    <a:pt x="11504" y="17341"/>
                  </a:lnTo>
                  <a:lnTo>
                    <a:pt x="11504" y="12188"/>
                  </a:lnTo>
                  <a:lnTo>
                    <a:pt x="16461" y="7230"/>
                  </a:lnTo>
                  <a:lnTo>
                    <a:pt x="16608" y="7084"/>
                  </a:lnTo>
                  <a:lnTo>
                    <a:pt x="16730" y="6888"/>
                  </a:lnTo>
                  <a:lnTo>
                    <a:pt x="16877" y="6693"/>
                  </a:lnTo>
                  <a:lnTo>
                    <a:pt x="16974" y="6498"/>
                  </a:lnTo>
                  <a:lnTo>
                    <a:pt x="17194" y="6058"/>
                  </a:lnTo>
                  <a:lnTo>
                    <a:pt x="17365" y="5569"/>
                  </a:lnTo>
                  <a:lnTo>
                    <a:pt x="17487" y="5057"/>
                  </a:lnTo>
                  <a:lnTo>
                    <a:pt x="17609" y="4519"/>
                  </a:lnTo>
                  <a:lnTo>
                    <a:pt x="17683" y="3982"/>
                  </a:lnTo>
                  <a:lnTo>
                    <a:pt x="17707" y="3445"/>
                  </a:lnTo>
                  <a:lnTo>
                    <a:pt x="17731" y="2907"/>
                  </a:lnTo>
                  <a:lnTo>
                    <a:pt x="17731" y="2419"/>
                  </a:lnTo>
                  <a:lnTo>
                    <a:pt x="17707" y="1955"/>
                  </a:lnTo>
                  <a:lnTo>
                    <a:pt x="17658" y="1515"/>
                  </a:lnTo>
                  <a:lnTo>
                    <a:pt x="17585" y="1149"/>
                  </a:lnTo>
                  <a:lnTo>
                    <a:pt x="17512" y="831"/>
                  </a:lnTo>
                  <a:lnTo>
                    <a:pt x="17414" y="587"/>
                  </a:lnTo>
                  <a:lnTo>
                    <a:pt x="17341" y="489"/>
                  </a:lnTo>
                  <a:lnTo>
                    <a:pt x="17292" y="441"/>
                  </a:lnTo>
                  <a:lnTo>
                    <a:pt x="17243" y="392"/>
                  </a:lnTo>
                  <a:lnTo>
                    <a:pt x="17145" y="318"/>
                  </a:lnTo>
                  <a:lnTo>
                    <a:pt x="16901" y="221"/>
                  </a:lnTo>
                  <a:lnTo>
                    <a:pt x="16584" y="148"/>
                  </a:lnTo>
                  <a:lnTo>
                    <a:pt x="16217" y="74"/>
                  </a:lnTo>
                  <a:lnTo>
                    <a:pt x="15778" y="25"/>
                  </a:lnTo>
                  <a:lnTo>
                    <a:pt x="15314" y="1"/>
                  </a:lnTo>
                  <a:close/>
                </a:path>
              </a:pathLst>
            </a:custGeom>
            <a:solidFill>
              <a:srgbClr val="2F0411">
                <a:alpha val="292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effectLst>
                  <a:outerShdw blurRad="38100" dist="38100" dir="2700000" algn="tl">
                    <a:srgbClr val="000000">
                      <a:alpha val="43137"/>
                    </a:srgbClr>
                  </a:outerShdw>
                </a:effectLst>
              </a:endParaRPr>
            </a:p>
          </p:txBody>
        </p:sp>
        <p:sp>
          <p:nvSpPr>
            <p:cNvPr id="180" name="Google Shape;180;p20"/>
            <p:cNvSpPr/>
            <p:nvPr/>
          </p:nvSpPr>
          <p:spPr>
            <a:xfrm>
              <a:off x="597725" y="4665400"/>
              <a:ext cx="73300" cy="73300"/>
            </a:xfrm>
            <a:custGeom>
              <a:avLst/>
              <a:gdLst/>
              <a:ahLst/>
              <a:cxnLst/>
              <a:rect l="l" t="t" r="r" b="b"/>
              <a:pathLst>
                <a:path w="2932" h="2932" extrusionOk="0">
                  <a:moveTo>
                    <a:pt x="2028" y="1"/>
                  </a:moveTo>
                  <a:lnTo>
                    <a:pt x="1857" y="25"/>
                  </a:lnTo>
                  <a:lnTo>
                    <a:pt x="1686" y="74"/>
                  </a:lnTo>
                  <a:lnTo>
                    <a:pt x="1515" y="147"/>
                  </a:lnTo>
                  <a:lnTo>
                    <a:pt x="1369" y="269"/>
                  </a:lnTo>
                  <a:lnTo>
                    <a:pt x="1222" y="489"/>
                  </a:lnTo>
                  <a:lnTo>
                    <a:pt x="1002" y="831"/>
                  </a:lnTo>
                  <a:lnTo>
                    <a:pt x="563" y="1735"/>
                  </a:lnTo>
                  <a:lnTo>
                    <a:pt x="172" y="2565"/>
                  </a:lnTo>
                  <a:lnTo>
                    <a:pt x="1" y="2932"/>
                  </a:lnTo>
                  <a:lnTo>
                    <a:pt x="1" y="2932"/>
                  </a:lnTo>
                  <a:lnTo>
                    <a:pt x="367" y="2761"/>
                  </a:lnTo>
                  <a:lnTo>
                    <a:pt x="1198" y="2370"/>
                  </a:lnTo>
                  <a:lnTo>
                    <a:pt x="2101" y="1930"/>
                  </a:lnTo>
                  <a:lnTo>
                    <a:pt x="2443" y="1710"/>
                  </a:lnTo>
                  <a:lnTo>
                    <a:pt x="2663" y="1564"/>
                  </a:lnTo>
                  <a:lnTo>
                    <a:pt x="2785" y="1417"/>
                  </a:lnTo>
                  <a:lnTo>
                    <a:pt x="2858" y="1246"/>
                  </a:lnTo>
                  <a:lnTo>
                    <a:pt x="2907" y="1075"/>
                  </a:lnTo>
                  <a:lnTo>
                    <a:pt x="2932" y="904"/>
                  </a:lnTo>
                  <a:lnTo>
                    <a:pt x="2907" y="733"/>
                  </a:lnTo>
                  <a:lnTo>
                    <a:pt x="2858" y="562"/>
                  </a:lnTo>
                  <a:lnTo>
                    <a:pt x="2785" y="416"/>
                  </a:lnTo>
                  <a:lnTo>
                    <a:pt x="2663" y="269"/>
                  </a:lnTo>
                  <a:lnTo>
                    <a:pt x="2517" y="147"/>
                  </a:lnTo>
                  <a:lnTo>
                    <a:pt x="2370" y="74"/>
                  </a:lnTo>
                  <a:lnTo>
                    <a:pt x="2199" y="25"/>
                  </a:lnTo>
                  <a:lnTo>
                    <a:pt x="2028" y="1"/>
                  </a:lnTo>
                  <a:close/>
                </a:path>
              </a:pathLst>
            </a:custGeom>
            <a:solidFill>
              <a:srgbClr val="2F0411">
                <a:alpha val="292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181" name="Google Shape;181;p20"/>
            <p:cNvSpPr/>
            <p:nvPr/>
          </p:nvSpPr>
          <p:spPr>
            <a:xfrm>
              <a:off x="654525" y="4708150"/>
              <a:ext cx="47025" cy="47025"/>
            </a:xfrm>
            <a:custGeom>
              <a:avLst/>
              <a:gdLst/>
              <a:ahLst/>
              <a:cxnLst/>
              <a:rect l="l" t="t" r="r" b="b"/>
              <a:pathLst>
                <a:path w="1881" h="1881" extrusionOk="0">
                  <a:moveTo>
                    <a:pt x="1124" y="0"/>
                  </a:moveTo>
                  <a:lnTo>
                    <a:pt x="977" y="25"/>
                  </a:lnTo>
                  <a:lnTo>
                    <a:pt x="831" y="74"/>
                  </a:lnTo>
                  <a:lnTo>
                    <a:pt x="709" y="147"/>
                  </a:lnTo>
                  <a:lnTo>
                    <a:pt x="586" y="245"/>
                  </a:lnTo>
                  <a:lnTo>
                    <a:pt x="464" y="391"/>
                  </a:lnTo>
                  <a:lnTo>
                    <a:pt x="367" y="611"/>
                  </a:lnTo>
                  <a:lnTo>
                    <a:pt x="269" y="880"/>
                  </a:lnTo>
                  <a:lnTo>
                    <a:pt x="171" y="1173"/>
                  </a:lnTo>
                  <a:lnTo>
                    <a:pt x="49" y="1686"/>
                  </a:lnTo>
                  <a:lnTo>
                    <a:pt x="0" y="1881"/>
                  </a:lnTo>
                  <a:lnTo>
                    <a:pt x="0" y="1881"/>
                  </a:lnTo>
                  <a:lnTo>
                    <a:pt x="220" y="1857"/>
                  </a:lnTo>
                  <a:lnTo>
                    <a:pt x="733" y="1710"/>
                  </a:lnTo>
                  <a:lnTo>
                    <a:pt x="1002" y="1637"/>
                  </a:lnTo>
                  <a:lnTo>
                    <a:pt x="1270" y="1539"/>
                  </a:lnTo>
                  <a:lnTo>
                    <a:pt x="1515" y="1417"/>
                  </a:lnTo>
                  <a:lnTo>
                    <a:pt x="1661" y="1319"/>
                  </a:lnTo>
                  <a:lnTo>
                    <a:pt x="1759" y="1197"/>
                  </a:lnTo>
                  <a:lnTo>
                    <a:pt x="1832" y="1051"/>
                  </a:lnTo>
                  <a:lnTo>
                    <a:pt x="1881" y="928"/>
                  </a:lnTo>
                  <a:lnTo>
                    <a:pt x="1881" y="782"/>
                  </a:lnTo>
                  <a:lnTo>
                    <a:pt x="1881" y="635"/>
                  </a:lnTo>
                  <a:lnTo>
                    <a:pt x="1832" y="489"/>
                  </a:lnTo>
                  <a:lnTo>
                    <a:pt x="1759" y="367"/>
                  </a:lnTo>
                  <a:lnTo>
                    <a:pt x="1661" y="245"/>
                  </a:lnTo>
                  <a:lnTo>
                    <a:pt x="1539" y="147"/>
                  </a:lnTo>
                  <a:lnTo>
                    <a:pt x="1417" y="74"/>
                  </a:lnTo>
                  <a:lnTo>
                    <a:pt x="1270" y="25"/>
                  </a:lnTo>
                  <a:lnTo>
                    <a:pt x="1124" y="0"/>
                  </a:lnTo>
                  <a:close/>
                </a:path>
              </a:pathLst>
            </a:custGeom>
            <a:solidFill>
              <a:srgbClr val="2F0411">
                <a:alpha val="292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sp>
          <p:nvSpPr>
            <p:cNvPr id="182" name="Google Shape;182;p20"/>
            <p:cNvSpPr/>
            <p:nvPr/>
          </p:nvSpPr>
          <p:spPr>
            <a:xfrm>
              <a:off x="581250" y="4634875"/>
              <a:ext cx="47050" cy="47050"/>
            </a:xfrm>
            <a:custGeom>
              <a:avLst/>
              <a:gdLst/>
              <a:ahLst/>
              <a:cxnLst/>
              <a:rect l="l" t="t" r="r" b="b"/>
              <a:pathLst>
                <a:path w="1882" h="1882" extrusionOk="0">
                  <a:moveTo>
                    <a:pt x="953" y="1"/>
                  </a:moveTo>
                  <a:lnTo>
                    <a:pt x="831" y="49"/>
                  </a:lnTo>
                  <a:lnTo>
                    <a:pt x="684" y="123"/>
                  </a:lnTo>
                  <a:lnTo>
                    <a:pt x="562" y="220"/>
                  </a:lnTo>
                  <a:lnTo>
                    <a:pt x="465" y="367"/>
                  </a:lnTo>
                  <a:lnTo>
                    <a:pt x="342" y="611"/>
                  </a:lnTo>
                  <a:lnTo>
                    <a:pt x="245" y="880"/>
                  </a:lnTo>
                  <a:lnTo>
                    <a:pt x="171" y="1148"/>
                  </a:lnTo>
                  <a:lnTo>
                    <a:pt x="25" y="1661"/>
                  </a:lnTo>
                  <a:lnTo>
                    <a:pt x="1" y="1881"/>
                  </a:lnTo>
                  <a:lnTo>
                    <a:pt x="196" y="1832"/>
                  </a:lnTo>
                  <a:lnTo>
                    <a:pt x="709" y="1710"/>
                  </a:lnTo>
                  <a:lnTo>
                    <a:pt x="1002" y="1613"/>
                  </a:lnTo>
                  <a:lnTo>
                    <a:pt x="1271" y="1515"/>
                  </a:lnTo>
                  <a:lnTo>
                    <a:pt x="1490" y="1417"/>
                  </a:lnTo>
                  <a:lnTo>
                    <a:pt x="1637" y="1295"/>
                  </a:lnTo>
                  <a:lnTo>
                    <a:pt x="1735" y="1173"/>
                  </a:lnTo>
                  <a:lnTo>
                    <a:pt x="1808" y="1051"/>
                  </a:lnTo>
                  <a:lnTo>
                    <a:pt x="1857" y="904"/>
                  </a:lnTo>
                  <a:lnTo>
                    <a:pt x="1881" y="758"/>
                  </a:lnTo>
                  <a:lnTo>
                    <a:pt x="1857" y="611"/>
                  </a:lnTo>
                  <a:lnTo>
                    <a:pt x="1808" y="465"/>
                  </a:lnTo>
                  <a:lnTo>
                    <a:pt x="1735" y="343"/>
                  </a:lnTo>
                  <a:lnTo>
                    <a:pt x="1637" y="220"/>
                  </a:lnTo>
                  <a:lnTo>
                    <a:pt x="1515" y="123"/>
                  </a:lnTo>
                  <a:lnTo>
                    <a:pt x="1393" y="49"/>
                  </a:lnTo>
                  <a:lnTo>
                    <a:pt x="1246" y="1"/>
                  </a:lnTo>
                  <a:close/>
                </a:path>
              </a:pathLst>
            </a:custGeom>
            <a:solidFill>
              <a:srgbClr val="2F0411">
                <a:alpha val="292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effectLst>
                  <a:outerShdw blurRad="38100" dist="38100" dir="2700000" algn="tl">
                    <a:srgbClr val="000000">
                      <a:alpha val="43137"/>
                    </a:srgbClr>
                  </a:outerShdw>
                </a:effectLst>
              </a:endParaRPr>
            </a:p>
          </p:txBody>
        </p:sp>
      </p:grpSp>
      <p:sp>
        <p:nvSpPr>
          <p:cNvPr id="183" name="Google Shape;183;p20"/>
          <p:cNvSpPr/>
          <p:nvPr/>
        </p:nvSpPr>
        <p:spPr>
          <a:xfrm rot="2466600">
            <a:off x="3545392" y="312841"/>
            <a:ext cx="341341" cy="325924"/>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2F0411">
              <a:alpha val="292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0"/>
          <p:cNvSpPr/>
          <p:nvPr/>
        </p:nvSpPr>
        <p:spPr>
          <a:xfrm rot="-1609542">
            <a:off x="4153838" y="736595"/>
            <a:ext cx="245645" cy="234550"/>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2F0411">
              <a:alpha val="292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5" name="Google Shape;185;p20"/>
          <p:cNvSpPr/>
          <p:nvPr/>
        </p:nvSpPr>
        <p:spPr>
          <a:xfrm rot="2925783">
            <a:off x="5707700" y="1002072"/>
            <a:ext cx="183966" cy="175657"/>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2F0411">
              <a:alpha val="292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0"/>
          <p:cNvSpPr/>
          <p:nvPr/>
        </p:nvSpPr>
        <p:spPr>
          <a:xfrm rot="-1609004">
            <a:off x="4502307" y="301886"/>
            <a:ext cx="165744" cy="158258"/>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2F0411">
              <a:alpha val="2922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0"/>
          <p:cNvSpPr txBox="1">
            <a:spLocks noGrp="1"/>
          </p:cNvSpPr>
          <p:nvPr>
            <p:ph type="sldNum" idx="12"/>
          </p:nvPr>
        </p:nvSpPr>
        <p:spPr>
          <a:xfrm>
            <a:off x="4063200" y="4783800"/>
            <a:ext cx="1017600" cy="359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8</a:t>
            </a:fld>
            <a:endParaRPr/>
          </a:p>
        </p:txBody>
      </p:sp>
    </p:spTree>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3" name="Google Shape;193;p21"/>
          <p:cNvSpPr txBox="1">
            <a:spLocks noGrp="1"/>
          </p:cNvSpPr>
          <p:nvPr>
            <p:ph type="title"/>
          </p:nvPr>
        </p:nvSpPr>
        <p:spPr>
          <a:xfrm>
            <a:off x="2096700" y="669775"/>
            <a:ext cx="6687600" cy="3936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800" u="sng" dirty="0">
                <a:effectLst>
                  <a:outerShdw blurRad="38100" dist="38100" dir="2700000" algn="tl">
                    <a:srgbClr val="000000">
                      <a:alpha val="43137"/>
                    </a:srgbClr>
                  </a:outerShdw>
                </a:effectLst>
              </a:rPr>
              <a:t>Meaning of Rule of Law</a:t>
            </a:r>
            <a:endParaRPr sz="2800" u="sng" dirty="0">
              <a:effectLst>
                <a:outerShdw blurRad="38100" dist="38100" dir="2700000" algn="tl">
                  <a:srgbClr val="000000">
                    <a:alpha val="43137"/>
                  </a:srgbClr>
                </a:outerShdw>
              </a:effectLst>
            </a:endParaRPr>
          </a:p>
        </p:txBody>
      </p:sp>
      <p:sp>
        <p:nvSpPr>
          <p:cNvPr id="195" name="Google Shape;195;p21"/>
          <p:cNvSpPr txBox="1">
            <a:spLocks noGrp="1"/>
          </p:cNvSpPr>
          <p:nvPr>
            <p:ph type="sldNum" idx="12"/>
          </p:nvPr>
        </p:nvSpPr>
        <p:spPr>
          <a:xfrm>
            <a:off x="359692" y="1023975"/>
            <a:ext cx="1017600" cy="393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9</a:t>
            </a:fld>
            <a:endParaRPr/>
          </a:p>
        </p:txBody>
      </p:sp>
      <p:sp>
        <p:nvSpPr>
          <p:cNvPr id="3" name="Text Placeholder 2">
            <a:extLst>
              <a:ext uri="{FF2B5EF4-FFF2-40B4-BE49-F238E27FC236}">
                <a16:creationId xmlns:a16="http://schemas.microsoft.com/office/drawing/2014/main" id="{AAC69682-CFD4-4B09-AB01-386818A7DE4A}"/>
              </a:ext>
            </a:extLst>
          </p:cNvPr>
          <p:cNvSpPr>
            <a:spLocks noGrp="1"/>
          </p:cNvSpPr>
          <p:nvPr>
            <p:ph type="body" idx="1"/>
          </p:nvPr>
        </p:nvSpPr>
        <p:spPr>
          <a:xfrm>
            <a:off x="2237944" y="1220775"/>
            <a:ext cx="6906056" cy="3248100"/>
          </a:xfrm>
        </p:spPr>
        <p:txBody>
          <a:bodyPr/>
          <a:lstStyle/>
          <a:p>
            <a:pPr marL="88900" indent="0">
              <a:buNone/>
            </a:pPr>
            <a:r>
              <a:rPr lang="en-US" sz="2400" b="0" i="0" dirty="0">
                <a:solidFill>
                  <a:schemeClr val="tx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Latin term of "Rule of Law" is 'La </a:t>
            </a:r>
            <a:r>
              <a:rPr lang="en-US" sz="2400" b="0" i="0" dirty="0" err="1">
                <a:solidFill>
                  <a:schemeClr val="tx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Legalite</a:t>
            </a:r>
            <a:r>
              <a:rPr lang="en-US" sz="2400" b="0" i="0" dirty="0">
                <a:solidFill>
                  <a:schemeClr val="tx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 The primary meaning of rule of law is that the ruler and ruled must be bound by the same law. Professor AV Dicey developed the concept of Rule of Law in his classic book "The Law and the constitution ". According to Dicey, Rule of Law contains the three concept : →Absence of Arbitrary powers →Equality before Law →Citizens' Rights </a:t>
            </a:r>
            <a:br>
              <a:rPr lang="en-US" sz="2400" dirty="0">
                <a:solidFill>
                  <a:schemeClr val="tx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br>
            <a:endParaRPr lang="en-US" sz="2400" dirty="0">
              <a:solidFill>
                <a:schemeClr val="tx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endParaRPr>
          </a:p>
        </p:txBody>
      </p:sp>
      <p:sp>
        <p:nvSpPr>
          <p:cNvPr id="11" name="Google Shape;757;p49">
            <a:extLst>
              <a:ext uri="{FF2B5EF4-FFF2-40B4-BE49-F238E27FC236}">
                <a16:creationId xmlns:a16="http://schemas.microsoft.com/office/drawing/2014/main" id="{F91E963C-6C04-4C56-A97E-71A0912C724A}"/>
              </a:ext>
            </a:extLst>
          </p:cNvPr>
          <p:cNvSpPr/>
          <p:nvPr/>
        </p:nvSpPr>
        <p:spPr>
          <a:xfrm>
            <a:off x="1872988" y="1336329"/>
            <a:ext cx="316510" cy="302214"/>
          </a:xfrm>
          <a:custGeom>
            <a:avLst/>
            <a:gdLst/>
            <a:ahLst/>
            <a:cxnLst/>
            <a:rect l="l" t="t" r="r" b="b"/>
            <a:pathLst>
              <a:path w="15144" h="14460" extrusionOk="0">
                <a:moveTo>
                  <a:pt x="7572" y="1"/>
                </a:moveTo>
                <a:lnTo>
                  <a:pt x="7499" y="25"/>
                </a:lnTo>
                <a:lnTo>
                  <a:pt x="7401" y="74"/>
                </a:lnTo>
                <a:lnTo>
                  <a:pt x="7328" y="172"/>
                </a:lnTo>
                <a:lnTo>
                  <a:pt x="7255" y="294"/>
                </a:lnTo>
                <a:lnTo>
                  <a:pt x="5594" y="4104"/>
                </a:lnTo>
                <a:lnTo>
                  <a:pt x="5521" y="4226"/>
                </a:lnTo>
                <a:lnTo>
                  <a:pt x="5398" y="4373"/>
                </a:lnTo>
                <a:lnTo>
                  <a:pt x="5276" y="4495"/>
                </a:lnTo>
                <a:lnTo>
                  <a:pt x="5130" y="4617"/>
                </a:lnTo>
                <a:lnTo>
                  <a:pt x="4983" y="4715"/>
                </a:lnTo>
                <a:lnTo>
                  <a:pt x="4812" y="4788"/>
                </a:lnTo>
                <a:lnTo>
                  <a:pt x="4666" y="4861"/>
                </a:lnTo>
                <a:lnTo>
                  <a:pt x="4495" y="4886"/>
                </a:lnTo>
                <a:lnTo>
                  <a:pt x="392" y="5301"/>
                </a:lnTo>
                <a:lnTo>
                  <a:pt x="245" y="5325"/>
                </a:lnTo>
                <a:lnTo>
                  <a:pt x="123" y="5374"/>
                </a:lnTo>
                <a:lnTo>
                  <a:pt x="50" y="5423"/>
                </a:lnTo>
                <a:lnTo>
                  <a:pt x="1" y="5521"/>
                </a:lnTo>
                <a:lnTo>
                  <a:pt x="1" y="5594"/>
                </a:lnTo>
                <a:lnTo>
                  <a:pt x="25" y="5692"/>
                </a:lnTo>
                <a:lnTo>
                  <a:pt x="74" y="5789"/>
                </a:lnTo>
                <a:lnTo>
                  <a:pt x="196" y="5911"/>
                </a:lnTo>
                <a:lnTo>
                  <a:pt x="3274" y="8647"/>
                </a:lnTo>
                <a:lnTo>
                  <a:pt x="3396" y="8769"/>
                </a:lnTo>
                <a:lnTo>
                  <a:pt x="3493" y="8915"/>
                </a:lnTo>
                <a:lnTo>
                  <a:pt x="3567" y="9086"/>
                </a:lnTo>
                <a:lnTo>
                  <a:pt x="3640" y="9257"/>
                </a:lnTo>
                <a:lnTo>
                  <a:pt x="3689" y="9428"/>
                </a:lnTo>
                <a:lnTo>
                  <a:pt x="3713" y="9599"/>
                </a:lnTo>
                <a:lnTo>
                  <a:pt x="3713" y="9770"/>
                </a:lnTo>
                <a:lnTo>
                  <a:pt x="3689" y="9941"/>
                </a:lnTo>
                <a:lnTo>
                  <a:pt x="2810" y="13995"/>
                </a:lnTo>
                <a:lnTo>
                  <a:pt x="2785" y="14142"/>
                </a:lnTo>
                <a:lnTo>
                  <a:pt x="2810" y="14240"/>
                </a:lnTo>
                <a:lnTo>
                  <a:pt x="2834" y="14337"/>
                </a:lnTo>
                <a:lnTo>
                  <a:pt x="2883" y="14411"/>
                </a:lnTo>
                <a:lnTo>
                  <a:pt x="2981" y="14435"/>
                </a:lnTo>
                <a:lnTo>
                  <a:pt x="3078" y="14459"/>
                </a:lnTo>
                <a:lnTo>
                  <a:pt x="3200" y="14411"/>
                </a:lnTo>
                <a:lnTo>
                  <a:pt x="3322" y="14362"/>
                </a:lnTo>
                <a:lnTo>
                  <a:pt x="6888" y="12261"/>
                </a:lnTo>
                <a:lnTo>
                  <a:pt x="7035" y="12188"/>
                </a:lnTo>
                <a:lnTo>
                  <a:pt x="7206" y="12139"/>
                </a:lnTo>
                <a:lnTo>
                  <a:pt x="7401" y="12115"/>
                </a:lnTo>
                <a:lnTo>
                  <a:pt x="7743" y="12115"/>
                </a:lnTo>
                <a:lnTo>
                  <a:pt x="7938" y="12139"/>
                </a:lnTo>
                <a:lnTo>
                  <a:pt x="8109" y="12188"/>
                </a:lnTo>
                <a:lnTo>
                  <a:pt x="8256" y="12261"/>
                </a:lnTo>
                <a:lnTo>
                  <a:pt x="11822" y="14362"/>
                </a:lnTo>
                <a:lnTo>
                  <a:pt x="11944" y="14411"/>
                </a:lnTo>
                <a:lnTo>
                  <a:pt x="12066" y="14459"/>
                </a:lnTo>
                <a:lnTo>
                  <a:pt x="12164" y="14435"/>
                </a:lnTo>
                <a:lnTo>
                  <a:pt x="12261" y="14411"/>
                </a:lnTo>
                <a:lnTo>
                  <a:pt x="12310" y="14337"/>
                </a:lnTo>
                <a:lnTo>
                  <a:pt x="12335" y="14240"/>
                </a:lnTo>
                <a:lnTo>
                  <a:pt x="12359" y="14142"/>
                </a:lnTo>
                <a:lnTo>
                  <a:pt x="12335" y="13995"/>
                </a:lnTo>
                <a:lnTo>
                  <a:pt x="11455" y="9941"/>
                </a:lnTo>
                <a:lnTo>
                  <a:pt x="11431" y="9770"/>
                </a:lnTo>
                <a:lnTo>
                  <a:pt x="11431" y="9599"/>
                </a:lnTo>
                <a:lnTo>
                  <a:pt x="11455" y="9428"/>
                </a:lnTo>
                <a:lnTo>
                  <a:pt x="11504" y="9257"/>
                </a:lnTo>
                <a:lnTo>
                  <a:pt x="11577" y="9086"/>
                </a:lnTo>
                <a:lnTo>
                  <a:pt x="11651" y="8915"/>
                </a:lnTo>
                <a:lnTo>
                  <a:pt x="11748" y="8769"/>
                </a:lnTo>
                <a:lnTo>
                  <a:pt x="11870" y="8647"/>
                </a:lnTo>
                <a:lnTo>
                  <a:pt x="14948" y="5911"/>
                </a:lnTo>
                <a:lnTo>
                  <a:pt x="15070" y="5789"/>
                </a:lnTo>
                <a:lnTo>
                  <a:pt x="15119" y="5692"/>
                </a:lnTo>
                <a:lnTo>
                  <a:pt x="15143" y="5594"/>
                </a:lnTo>
                <a:lnTo>
                  <a:pt x="15143" y="5521"/>
                </a:lnTo>
                <a:lnTo>
                  <a:pt x="15094" y="5423"/>
                </a:lnTo>
                <a:lnTo>
                  <a:pt x="15021" y="5374"/>
                </a:lnTo>
                <a:lnTo>
                  <a:pt x="14899" y="5325"/>
                </a:lnTo>
                <a:lnTo>
                  <a:pt x="14752" y="5301"/>
                </a:lnTo>
                <a:lnTo>
                  <a:pt x="10649" y="4886"/>
                </a:lnTo>
                <a:lnTo>
                  <a:pt x="10478" y="4861"/>
                </a:lnTo>
                <a:lnTo>
                  <a:pt x="10332" y="4788"/>
                </a:lnTo>
                <a:lnTo>
                  <a:pt x="10161" y="4715"/>
                </a:lnTo>
                <a:lnTo>
                  <a:pt x="10014" y="4617"/>
                </a:lnTo>
                <a:lnTo>
                  <a:pt x="9868" y="4495"/>
                </a:lnTo>
                <a:lnTo>
                  <a:pt x="9746" y="4373"/>
                </a:lnTo>
                <a:lnTo>
                  <a:pt x="9624" y="4226"/>
                </a:lnTo>
                <a:lnTo>
                  <a:pt x="9550" y="4104"/>
                </a:lnTo>
                <a:lnTo>
                  <a:pt x="7890" y="294"/>
                </a:lnTo>
                <a:lnTo>
                  <a:pt x="7816" y="172"/>
                </a:lnTo>
                <a:lnTo>
                  <a:pt x="7743" y="74"/>
                </a:lnTo>
                <a:lnTo>
                  <a:pt x="7645" y="25"/>
                </a:lnTo>
                <a:lnTo>
                  <a:pt x="7572" y="1"/>
                </a:lnTo>
                <a:close/>
              </a:path>
            </a:pathLst>
          </a:custGeom>
          <a:solidFill>
            <a:srgbClr val="272A3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93"/>
                                        </p:tgtEl>
                                        <p:attrNameLst>
                                          <p:attrName>style.visibility</p:attrName>
                                        </p:attrNameLst>
                                      </p:cBhvr>
                                      <p:to>
                                        <p:strVal val="visible"/>
                                      </p:to>
                                    </p:set>
                                    <p:animEffect transition="in" filter="wipe(left)">
                                      <p:cBhvr>
                                        <p:cTn id="7" dur="500"/>
                                        <p:tgtEl>
                                          <p:spTgt spid="193"/>
                                        </p:tgtEl>
                                      </p:cBhvr>
                                    </p:animEffect>
                                  </p:childTnLst>
                                </p:cTn>
                              </p:par>
                            </p:childTnLst>
                          </p:cTn>
                        </p:par>
                        <p:par>
                          <p:cTn id="8" fill="hold">
                            <p:stCondLst>
                              <p:cond delay="500"/>
                            </p:stCondLst>
                            <p:childTnLst>
                              <p:par>
                                <p:cTn id="9" presetID="2" presetClass="entr" presetSubtype="9"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wipe(up)">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0"/>
      <p:bldP spid="3" grpId="0" build="p"/>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39"/>
          <p:cNvSpPr txBox="1">
            <a:spLocks noGrp="1"/>
          </p:cNvSpPr>
          <p:nvPr>
            <p:ph type="ctrTitle"/>
          </p:nvPr>
        </p:nvSpPr>
        <p:spPr>
          <a:xfrm>
            <a:off x="1124051" y="1411950"/>
            <a:ext cx="6895897" cy="11598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3600" dirty="0">
                <a:solidFill>
                  <a:srgbClr val="9B0D31"/>
                </a:solidFill>
                <a:effectLst>
                  <a:outerShdw blurRad="38100" dist="38100" dir="2700000" algn="tl">
                    <a:srgbClr val="000000">
                      <a:alpha val="43137"/>
                    </a:srgbClr>
                  </a:outerShdw>
                </a:effectLst>
              </a:rPr>
              <a:t>Modern Concept of Rule of Law</a:t>
            </a:r>
            <a:endParaRPr sz="3600" dirty="0">
              <a:solidFill>
                <a:srgbClr val="9B0D31"/>
              </a:solidFill>
              <a:effectLst>
                <a:outerShdw blurRad="38100" dist="38100" dir="2700000" algn="tl">
                  <a:srgbClr val="000000">
                    <a:alpha val="43137"/>
                  </a:srgbClr>
                </a:outerShdw>
              </a:effectLst>
            </a:endParaRPr>
          </a:p>
        </p:txBody>
      </p:sp>
      <p:sp>
        <p:nvSpPr>
          <p:cNvPr id="409" name="Google Shape;409;p39"/>
          <p:cNvSpPr txBox="1"/>
          <p:nvPr/>
        </p:nvSpPr>
        <p:spPr>
          <a:xfrm>
            <a:off x="4067100" y="0"/>
            <a:ext cx="1009800" cy="159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4800" b="1" dirty="0">
                <a:solidFill>
                  <a:srgbClr val="FFFFFF"/>
                </a:solidFill>
                <a:latin typeface="Tinos"/>
                <a:ea typeface="Tinos"/>
                <a:cs typeface="Tinos"/>
                <a:sym typeface="Tinos"/>
              </a:rPr>
              <a:t>4</a:t>
            </a:r>
            <a:endParaRPr sz="4800" dirty="0">
              <a:solidFill>
                <a:srgbClr val="FFFFFF"/>
              </a:solidFill>
            </a:endParaRPr>
          </a:p>
        </p:txBody>
      </p:sp>
      <p:sp>
        <p:nvSpPr>
          <p:cNvPr id="7" name="Google Shape;173;p20">
            <a:extLst>
              <a:ext uri="{FF2B5EF4-FFF2-40B4-BE49-F238E27FC236}">
                <a16:creationId xmlns:a16="http://schemas.microsoft.com/office/drawing/2014/main" id="{EE9A6B2E-AE80-4AD4-8B60-7B1387E47440}"/>
              </a:ext>
            </a:extLst>
          </p:cNvPr>
          <p:cNvSpPr txBox="1">
            <a:spLocks/>
          </p:cNvSpPr>
          <p:nvPr/>
        </p:nvSpPr>
        <p:spPr>
          <a:xfrm>
            <a:off x="739587" y="2793419"/>
            <a:ext cx="7772400" cy="7848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93700" algn="l" rtl="0">
              <a:lnSpc>
                <a:spcPct val="100000"/>
              </a:lnSpc>
              <a:spcBef>
                <a:spcPts val="600"/>
              </a:spcBef>
              <a:spcAft>
                <a:spcPts val="0"/>
              </a:spcAft>
              <a:buClr>
                <a:schemeClr val="accent6"/>
              </a:buClr>
              <a:buSzPts val="2600"/>
              <a:buFont typeface="Tinos"/>
              <a:buChar char="◈"/>
              <a:defRPr sz="2600" b="0" i="0" u="none" strike="noStrike" cap="none">
                <a:solidFill>
                  <a:schemeClr val="dk1"/>
                </a:solidFill>
                <a:latin typeface="Tinos"/>
                <a:ea typeface="Tinos"/>
                <a:cs typeface="Tinos"/>
                <a:sym typeface="Tinos"/>
              </a:defRPr>
            </a:lvl1pPr>
            <a:lvl2pPr marL="914400" marR="0" lvl="1" indent="-393700" algn="l" rtl="0">
              <a:lnSpc>
                <a:spcPct val="100000"/>
              </a:lnSpc>
              <a:spcBef>
                <a:spcPts val="0"/>
              </a:spcBef>
              <a:spcAft>
                <a:spcPts val="0"/>
              </a:spcAft>
              <a:buClr>
                <a:schemeClr val="accent6"/>
              </a:buClr>
              <a:buSzPts val="2600"/>
              <a:buFont typeface="Tinos"/>
              <a:buChar char="⬩"/>
              <a:defRPr sz="2600" b="0" i="0" u="none" strike="noStrike" cap="none">
                <a:solidFill>
                  <a:schemeClr val="dk1"/>
                </a:solidFill>
                <a:latin typeface="Tinos"/>
                <a:ea typeface="Tinos"/>
                <a:cs typeface="Tinos"/>
                <a:sym typeface="Tinos"/>
              </a:defRPr>
            </a:lvl2pPr>
            <a:lvl3pPr marL="1371600" marR="0" lvl="2" indent="-393700" algn="l" rtl="0">
              <a:lnSpc>
                <a:spcPct val="100000"/>
              </a:lnSpc>
              <a:spcBef>
                <a:spcPts val="0"/>
              </a:spcBef>
              <a:spcAft>
                <a:spcPts val="0"/>
              </a:spcAft>
              <a:buClr>
                <a:schemeClr val="accent6"/>
              </a:buClr>
              <a:buSzPts val="2600"/>
              <a:buFont typeface="Tinos"/>
              <a:buChar char="⬩"/>
              <a:defRPr sz="2600" b="0" i="0" u="none" strike="noStrike" cap="none">
                <a:solidFill>
                  <a:schemeClr val="dk1"/>
                </a:solidFill>
                <a:latin typeface="Tinos"/>
                <a:ea typeface="Tinos"/>
                <a:cs typeface="Tinos"/>
                <a:sym typeface="Tinos"/>
              </a:defRPr>
            </a:lvl3pPr>
            <a:lvl4pPr marL="1828800" marR="0" lvl="3"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4pPr>
            <a:lvl5pPr marL="2286000" marR="0" lvl="4"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5pPr>
            <a:lvl6pPr marL="2743200" marR="0" lvl="5"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6pPr>
            <a:lvl7pPr marL="3200400" marR="0" lvl="6"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7pPr>
            <a:lvl8pPr marL="3657600" marR="0" lvl="7"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8pPr>
            <a:lvl9pPr marL="4114800" marR="0" lvl="8"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9pPr>
          </a:lstStyle>
          <a:p>
            <a:pPr marL="0" indent="0" algn="ctr">
              <a:spcBef>
                <a:spcPts val="0"/>
              </a:spcBef>
              <a:buFont typeface="Tinos"/>
              <a:buNone/>
            </a:pPr>
            <a:r>
              <a:rPr lang="en-US" sz="2800" b="1" dirty="0">
                <a:effectLst>
                  <a:outerShdw blurRad="38100" dist="38100" dir="2700000" algn="tl">
                    <a:srgbClr val="000000">
                      <a:alpha val="43137"/>
                    </a:srgbClr>
                  </a:outerShdw>
                </a:effectLst>
              </a:rPr>
              <a:t>Let’s start with the Fourth set of slides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2"/>
          <p:cNvSpPr txBox="1">
            <a:spLocks noGrp="1"/>
          </p:cNvSpPr>
          <p:nvPr>
            <p:ph type="title"/>
          </p:nvPr>
        </p:nvSpPr>
        <p:spPr>
          <a:xfrm>
            <a:off x="2096700" y="669775"/>
            <a:ext cx="6687600" cy="3936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sz="2800" u="sng" dirty="0">
                <a:solidFill>
                  <a:schemeClr val="tx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Modern Concept of Rule of Law</a:t>
            </a:r>
            <a:endParaRPr sz="2800" u="sng" dirty="0">
              <a:solidFill>
                <a:schemeClr val="tx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endParaRPr>
          </a:p>
        </p:txBody>
      </p:sp>
      <p:sp>
        <p:nvSpPr>
          <p:cNvPr id="201" name="Google Shape;201;p22"/>
          <p:cNvSpPr txBox="1">
            <a:spLocks noGrp="1"/>
          </p:cNvSpPr>
          <p:nvPr>
            <p:ph type="body" idx="1"/>
          </p:nvPr>
        </p:nvSpPr>
        <p:spPr>
          <a:xfrm>
            <a:off x="2096700" y="1368238"/>
            <a:ext cx="6623693" cy="3256200"/>
          </a:xfrm>
          <a:prstGeom prst="rect">
            <a:avLst/>
          </a:prstGeom>
        </p:spPr>
        <p:txBody>
          <a:bodyPr spcFirstLastPara="1" wrap="square" lIns="0" tIns="0" rIns="0" bIns="0" anchor="t" anchorCtr="0">
            <a:noAutofit/>
          </a:bodyPr>
          <a:lstStyle/>
          <a:p>
            <a:pPr marL="0" lvl="0" indent="0" algn="ctr">
              <a:buNone/>
            </a:pPr>
            <a:r>
              <a:rPr lang="en-US" sz="2800" dirty="0">
                <a:effectLst>
                  <a:outerShdw blurRad="38100" dist="38100" dir="2700000" algn="tl">
                    <a:srgbClr val="000000">
                      <a:alpha val="43137"/>
                    </a:srgbClr>
                  </a:outerShdw>
                </a:effectLst>
              </a:rPr>
              <a:t>The concept is now intended to imply that the law should conform to certain minimum standards of justice both substantive and procedural. </a:t>
            </a:r>
            <a:r>
              <a:rPr lang="en-US" sz="2800" dirty="0" err="1">
                <a:effectLst>
                  <a:outerShdw blurRad="38100" dist="38100" dir="2700000" algn="tl">
                    <a:srgbClr val="000000">
                      <a:alpha val="43137"/>
                    </a:srgbClr>
                  </a:outerShdw>
                </a:effectLst>
              </a:rPr>
              <a:t>Dicey's</a:t>
            </a:r>
            <a:r>
              <a:rPr lang="en-US" sz="2800" dirty="0">
                <a:effectLst>
                  <a:outerShdw blurRad="38100" dist="38100" dir="2700000" algn="tl">
                    <a:srgbClr val="000000">
                      <a:alpha val="43137"/>
                    </a:srgbClr>
                  </a:outerShdw>
                </a:effectLst>
              </a:rPr>
              <a:t> concept of rule of law has undergone great changes.</a:t>
            </a:r>
            <a:endParaRPr sz="2800" dirty="0">
              <a:solidFill>
                <a:schemeClr val="tx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endParaRPr>
          </a:p>
        </p:txBody>
      </p:sp>
      <p:sp>
        <p:nvSpPr>
          <p:cNvPr id="204" name="Google Shape;204;p22"/>
          <p:cNvSpPr txBox="1">
            <a:spLocks noGrp="1"/>
          </p:cNvSpPr>
          <p:nvPr>
            <p:ph type="sldNum" idx="12"/>
          </p:nvPr>
        </p:nvSpPr>
        <p:spPr>
          <a:xfrm>
            <a:off x="359692" y="1023975"/>
            <a:ext cx="1017600" cy="393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11</a:t>
            </a:fld>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wipe(left)">
                                      <p:cBhvr>
                                        <p:cTn id="7" dur="500"/>
                                        <p:tgtEl>
                                          <p:spTgt spid="20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01">
                                            <p:txEl>
                                              <p:pRg st="0" end="0"/>
                                            </p:txEl>
                                          </p:spTgt>
                                        </p:tgtEl>
                                        <p:attrNameLst>
                                          <p:attrName>style.visibility</p:attrName>
                                        </p:attrNameLst>
                                      </p:cBhvr>
                                      <p:to>
                                        <p:strVal val="visible"/>
                                      </p:to>
                                    </p:set>
                                    <p:animEffect transition="in" filter="wipe(up)">
                                      <p:cBhvr>
                                        <p:cTn id="11" dur="500"/>
                                        <p:tgtEl>
                                          <p:spTgt spid="20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39"/>
          <p:cNvSpPr txBox="1">
            <a:spLocks noGrp="1"/>
          </p:cNvSpPr>
          <p:nvPr>
            <p:ph type="ctrTitle"/>
          </p:nvPr>
        </p:nvSpPr>
        <p:spPr>
          <a:xfrm>
            <a:off x="1124051" y="1411950"/>
            <a:ext cx="6895897" cy="11598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3600" dirty="0">
                <a:solidFill>
                  <a:srgbClr val="9B0D31"/>
                </a:solidFill>
                <a:effectLst>
                  <a:outerShdw blurRad="38100" dist="38100" dir="2700000" algn="tl">
                    <a:srgbClr val="000000">
                      <a:alpha val="43137"/>
                    </a:srgbClr>
                  </a:outerShdw>
                </a:effectLst>
              </a:rPr>
              <a:t>History of Rule of Law</a:t>
            </a:r>
            <a:endParaRPr sz="3600" dirty="0">
              <a:solidFill>
                <a:srgbClr val="9B0D31"/>
              </a:solidFill>
              <a:effectLst>
                <a:outerShdw blurRad="38100" dist="38100" dir="2700000" algn="tl">
                  <a:srgbClr val="000000">
                    <a:alpha val="43137"/>
                  </a:srgbClr>
                </a:outerShdw>
              </a:effectLst>
            </a:endParaRPr>
          </a:p>
        </p:txBody>
      </p:sp>
      <p:sp>
        <p:nvSpPr>
          <p:cNvPr id="409" name="Google Shape;409;p39"/>
          <p:cNvSpPr txBox="1"/>
          <p:nvPr/>
        </p:nvSpPr>
        <p:spPr>
          <a:xfrm>
            <a:off x="4067100" y="0"/>
            <a:ext cx="1009800" cy="159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4800" b="1" dirty="0">
                <a:solidFill>
                  <a:srgbClr val="FFFFFF"/>
                </a:solidFill>
                <a:latin typeface="Tinos"/>
                <a:ea typeface="Tinos"/>
                <a:cs typeface="Tinos"/>
                <a:sym typeface="Tinos"/>
              </a:rPr>
              <a:t>5</a:t>
            </a:r>
            <a:endParaRPr sz="4800" dirty="0">
              <a:solidFill>
                <a:srgbClr val="FFFFFF"/>
              </a:solidFill>
            </a:endParaRPr>
          </a:p>
        </p:txBody>
      </p:sp>
      <p:sp>
        <p:nvSpPr>
          <p:cNvPr id="7" name="Google Shape;173;p20">
            <a:extLst>
              <a:ext uri="{FF2B5EF4-FFF2-40B4-BE49-F238E27FC236}">
                <a16:creationId xmlns:a16="http://schemas.microsoft.com/office/drawing/2014/main" id="{EE9A6B2E-AE80-4AD4-8B60-7B1387E47440}"/>
              </a:ext>
            </a:extLst>
          </p:cNvPr>
          <p:cNvSpPr txBox="1">
            <a:spLocks/>
          </p:cNvSpPr>
          <p:nvPr/>
        </p:nvSpPr>
        <p:spPr>
          <a:xfrm>
            <a:off x="739587" y="2793419"/>
            <a:ext cx="7772400" cy="7848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93700" algn="l" rtl="0">
              <a:lnSpc>
                <a:spcPct val="100000"/>
              </a:lnSpc>
              <a:spcBef>
                <a:spcPts val="600"/>
              </a:spcBef>
              <a:spcAft>
                <a:spcPts val="0"/>
              </a:spcAft>
              <a:buClr>
                <a:schemeClr val="accent6"/>
              </a:buClr>
              <a:buSzPts val="2600"/>
              <a:buFont typeface="Tinos"/>
              <a:buChar char="◈"/>
              <a:defRPr sz="2600" b="0" i="0" u="none" strike="noStrike" cap="none">
                <a:solidFill>
                  <a:schemeClr val="dk1"/>
                </a:solidFill>
                <a:latin typeface="Tinos"/>
                <a:ea typeface="Tinos"/>
                <a:cs typeface="Tinos"/>
                <a:sym typeface="Tinos"/>
              </a:defRPr>
            </a:lvl1pPr>
            <a:lvl2pPr marL="914400" marR="0" lvl="1" indent="-393700" algn="l" rtl="0">
              <a:lnSpc>
                <a:spcPct val="100000"/>
              </a:lnSpc>
              <a:spcBef>
                <a:spcPts val="0"/>
              </a:spcBef>
              <a:spcAft>
                <a:spcPts val="0"/>
              </a:spcAft>
              <a:buClr>
                <a:schemeClr val="accent6"/>
              </a:buClr>
              <a:buSzPts val="2600"/>
              <a:buFont typeface="Tinos"/>
              <a:buChar char="⬩"/>
              <a:defRPr sz="2600" b="0" i="0" u="none" strike="noStrike" cap="none">
                <a:solidFill>
                  <a:schemeClr val="dk1"/>
                </a:solidFill>
                <a:latin typeface="Tinos"/>
                <a:ea typeface="Tinos"/>
                <a:cs typeface="Tinos"/>
                <a:sym typeface="Tinos"/>
              </a:defRPr>
            </a:lvl2pPr>
            <a:lvl3pPr marL="1371600" marR="0" lvl="2" indent="-393700" algn="l" rtl="0">
              <a:lnSpc>
                <a:spcPct val="100000"/>
              </a:lnSpc>
              <a:spcBef>
                <a:spcPts val="0"/>
              </a:spcBef>
              <a:spcAft>
                <a:spcPts val="0"/>
              </a:spcAft>
              <a:buClr>
                <a:schemeClr val="accent6"/>
              </a:buClr>
              <a:buSzPts val="2600"/>
              <a:buFont typeface="Tinos"/>
              <a:buChar char="⬩"/>
              <a:defRPr sz="2600" b="0" i="0" u="none" strike="noStrike" cap="none">
                <a:solidFill>
                  <a:schemeClr val="dk1"/>
                </a:solidFill>
                <a:latin typeface="Tinos"/>
                <a:ea typeface="Tinos"/>
                <a:cs typeface="Tinos"/>
                <a:sym typeface="Tinos"/>
              </a:defRPr>
            </a:lvl3pPr>
            <a:lvl4pPr marL="1828800" marR="0" lvl="3"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4pPr>
            <a:lvl5pPr marL="2286000" marR="0" lvl="4"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5pPr>
            <a:lvl6pPr marL="2743200" marR="0" lvl="5"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6pPr>
            <a:lvl7pPr marL="3200400" marR="0" lvl="6"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7pPr>
            <a:lvl8pPr marL="3657600" marR="0" lvl="7"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8pPr>
            <a:lvl9pPr marL="4114800" marR="0" lvl="8"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9pPr>
          </a:lstStyle>
          <a:p>
            <a:pPr marL="0" indent="0" algn="ctr">
              <a:spcBef>
                <a:spcPts val="0"/>
              </a:spcBef>
              <a:buFont typeface="Tinos"/>
              <a:buNone/>
            </a:pPr>
            <a:r>
              <a:rPr lang="en-US" sz="2800" b="1" dirty="0">
                <a:effectLst>
                  <a:outerShdw blurRad="38100" dist="38100" dir="2700000" algn="tl">
                    <a:srgbClr val="000000">
                      <a:alpha val="43137"/>
                    </a:srgbClr>
                  </a:outerShdw>
                </a:effectLst>
              </a:rPr>
              <a:t>Let’s start with the Sixth set of slides</a:t>
            </a:r>
          </a:p>
        </p:txBody>
      </p:sp>
    </p:spTree>
    <p:extLst>
      <p:ext uri="{BB962C8B-B14F-4D97-AF65-F5344CB8AC3E}">
        <p14:creationId xmlns:p14="http://schemas.microsoft.com/office/powerpoint/2010/main" val="603966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407"/>
                                        </p:tgtEl>
                                        <p:attrNameLst>
                                          <p:attrName>style.visibility</p:attrName>
                                        </p:attrNameLst>
                                      </p:cBhvr>
                                      <p:to>
                                        <p:strVal val="visible"/>
                                      </p:to>
                                    </p:set>
                                    <p:anim calcmode="lin" valueType="num">
                                      <p:cBhvr additive="base">
                                        <p:cTn id="7" dur="500" fill="hold"/>
                                        <p:tgtEl>
                                          <p:spTgt spid="407"/>
                                        </p:tgtEl>
                                        <p:attrNameLst>
                                          <p:attrName>ppt_x</p:attrName>
                                        </p:attrNameLst>
                                      </p:cBhvr>
                                      <p:tavLst>
                                        <p:tav tm="0">
                                          <p:val>
                                            <p:strVal val="#ppt_x"/>
                                          </p:val>
                                        </p:tav>
                                        <p:tav tm="100000">
                                          <p:val>
                                            <p:strVal val="#ppt_x"/>
                                          </p:val>
                                        </p:tav>
                                      </p:tavLst>
                                    </p:anim>
                                    <p:anim calcmode="lin" valueType="num">
                                      <p:cBhvr additive="base">
                                        <p:cTn id="8" dur="500" fill="hold"/>
                                        <p:tgtEl>
                                          <p:spTgt spid="407"/>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2"/>
          <p:cNvSpPr txBox="1">
            <a:spLocks noGrp="1"/>
          </p:cNvSpPr>
          <p:nvPr>
            <p:ph type="title"/>
          </p:nvPr>
        </p:nvSpPr>
        <p:spPr>
          <a:xfrm>
            <a:off x="2096700" y="669775"/>
            <a:ext cx="6687600" cy="3936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sz="2800" i="0" u="sng" dirty="0">
                <a:solidFill>
                  <a:schemeClr val="tx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History of the Rule of Law</a:t>
            </a:r>
            <a:endParaRPr sz="2800" u="sng" dirty="0">
              <a:solidFill>
                <a:schemeClr val="tx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endParaRPr>
          </a:p>
        </p:txBody>
      </p:sp>
      <p:sp>
        <p:nvSpPr>
          <p:cNvPr id="201" name="Google Shape;201;p22"/>
          <p:cNvSpPr txBox="1">
            <a:spLocks noGrp="1"/>
          </p:cNvSpPr>
          <p:nvPr>
            <p:ph type="body" idx="1"/>
          </p:nvPr>
        </p:nvSpPr>
        <p:spPr>
          <a:xfrm>
            <a:off x="2096700" y="1368238"/>
            <a:ext cx="6623693" cy="3256200"/>
          </a:xfrm>
          <a:prstGeom prst="rect">
            <a:avLst/>
          </a:prstGeom>
        </p:spPr>
        <p:txBody>
          <a:bodyPr spcFirstLastPara="1" wrap="square" lIns="0" tIns="0" rIns="0" bIns="0" anchor="t" anchorCtr="0">
            <a:noAutofit/>
          </a:bodyPr>
          <a:lstStyle/>
          <a:p>
            <a:pPr marL="0" lvl="0" indent="0" algn="ctr" rtl="0">
              <a:spcBef>
                <a:spcPts val="600"/>
              </a:spcBef>
              <a:spcAft>
                <a:spcPts val="0"/>
              </a:spcAft>
              <a:buNone/>
            </a:pPr>
            <a:r>
              <a:rPr lang="en-US" sz="2800" b="0" i="0" dirty="0">
                <a:solidFill>
                  <a:schemeClr val="tx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The Rule of Law has been an important ideal in our political and social tradition. Law is both an instrument of social control and social change. So it can be said that the rule of law is an essential part of society.</a:t>
            </a:r>
            <a:endParaRPr sz="2800" dirty="0">
              <a:solidFill>
                <a:schemeClr val="tx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endParaRPr>
          </a:p>
        </p:txBody>
      </p:sp>
      <p:sp>
        <p:nvSpPr>
          <p:cNvPr id="204" name="Google Shape;204;p22"/>
          <p:cNvSpPr txBox="1">
            <a:spLocks noGrp="1"/>
          </p:cNvSpPr>
          <p:nvPr>
            <p:ph type="sldNum" idx="12"/>
          </p:nvPr>
        </p:nvSpPr>
        <p:spPr>
          <a:xfrm>
            <a:off x="359692" y="1023975"/>
            <a:ext cx="1017600" cy="393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13</a:t>
            </a:fld>
            <a:endParaRPr/>
          </a:p>
        </p:txBody>
      </p:sp>
    </p:spTree>
    <p:extLst>
      <p:ext uri="{BB962C8B-B14F-4D97-AF65-F5344CB8AC3E}">
        <p14:creationId xmlns:p14="http://schemas.microsoft.com/office/powerpoint/2010/main" val="29189597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wipe(left)">
                                      <p:cBhvr>
                                        <p:cTn id="7" dur="500"/>
                                        <p:tgtEl>
                                          <p:spTgt spid="20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01">
                                            <p:txEl>
                                              <p:pRg st="0" end="0"/>
                                            </p:txEl>
                                          </p:spTgt>
                                        </p:tgtEl>
                                        <p:attrNameLst>
                                          <p:attrName>style.visibility</p:attrName>
                                        </p:attrNameLst>
                                      </p:cBhvr>
                                      <p:to>
                                        <p:strVal val="visible"/>
                                      </p:to>
                                    </p:set>
                                    <p:animEffect transition="in" filter="wipe(up)">
                                      <p:cBhvr>
                                        <p:cTn id="11" dur="500"/>
                                        <p:tgtEl>
                                          <p:spTgt spid="20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3"/>
          <p:cNvSpPr txBox="1">
            <a:spLocks noGrp="1"/>
          </p:cNvSpPr>
          <p:nvPr>
            <p:ph type="title"/>
          </p:nvPr>
        </p:nvSpPr>
        <p:spPr>
          <a:xfrm>
            <a:off x="2096700" y="669775"/>
            <a:ext cx="6687600" cy="3936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sz="2800" u="sng" dirty="0">
                <a:solidFill>
                  <a:srgbClr val="9B0D3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Basic features of Rule of Law </a:t>
            </a:r>
            <a:r>
              <a:rPr lang="en-US" sz="2800" b="1" i="0" u="sng" dirty="0">
                <a:solidFill>
                  <a:srgbClr val="9B0D3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as per Dicey</a:t>
            </a:r>
            <a:r>
              <a:rPr lang="en-US" sz="2800" u="sng" dirty="0">
                <a:solidFill>
                  <a:srgbClr val="9B0D3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 </a:t>
            </a:r>
            <a:endParaRPr sz="2800" u="sng" dirty="0">
              <a:solidFill>
                <a:srgbClr val="9B0D3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endParaRPr>
          </a:p>
        </p:txBody>
      </p:sp>
      <p:sp>
        <p:nvSpPr>
          <p:cNvPr id="210" name="Google Shape;210;p23"/>
          <p:cNvSpPr txBox="1">
            <a:spLocks noGrp="1"/>
          </p:cNvSpPr>
          <p:nvPr>
            <p:ph type="body" idx="1"/>
          </p:nvPr>
        </p:nvSpPr>
        <p:spPr>
          <a:xfrm>
            <a:off x="1916850" y="1164559"/>
            <a:ext cx="7047300" cy="3249900"/>
          </a:xfrm>
          <a:prstGeom prst="rect">
            <a:avLst/>
          </a:prstGeom>
        </p:spPr>
        <p:txBody>
          <a:bodyPr spcFirstLastPara="1" wrap="square" lIns="0" tIns="0" rIns="0" bIns="0" anchor="t" anchorCtr="0">
            <a:noAutofit/>
          </a:bodyPr>
          <a:lstStyle/>
          <a:p>
            <a:pPr lvl="0" indent="-457200" algn="l" rtl="0">
              <a:spcBef>
                <a:spcPts val="600"/>
              </a:spcBef>
              <a:spcAft>
                <a:spcPts val="0"/>
              </a:spcAft>
              <a:buClr>
                <a:schemeClr val="accent1"/>
              </a:buClr>
              <a:buFont typeface="+mj-lt"/>
              <a:buAutoNum type="arabicPeriod"/>
            </a:pPr>
            <a:r>
              <a:rPr lang="en-US" sz="2000" dirty="0">
                <a:effectLst>
                  <a:outerShdw blurRad="38100" dist="38100" dir="2700000" algn="tl">
                    <a:srgbClr val="000000">
                      <a:alpha val="43137"/>
                    </a:srgbClr>
                  </a:outerShdw>
                </a:effectLst>
              </a:rPr>
              <a:t>Law does not recognized any special rights for any individual or group of individuals.</a:t>
            </a:r>
          </a:p>
          <a:p>
            <a:pPr lvl="0" indent="-457200" algn="l" rtl="0">
              <a:spcBef>
                <a:spcPts val="600"/>
              </a:spcBef>
              <a:spcAft>
                <a:spcPts val="0"/>
              </a:spcAft>
              <a:buClr>
                <a:schemeClr val="accent1"/>
              </a:buClr>
              <a:buFont typeface="+mj-lt"/>
              <a:buAutoNum type="arabicPeriod"/>
            </a:pPr>
            <a:r>
              <a:rPr lang="en-US" sz="2000" dirty="0">
                <a:effectLst>
                  <a:outerShdw blurRad="38100" dist="38100" dir="2700000" algn="tl">
                    <a:srgbClr val="000000">
                      <a:alpha val="43137"/>
                    </a:srgbClr>
                  </a:outerShdw>
                </a:effectLst>
              </a:rPr>
              <a:t>Law does not recognized any distinction between one individual and the other on the basis of religion, race, sex etc.</a:t>
            </a:r>
          </a:p>
          <a:p>
            <a:pPr lvl="0" indent="-457200" algn="l" rtl="0">
              <a:spcBef>
                <a:spcPts val="600"/>
              </a:spcBef>
              <a:spcAft>
                <a:spcPts val="0"/>
              </a:spcAft>
              <a:buClr>
                <a:schemeClr val="accent1"/>
              </a:buClr>
              <a:buFont typeface="+mj-lt"/>
              <a:buAutoNum type="arabicPeriod"/>
            </a:pPr>
            <a:r>
              <a:rPr lang="en-US" sz="2000" dirty="0">
                <a:effectLst>
                  <a:outerShdw blurRad="38100" dist="38100" dir="2700000" algn="tl">
                    <a:srgbClr val="000000">
                      <a:alpha val="43137"/>
                    </a:srgbClr>
                  </a:outerShdw>
                </a:effectLst>
              </a:rPr>
              <a:t>None is punished without proper trial.</a:t>
            </a:r>
          </a:p>
          <a:p>
            <a:pPr lvl="0" indent="-457200" algn="l" rtl="0">
              <a:spcBef>
                <a:spcPts val="600"/>
              </a:spcBef>
              <a:spcAft>
                <a:spcPts val="0"/>
              </a:spcAft>
              <a:buClr>
                <a:schemeClr val="accent1"/>
              </a:buClr>
              <a:buFont typeface="+mj-lt"/>
              <a:buAutoNum type="arabicPeriod"/>
            </a:pPr>
            <a:r>
              <a:rPr lang="en-US" sz="2000" dirty="0">
                <a:effectLst>
                  <a:outerShdw blurRad="38100" dist="38100" dir="2700000" algn="tl">
                    <a:srgbClr val="000000">
                      <a:alpha val="43137"/>
                    </a:srgbClr>
                  </a:outerShdw>
                </a:effectLst>
              </a:rPr>
              <a:t>All will be tried by the same court under the same law.</a:t>
            </a:r>
          </a:p>
          <a:p>
            <a:pPr lvl="0" indent="-457200" algn="l" rtl="0">
              <a:spcBef>
                <a:spcPts val="600"/>
              </a:spcBef>
              <a:spcAft>
                <a:spcPts val="0"/>
              </a:spcAft>
              <a:buClr>
                <a:schemeClr val="accent1"/>
              </a:buClr>
              <a:buFont typeface="+mj-lt"/>
              <a:buAutoNum type="arabicPeriod"/>
            </a:pPr>
            <a:r>
              <a:rPr lang="en-US" sz="2000" dirty="0">
                <a:effectLst>
                  <a:outerShdw blurRad="38100" dist="38100" dir="2700000" algn="tl">
                    <a:srgbClr val="000000">
                      <a:alpha val="43137"/>
                    </a:srgbClr>
                  </a:outerShdw>
                </a:effectLst>
              </a:rPr>
              <a:t>The rule of law does not give scope to absolute and arbitrary powers to the executive.</a:t>
            </a:r>
            <a:endParaRPr sz="2000" dirty="0">
              <a:effectLst>
                <a:outerShdw blurRad="38100" dist="38100" dir="2700000" algn="tl">
                  <a:srgbClr val="000000">
                    <a:alpha val="43137"/>
                  </a:srgbClr>
                </a:outerShdw>
              </a:effectLst>
            </a:endParaRPr>
          </a:p>
        </p:txBody>
      </p:sp>
      <p:sp>
        <p:nvSpPr>
          <p:cNvPr id="212" name="Google Shape;212;p23"/>
          <p:cNvSpPr txBox="1">
            <a:spLocks noGrp="1"/>
          </p:cNvSpPr>
          <p:nvPr>
            <p:ph type="sldNum" idx="12"/>
          </p:nvPr>
        </p:nvSpPr>
        <p:spPr>
          <a:xfrm>
            <a:off x="359692" y="1023975"/>
            <a:ext cx="1017600" cy="393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14</a:t>
            </a:fld>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09"/>
                                        </p:tgtEl>
                                        <p:attrNameLst>
                                          <p:attrName>style.visibility</p:attrName>
                                        </p:attrNameLst>
                                      </p:cBhvr>
                                      <p:to>
                                        <p:strVal val="visible"/>
                                      </p:to>
                                    </p:set>
                                    <p:animEffect transition="in" filter="wipe(down)">
                                      <p:cBhvr>
                                        <p:cTn id="7" dur="500"/>
                                        <p:tgtEl>
                                          <p:spTgt spid="20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10">
                                            <p:txEl>
                                              <p:pRg st="0" end="0"/>
                                            </p:txEl>
                                          </p:spTgt>
                                        </p:tgtEl>
                                        <p:attrNameLst>
                                          <p:attrName>style.visibility</p:attrName>
                                        </p:attrNameLst>
                                      </p:cBhvr>
                                      <p:to>
                                        <p:strVal val="visible"/>
                                      </p:to>
                                    </p:set>
                                    <p:animEffect transition="in" filter="wipe(up)">
                                      <p:cBhvr>
                                        <p:cTn id="11" dur="500"/>
                                        <p:tgtEl>
                                          <p:spTgt spid="210">
                                            <p:txEl>
                                              <p:pRg st="0" end="0"/>
                                            </p:txEl>
                                          </p:spTgt>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210">
                                            <p:txEl>
                                              <p:pRg st="1" end="1"/>
                                            </p:txEl>
                                          </p:spTgt>
                                        </p:tgtEl>
                                        <p:attrNameLst>
                                          <p:attrName>style.visibility</p:attrName>
                                        </p:attrNameLst>
                                      </p:cBhvr>
                                      <p:to>
                                        <p:strVal val="visible"/>
                                      </p:to>
                                    </p:set>
                                    <p:animEffect transition="in" filter="wipe(up)">
                                      <p:cBhvr>
                                        <p:cTn id="15" dur="500"/>
                                        <p:tgtEl>
                                          <p:spTgt spid="210">
                                            <p:txEl>
                                              <p:pRg st="1" end="1"/>
                                            </p:txEl>
                                          </p:spTgt>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210">
                                            <p:txEl>
                                              <p:pRg st="2" end="2"/>
                                            </p:txEl>
                                          </p:spTgt>
                                        </p:tgtEl>
                                        <p:attrNameLst>
                                          <p:attrName>style.visibility</p:attrName>
                                        </p:attrNameLst>
                                      </p:cBhvr>
                                      <p:to>
                                        <p:strVal val="visible"/>
                                      </p:to>
                                    </p:set>
                                    <p:animEffect transition="in" filter="wipe(up)">
                                      <p:cBhvr>
                                        <p:cTn id="19" dur="500"/>
                                        <p:tgtEl>
                                          <p:spTgt spid="210">
                                            <p:txEl>
                                              <p:pRg st="2" end="2"/>
                                            </p:txEl>
                                          </p:spTgt>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210">
                                            <p:txEl>
                                              <p:pRg st="3" end="3"/>
                                            </p:txEl>
                                          </p:spTgt>
                                        </p:tgtEl>
                                        <p:attrNameLst>
                                          <p:attrName>style.visibility</p:attrName>
                                        </p:attrNameLst>
                                      </p:cBhvr>
                                      <p:to>
                                        <p:strVal val="visible"/>
                                      </p:to>
                                    </p:set>
                                    <p:animEffect transition="in" filter="wipe(up)">
                                      <p:cBhvr>
                                        <p:cTn id="23" dur="500"/>
                                        <p:tgtEl>
                                          <p:spTgt spid="210">
                                            <p:txEl>
                                              <p:pRg st="3" end="3"/>
                                            </p:txEl>
                                          </p:spTgt>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210">
                                            <p:txEl>
                                              <p:pRg st="4" end="4"/>
                                            </p:txEl>
                                          </p:spTgt>
                                        </p:tgtEl>
                                        <p:attrNameLst>
                                          <p:attrName>style.visibility</p:attrName>
                                        </p:attrNameLst>
                                      </p:cBhvr>
                                      <p:to>
                                        <p:strVal val="visible"/>
                                      </p:to>
                                    </p:set>
                                    <p:animEffect transition="in" filter="wipe(up)">
                                      <p:cBhvr>
                                        <p:cTn id="27" dur="500"/>
                                        <p:tgtEl>
                                          <p:spTgt spid="2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 grpId="0"/>
      <p:bldP spid="2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1"/>
          <p:cNvSpPr txBox="1">
            <a:spLocks noGrp="1"/>
          </p:cNvSpPr>
          <p:nvPr>
            <p:ph type="title"/>
          </p:nvPr>
        </p:nvSpPr>
        <p:spPr>
          <a:xfrm>
            <a:off x="2096700" y="669775"/>
            <a:ext cx="6687600" cy="3936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sz="2800" u="sng" dirty="0">
                <a:effectLst>
                  <a:outerShdw blurRad="38100" dist="38100" dir="2700000" algn="tl">
                    <a:srgbClr val="000000">
                      <a:alpha val="43137"/>
                    </a:srgbClr>
                  </a:outerShdw>
                </a:effectLst>
              </a:rPr>
              <a:t>Key concepts of The Rule of Law</a:t>
            </a:r>
          </a:p>
        </p:txBody>
      </p:sp>
      <p:sp>
        <p:nvSpPr>
          <p:cNvPr id="316" name="Google Shape;316;p31"/>
          <p:cNvSpPr txBox="1">
            <a:spLocks noGrp="1"/>
          </p:cNvSpPr>
          <p:nvPr>
            <p:ph type="sldNum" idx="12"/>
          </p:nvPr>
        </p:nvSpPr>
        <p:spPr>
          <a:xfrm>
            <a:off x="359692" y="1023975"/>
            <a:ext cx="1017600" cy="3936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15</a:t>
            </a:fld>
            <a:endParaRPr/>
          </a:p>
        </p:txBody>
      </p:sp>
      <p:sp>
        <p:nvSpPr>
          <p:cNvPr id="23" name="TextBox 22">
            <a:extLst>
              <a:ext uri="{FF2B5EF4-FFF2-40B4-BE49-F238E27FC236}">
                <a16:creationId xmlns:a16="http://schemas.microsoft.com/office/drawing/2014/main" id="{BF924BEE-B52A-4548-8D7B-2511F0F5E919}"/>
              </a:ext>
            </a:extLst>
          </p:cNvPr>
          <p:cNvSpPr txBox="1"/>
          <p:nvPr/>
        </p:nvSpPr>
        <p:spPr>
          <a:xfrm>
            <a:off x="2096700" y="1220775"/>
            <a:ext cx="6687600" cy="3416320"/>
          </a:xfrm>
          <a:prstGeom prst="rect">
            <a:avLst/>
          </a:prstGeom>
          <a:noFill/>
        </p:spPr>
        <p:txBody>
          <a:bodyPr wrap="square">
            <a:spAutoFit/>
          </a:bodyPr>
          <a:lstStyle/>
          <a:p>
            <a:r>
              <a:rPr lang="en-US" sz="1800" dirty="0">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There are four key characteries that the rule of law must maintain in order that the law upholds justice and equality for all members of society.</a:t>
            </a:r>
          </a:p>
          <a:p>
            <a:pPr marL="342900" indent="-342900">
              <a:buFont typeface="Wingdings" panose="05000000000000000000" pitchFamily="2" charset="2"/>
              <a:buChar char="v"/>
            </a:pPr>
            <a:r>
              <a:rPr lang="en-US" sz="1800" dirty="0">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Fairness: It is fair that in our legal system, the law  is applied to everyone; government and citizens.</a:t>
            </a:r>
          </a:p>
          <a:p>
            <a:pPr marL="342900" indent="-342900">
              <a:buFont typeface="Wingdings" panose="05000000000000000000" pitchFamily="2" charset="2"/>
              <a:buChar char="v"/>
            </a:pPr>
            <a:r>
              <a:rPr lang="en-US" sz="1800" dirty="0">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Rationality: Laws need to be rational. It is against the rule of law to create a law that can not be followed.</a:t>
            </a:r>
          </a:p>
          <a:p>
            <a:pPr marL="342900" indent="-342900">
              <a:buFont typeface="Wingdings" panose="05000000000000000000" pitchFamily="2" charset="2"/>
              <a:buChar char="v"/>
            </a:pPr>
            <a:r>
              <a:rPr lang="en-US" sz="1800" dirty="0">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Predictability: Laws must be predictable to ensure that the laws an individual by are known.</a:t>
            </a:r>
          </a:p>
          <a:p>
            <a:pPr marL="342900" indent="-342900">
              <a:buFont typeface="Wingdings" panose="05000000000000000000" pitchFamily="2" charset="2"/>
              <a:buChar char="v"/>
            </a:pPr>
            <a:r>
              <a:rPr lang="en-US" sz="1800" dirty="0">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Consistency: This means that the law must apply to everyone in the same way. As a result, cases with similar are likely to have similar outcomes.</a:t>
            </a: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12"/>
                                        </p:tgtEl>
                                        <p:attrNameLst>
                                          <p:attrName>style.visibility</p:attrName>
                                        </p:attrNameLst>
                                      </p:cBhvr>
                                      <p:to>
                                        <p:strVal val="visible"/>
                                      </p:to>
                                    </p:set>
                                    <p:animEffect transition="in" filter="wipe(down)">
                                      <p:cBhvr>
                                        <p:cTn id="7" dur="500"/>
                                        <p:tgtEl>
                                          <p:spTgt spid="31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up)">
                                      <p:cBhvr>
                                        <p:cTn id="1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 grpId="0"/>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39"/>
          <p:cNvSpPr txBox="1">
            <a:spLocks noGrp="1"/>
          </p:cNvSpPr>
          <p:nvPr>
            <p:ph type="ctrTitle"/>
          </p:nvPr>
        </p:nvSpPr>
        <p:spPr>
          <a:xfrm>
            <a:off x="1177837" y="2194107"/>
            <a:ext cx="6895897" cy="1159800"/>
          </a:xfrm>
          <a:prstGeom prst="rect">
            <a:avLst/>
          </a:prstGeom>
        </p:spPr>
        <p:txBody>
          <a:bodyPr spcFirstLastPara="1" wrap="square" lIns="0" tIns="0" rIns="0" bIns="0" anchor="b" anchorCtr="0">
            <a:noAutofit/>
          </a:bodyPr>
          <a:lstStyle/>
          <a:p>
            <a:r>
              <a:rPr lang="en-US" sz="4000" dirty="0">
                <a:solidFill>
                  <a:srgbClr val="9B0D3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Exceptions to Rule of Law</a:t>
            </a:r>
            <a:br>
              <a:rPr lang="en-US" sz="4000" dirty="0">
                <a:solidFill>
                  <a:srgbClr val="9B0D31"/>
                </a:solidFill>
                <a:effectLst>
                  <a:outerShdw blurRad="38100" dist="38100" dir="2700000" algn="tl">
                    <a:srgbClr val="000000">
                      <a:alpha val="43137"/>
                    </a:srgbClr>
                  </a:outerShdw>
                </a:effectLst>
                <a:latin typeface="Segoe UI Historic" panose="020B0502040204020203" pitchFamily="34" charset="0"/>
              </a:rPr>
            </a:br>
            <a:endParaRPr sz="4000" dirty="0">
              <a:solidFill>
                <a:srgbClr val="9B0D31"/>
              </a:solidFill>
              <a:effectLst>
                <a:outerShdw blurRad="38100" dist="38100" dir="2700000" algn="tl">
                  <a:srgbClr val="000000">
                    <a:alpha val="43137"/>
                  </a:srgbClr>
                </a:outerShdw>
              </a:effectLst>
            </a:endParaRPr>
          </a:p>
        </p:txBody>
      </p:sp>
      <p:sp>
        <p:nvSpPr>
          <p:cNvPr id="409" name="Google Shape;409;p39"/>
          <p:cNvSpPr txBox="1"/>
          <p:nvPr/>
        </p:nvSpPr>
        <p:spPr>
          <a:xfrm>
            <a:off x="4067100" y="0"/>
            <a:ext cx="1009800" cy="159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4800" b="1" dirty="0">
                <a:solidFill>
                  <a:srgbClr val="FFFFFF"/>
                </a:solidFill>
                <a:latin typeface="Tinos"/>
                <a:ea typeface="Tinos"/>
                <a:cs typeface="Tinos"/>
                <a:sym typeface="Tinos"/>
              </a:rPr>
              <a:t>6</a:t>
            </a:r>
            <a:endParaRPr sz="4800" dirty="0">
              <a:solidFill>
                <a:srgbClr val="FFFFFF"/>
              </a:solidFill>
            </a:endParaRPr>
          </a:p>
        </p:txBody>
      </p:sp>
      <p:sp>
        <p:nvSpPr>
          <p:cNvPr id="7" name="Google Shape;173;p20">
            <a:extLst>
              <a:ext uri="{FF2B5EF4-FFF2-40B4-BE49-F238E27FC236}">
                <a16:creationId xmlns:a16="http://schemas.microsoft.com/office/drawing/2014/main" id="{EE9A6B2E-AE80-4AD4-8B60-7B1387E47440}"/>
              </a:ext>
            </a:extLst>
          </p:cNvPr>
          <p:cNvSpPr txBox="1">
            <a:spLocks/>
          </p:cNvSpPr>
          <p:nvPr/>
        </p:nvSpPr>
        <p:spPr>
          <a:xfrm>
            <a:off x="739586" y="2961507"/>
            <a:ext cx="7772400" cy="7848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93700" algn="l" rtl="0">
              <a:lnSpc>
                <a:spcPct val="100000"/>
              </a:lnSpc>
              <a:spcBef>
                <a:spcPts val="600"/>
              </a:spcBef>
              <a:spcAft>
                <a:spcPts val="0"/>
              </a:spcAft>
              <a:buClr>
                <a:schemeClr val="accent6"/>
              </a:buClr>
              <a:buSzPts val="2600"/>
              <a:buFont typeface="Tinos"/>
              <a:buChar char="◈"/>
              <a:defRPr sz="2600" b="0" i="0" u="none" strike="noStrike" cap="none">
                <a:solidFill>
                  <a:schemeClr val="dk1"/>
                </a:solidFill>
                <a:latin typeface="Tinos"/>
                <a:ea typeface="Tinos"/>
                <a:cs typeface="Tinos"/>
                <a:sym typeface="Tinos"/>
              </a:defRPr>
            </a:lvl1pPr>
            <a:lvl2pPr marL="914400" marR="0" lvl="1" indent="-393700" algn="l" rtl="0">
              <a:lnSpc>
                <a:spcPct val="100000"/>
              </a:lnSpc>
              <a:spcBef>
                <a:spcPts val="0"/>
              </a:spcBef>
              <a:spcAft>
                <a:spcPts val="0"/>
              </a:spcAft>
              <a:buClr>
                <a:schemeClr val="accent6"/>
              </a:buClr>
              <a:buSzPts val="2600"/>
              <a:buFont typeface="Tinos"/>
              <a:buChar char="⬩"/>
              <a:defRPr sz="2600" b="0" i="0" u="none" strike="noStrike" cap="none">
                <a:solidFill>
                  <a:schemeClr val="dk1"/>
                </a:solidFill>
                <a:latin typeface="Tinos"/>
                <a:ea typeface="Tinos"/>
                <a:cs typeface="Tinos"/>
                <a:sym typeface="Tinos"/>
              </a:defRPr>
            </a:lvl2pPr>
            <a:lvl3pPr marL="1371600" marR="0" lvl="2" indent="-393700" algn="l" rtl="0">
              <a:lnSpc>
                <a:spcPct val="100000"/>
              </a:lnSpc>
              <a:spcBef>
                <a:spcPts val="0"/>
              </a:spcBef>
              <a:spcAft>
                <a:spcPts val="0"/>
              </a:spcAft>
              <a:buClr>
                <a:schemeClr val="accent6"/>
              </a:buClr>
              <a:buSzPts val="2600"/>
              <a:buFont typeface="Tinos"/>
              <a:buChar char="⬩"/>
              <a:defRPr sz="2600" b="0" i="0" u="none" strike="noStrike" cap="none">
                <a:solidFill>
                  <a:schemeClr val="dk1"/>
                </a:solidFill>
                <a:latin typeface="Tinos"/>
                <a:ea typeface="Tinos"/>
                <a:cs typeface="Tinos"/>
                <a:sym typeface="Tinos"/>
              </a:defRPr>
            </a:lvl3pPr>
            <a:lvl4pPr marL="1828800" marR="0" lvl="3"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4pPr>
            <a:lvl5pPr marL="2286000" marR="0" lvl="4"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5pPr>
            <a:lvl6pPr marL="2743200" marR="0" lvl="5"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6pPr>
            <a:lvl7pPr marL="3200400" marR="0" lvl="6"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7pPr>
            <a:lvl8pPr marL="3657600" marR="0" lvl="7"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8pPr>
            <a:lvl9pPr marL="4114800" marR="0" lvl="8" indent="-393700" algn="l" rtl="0">
              <a:lnSpc>
                <a:spcPct val="100000"/>
              </a:lnSpc>
              <a:spcBef>
                <a:spcPts val="0"/>
              </a:spcBef>
              <a:spcAft>
                <a:spcPts val="0"/>
              </a:spcAft>
              <a:buClr>
                <a:schemeClr val="dk1"/>
              </a:buClr>
              <a:buSzPts val="2600"/>
              <a:buFont typeface="Tinos"/>
              <a:buChar char="⬩"/>
              <a:defRPr sz="2600" b="0" i="0" u="none" strike="noStrike" cap="none">
                <a:solidFill>
                  <a:schemeClr val="dk1"/>
                </a:solidFill>
                <a:latin typeface="Tinos"/>
                <a:ea typeface="Tinos"/>
                <a:cs typeface="Tinos"/>
                <a:sym typeface="Tinos"/>
              </a:defRPr>
            </a:lvl9pPr>
          </a:lstStyle>
          <a:p>
            <a:pPr marL="0" indent="0" algn="ctr">
              <a:spcBef>
                <a:spcPts val="0"/>
              </a:spcBef>
              <a:buFont typeface="Tinos"/>
              <a:buNone/>
            </a:pPr>
            <a:r>
              <a:rPr lang="en-US" sz="2400" b="1" dirty="0">
                <a:effectLst>
                  <a:outerShdw blurRad="38100" dist="38100" dir="2700000" algn="tl">
                    <a:srgbClr val="000000">
                      <a:alpha val="43137"/>
                    </a:srgbClr>
                  </a:outerShdw>
                </a:effectLst>
              </a:rPr>
              <a:t>Let’s start with the Sixth set of slides</a:t>
            </a:r>
          </a:p>
        </p:txBody>
      </p:sp>
    </p:spTree>
    <p:extLst>
      <p:ext uri="{BB962C8B-B14F-4D97-AF65-F5344CB8AC3E}">
        <p14:creationId xmlns:p14="http://schemas.microsoft.com/office/powerpoint/2010/main" val="494563632"/>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407"/>
                                        </p:tgtEl>
                                        <p:attrNameLst>
                                          <p:attrName>style.visibility</p:attrName>
                                        </p:attrNameLst>
                                      </p:cBhvr>
                                      <p:to>
                                        <p:strVal val="visible"/>
                                      </p:to>
                                    </p:set>
                                    <p:anim calcmode="lin" valueType="num">
                                      <p:cBhvr additive="base">
                                        <p:cTn id="7" dur="500" fill="hold"/>
                                        <p:tgtEl>
                                          <p:spTgt spid="407"/>
                                        </p:tgtEl>
                                        <p:attrNameLst>
                                          <p:attrName>ppt_x</p:attrName>
                                        </p:attrNameLst>
                                      </p:cBhvr>
                                      <p:tavLst>
                                        <p:tav tm="0">
                                          <p:val>
                                            <p:strVal val="#ppt_x"/>
                                          </p:val>
                                        </p:tav>
                                        <p:tav tm="100000">
                                          <p:val>
                                            <p:strVal val="#ppt_x"/>
                                          </p:val>
                                        </p:tav>
                                      </p:tavLst>
                                    </p:anim>
                                    <p:anim calcmode="lin" valueType="num">
                                      <p:cBhvr additive="base">
                                        <p:cTn id="8" dur="500" fill="hold"/>
                                        <p:tgtEl>
                                          <p:spTgt spid="407"/>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6" name="Google Shape;266;p28"/>
          <p:cNvSpPr txBox="1">
            <a:spLocks noGrp="1"/>
          </p:cNvSpPr>
          <p:nvPr>
            <p:ph type="sldNum" idx="12"/>
          </p:nvPr>
        </p:nvSpPr>
        <p:spPr>
          <a:xfrm>
            <a:off x="4063200" y="4783800"/>
            <a:ext cx="1017600" cy="359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17</a:t>
            </a:fld>
            <a:endParaRPr/>
          </a:p>
        </p:txBody>
      </p:sp>
      <p:sp>
        <p:nvSpPr>
          <p:cNvPr id="7" name="Google Shape;407;p39">
            <a:extLst>
              <a:ext uri="{FF2B5EF4-FFF2-40B4-BE49-F238E27FC236}">
                <a16:creationId xmlns:a16="http://schemas.microsoft.com/office/drawing/2014/main" id="{C5227DB7-875B-40FE-91B4-42A0A5B290F5}"/>
              </a:ext>
            </a:extLst>
          </p:cNvPr>
          <p:cNvSpPr txBox="1">
            <a:spLocks/>
          </p:cNvSpPr>
          <p:nvPr/>
        </p:nvSpPr>
        <p:spPr>
          <a:xfrm>
            <a:off x="707191" y="728378"/>
            <a:ext cx="6895897" cy="1159800"/>
          </a:xfrm>
          <a:prstGeom prst="rect">
            <a:avLst/>
          </a:prstGeom>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3200" b="1" u="sng" dirty="0">
                <a:solidFill>
                  <a:srgbClr val="9B0D3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Exceptions to Rule of Law</a:t>
            </a:r>
            <a:br>
              <a:rPr lang="en-US" sz="3200" b="1" u="sng" dirty="0">
                <a:solidFill>
                  <a:srgbClr val="9B0D31"/>
                </a:solidFill>
                <a:effectLst>
                  <a:outerShdw blurRad="38100" dist="38100" dir="2700000" algn="tl">
                    <a:srgbClr val="000000">
                      <a:alpha val="43137"/>
                    </a:srgbClr>
                  </a:outerShdw>
                </a:effectLst>
                <a:latin typeface="Segoe UI Historic" panose="020B0502040204020203" pitchFamily="34" charset="0"/>
              </a:rPr>
            </a:br>
            <a:endParaRPr lang="en-US" sz="3200" b="1" u="sng" dirty="0">
              <a:solidFill>
                <a:srgbClr val="9B0D31"/>
              </a:solidFill>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5F870B56-6987-429C-8C92-CEA0CADB1F54}"/>
              </a:ext>
            </a:extLst>
          </p:cNvPr>
          <p:cNvSpPr txBox="1"/>
          <p:nvPr/>
        </p:nvSpPr>
        <p:spPr>
          <a:xfrm>
            <a:off x="1278693" y="1513973"/>
            <a:ext cx="6895897" cy="3046988"/>
          </a:xfrm>
          <a:prstGeom prst="rect">
            <a:avLst/>
          </a:prstGeom>
          <a:noFill/>
        </p:spPr>
        <p:txBody>
          <a:bodyPr wrap="square">
            <a:spAutoFit/>
          </a:bodyPr>
          <a:lstStyle/>
          <a:p>
            <a:pPr marL="457200" indent="-457200">
              <a:buFont typeface="+mj-lt"/>
              <a:buAutoNum type="arabicPeriod"/>
            </a:pPr>
            <a:r>
              <a:rPr lang="en-US" sz="2400" dirty="0">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Equality of law does not mean that the powers of privet citizens  are the same as the power of public officials.</a:t>
            </a:r>
          </a:p>
          <a:p>
            <a:pPr marL="457200" indent="-457200">
              <a:buFont typeface="+mj-lt"/>
              <a:buAutoNum type="arabicPeriod"/>
            </a:pPr>
            <a:r>
              <a:rPr lang="en-US" sz="2400" dirty="0">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Ministers and other executive  bodies are given wide discretionary powers by the stature.</a:t>
            </a:r>
          </a:p>
          <a:p>
            <a:pPr marL="457200" indent="-457200">
              <a:buFont typeface="+mj-lt"/>
              <a:buAutoNum type="arabicPeriod"/>
            </a:pPr>
            <a:r>
              <a:rPr lang="en-US" sz="2400" dirty="0">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Certain members of the society are governed by special rules  in their professions like lawyers, doctors etc.</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62000"/>
            <a:extLst>
              <a:ext uri="{BEBA8EAE-BF5A-486C-A8C5-ECC9F3942E4B}">
                <a14:imgProps xmlns:a14="http://schemas.microsoft.com/office/drawing/2010/main">
                  <a14:imgLayer r:embed="rId4">
                    <a14:imgEffect>
                      <a14:sharpenSoften amount="-60000"/>
                    </a14:imgEffect>
                    <a14:imgEffect>
                      <a14:brightnessContrast bright="-13000"/>
                    </a14:imgEffect>
                  </a14:imgLayer>
                </a14:imgProps>
              </a:ext>
            </a:extLst>
          </a:blip>
          <a:srcRect/>
          <a:stretch>
            <a:fillRect/>
          </a:stretch>
        </a:blipFill>
        <a:effectLst/>
      </p:bgPr>
    </p:bg>
    <p:spTree>
      <p:nvGrpSpPr>
        <p:cNvPr id="1" name="Shape 248"/>
        <p:cNvGrpSpPr/>
        <p:nvPr/>
      </p:nvGrpSpPr>
      <p:grpSpPr>
        <a:xfrm>
          <a:off x="0" y="0"/>
          <a:ext cx="0" cy="0"/>
          <a:chOff x="0" y="0"/>
          <a:chExt cx="0" cy="0"/>
        </a:xfrm>
      </p:grpSpPr>
      <p:sp>
        <p:nvSpPr>
          <p:cNvPr id="252" name="Google Shape;252;p27"/>
          <p:cNvSpPr txBox="1">
            <a:spLocks noGrp="1"/>
          </p:cNvSpPr>
          <p:nvPr>
            <p:ph type="sldNum" idx="12"/>
          </p:nvPr>
        </p:nvSpPr>
        <p:spPr>
          <a:xfrm>
            <a:off x="4063200" y="4783800"/>
            <a:ext cx="1017600" cy="359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18</a:t>
            </a:fld>
            <a:endParaRPr/>
          </a:p>
        </p:txBody>
      </p:sp>
      <p:sp>
        <p:nvSpPr>
          <p:cNvPr id="13" name="Google Shape;407;p39">
            <a:extLst>
              <a:ext uri="{FF2B5EF4-FFF2-40B4-BE49-F238E27FC236}">
                <a16:creationId xmlns:a16="http://schemas.microsoft.com/office/drawing/2014/main" id="{96F8F66C-BA3F-44AD-AD6C-EAB09E635FA0}"/>
              </a:ext>
            </a:extLst>
          </p:cNvPr>
          <p:cNvSpPr txBox="1">
            <a:spLocks/>
          </p:cNvSpPr>
          <p:nvPr/>
        </p:nvSpPr>
        <p:spPr>
          <a:xfrm>
            <a:off x="3289026" y="410135"/>
            <a:ext cx="2634403" cy="826994"/>
          </a:xfrm>
          <a:prstGeom prst="rect">
            <a:avLst/>
          </a:prstGeom>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4000" b="1" u="sng" dirty="0">
                <a:solidFill>
                  <a:srgbClr val="9B0D31"/>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Conclusion </a:t>
            </a:r>
            <a:br>
              <a:rPr lang="en-US" sz="4000" b="1" u="sng" dirty="0">
                <a:solidFill>
                  <a:srgbClr val="9B0D31"/>
                </a:solidFill>
                <a:effectLst>
                  <a:outerShdw blurRad="38100" dist="38100" dir="2700000" algn="tl">
                    <a:srgbClr val="000000">
                      <a:alpha val="43137"/>
                    </a:srgbClr>
                  </a:outerShdw>
                </a:effectLst>
                <a:latin typeface="Segoe UI Historic" panose="020B0502040204020203" pitchFamily="34" charset="0"/>
              </a:rPr>
            </a:br>
            <a:endParaRPr lang="en-US" sz="4000" b="1" u="sng" dirty="0">
              <a:solidFill>
                <a:srgbClr val="9B0D31"/>
              </a:solidFill>
              <a:effectLst>
                <a:outerShdw blurRad="38100" dist="38100" dir="2700000" algn="tl">
                  <a:srgbClr val="000000">
                    <a:alpha val="43137"/>
                  </a:srgbClr>
                </a:outerShdw>
              </a:effectLst>
            </a:endParaRPr>
          </a:p>
        </p:txBody>
      </p:sp>
      <p:sp>
        <p:nvSpPr>
          <p:cNvPr id="15" name="TextBox 14">
            <a:extLst>
              <a:ext uri="{FF2B5EF4-FFF2-40B4-BE49-F238E27FC236}">
                <a16:creationId xmlns:a16="http://schemas.microsoft.com/office/drawing/2014/main" id="{290B91C8-1F9D-425F-BE1C-155B271DC747}"/>
              </a:ext>
            </a:extLst>
          </p:cNvPr>
          <p:cNvSpPr txBox="1"/>
          <p:nvPr/>
        </p:nvSpPr>
        <p:spPr>
          <a:xfrm>
            <a:off x="880781" y="823632"/>
            <a:ext cx="7032812" cy="3416320"/>
          </a:xfrm>
          <a:prstGeom prst="rect">
            <a:avLst/>
          </a:prstGeom>
          <a:noFill/>
        </p:spPr>
        <p:txBody>
          <a:bodyPr wrap="square">
            <a:spAutoFit/>
          </a:bodyPr>
          <a:lstStyle/>
          <a:p>
            <a:r>
              <a:rPr lang="en-US" sz="2400" dirty="0">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On a brief overview of the above discussion we can say that Supremacy of Law is the aim, Rule of law is the best tool to achieve this aim. Our constitution adopted the three principles of ‘Rule of Law’</a:t>
            </a:r>
          </a:p>
          <a:p>
            <a:pPr marL="342900" indent="-342900">
              <a:buFont typeface="Wingdings" panose="05000000000000000000" pitchFamily="2" charset="2"/>
              <a:buChar char="Ø"/>
            </a:pPr>
            <a:r>
              <a:rPr lang="en-US" sz="2400" dirty="0">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Equality before law.</a:t>
            </a:r>
          </a:p>
          <a:p>
            <a:pPr marL="342900" indent="-342900">
              <a:buFont typeface="Wingdings" panose="05000000000000000000" pitchFamily="2" charset="2"/>
              <a:buChar char="Ø"/>
            </a:pPr>
            <a:r>
              <a:rPr lang="en-US" sz="2400" dirty="0">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Exclusion of Arbitrariness.</a:t>
            </a:r>
          </a:p>
          <a:p>
            <a:pPr marL="342900" indent="-342900">
              <a:buFont typeface="Wingdings" panose="05000000000000000000" pitchFamily="2" charset="2"/>
              <a:buChar char="Ø"/>
            </a:pPr>
            <a:r>
              <a:rPr lang="en-US" sz="2400" dirty="0">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Supremacy of Judiciary The Dicey concept “Rule of Law” is adopted by our constitution and this concept resulted into the success of our judicial system.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36"/>
          <p:cNvSpPr txBox="1">
            <a:spLocks noGrp="1"/>
          </p:cNvSpPr>
          <p:nvPr>
            <p:ph type="sldNum" idx="12"/>
          </p:nvPr>
        </p:nvSpPr>
        <p:spPr>
          <a:xfrm>
            <a:off x="4063200" y="4783800"/>
            <a:ext cx="1017600" cy="3597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fld id="{00000000-1234-1234-1234-123412341234}" type="slidenum">
              <a:rPr lang="en"/>
              <a:t>19</a:t>
            </a:fld>
            <a:endParaRPr/>
          </a:p>
        </p:txBody>
      </p:sp>
      <p:sp>
        <p:nvSpPr>
          <p:cNvPr id="386" name="Google Shape;386;p36"/>
          <p:cNvSpPr txBox="1">
            <a:spLocks noGrp="1"/>
          </p:cNvSpPr>
          <p:nvPr>
            <p:ph type="ctrTitle" idx="4294967295"/>
          </p:nvPr>
        </p:nvSpPr>
        <p:spPr>
          <a:xfrm>
            <a:off x="1275150" y="1764150"/>
            <a:ext cx="6593700" cy="8076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6000" dirty="0">
                <a:effectLst>
                  <a:outerShdw blurRad="38100" dist="38100" dir="2700000" algn="tl">
                    <a:srgbClr val="000000">
                      <a:alpha val="43137"/>
                    </a:srgbClr>
                  </a:outerShdw>
                </a:effectLst>
              </a:rPr>
              <a:t>Thanks!</a:t>
            </a:r>
            <a:endParaRPr sz="6000" dirty="0">
              <a:effectLst>
                <a:outerShdw blurRad="38100" dist="38100" dir="2700000" algn="tl">
                  <a:srgbClr val="000000">
                    <a:alpha val="43137"/>
                  </a:srgbClr>
                </a:outerShdw>
              </a:effectLst>
            </a:endParaRPr>
          </a:p>
        </p:txBody>
      </p:sp>
      <p:sp>
        <p:nvSpPr>
          <p:cNvPr id="5" name="Google Shape;885;p88">
            <a:extLst>
              <a:ext uri="{FF2B5EF4-FFF2-40B4-BE49-F238E27FC236}">
                <a16:creationId xmlns:a16="http://schemas.microsoft.com/office/drawing/2014/main" id="{680AA307-9B42-41E8-AFE0-01383B6AEB69}"/>
              </a:ext>
            </a:extLst>
          </p:cNvPr>
          <p:cNvSpPr txBox="1">
            <a:spLocks noGrp="1"/>
          </p:cNvSpPr>
          <p:nvPr>
            <p:ph type="subTitle" idx="4294967295"/>
          </p:nvPr>
        </p:nvSpPr>
        <p:spPr>
          <a:xfrm>
            <a:off x="1275962" y="2571750"/>
            <a:ext cx="6592888" cy="1576388"/>
          </a:xfrm>
          <a:prstGeom prst="rect">
            <a:avLst/>
          </a:prstGeom>
        </p:spPr>
        <p:txBody>
          <a:bodyPr spcFirstLastPara="1" wrap="square" lIns="91425" tIns="91425" rIns="91425" bIns="91425" anchor="t" anchorCtr="0">
            <a:noAutofit/>
          </a:bodyPr>
          <a:lstStyle>
            <a:lvl1pPr marL="257175" indent="-257175" algn="l" defTabSz="342900" rtl="0" eaLnBrk="1" latinLnBrk="0" hangingPunct="1">
              <a:spcBef>
                <a:spcPts val="750"/>
              </a:spcBef>
              <a:spcAft>
                <a:spcPts val="0"/>
              </a:spcAft>
              <a:buClr>
                <a:schemeClr val="accent1"/>
              </a:buClr>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charset="2"/>
              <a:buChar char=""/>
              <a:defRPr sz="900" kern="1200">
                <a:solidFill>
                  <a:schemeClr val="tx1">
                    <a:lumMod val="75000"/>
                    <a:lumOff val="25000"/>
                  </a:schemeClr>
                </a:solidFill>
                <a:latin typeface="+mn-lt"/>
                <a:ea typeface="+mn-ea"/>
                <a:cs typeface="+mn-cs"/>
              </a:defRPr>
            </a:lvl9pPr>
          </a:lstStyle>
          <a:p>
            <a:pPr marL="0" indent="0" algn="ctr">
              <a:spcBef>
                <a:spcPts val="0"/>
              </a:spcBef>
              <a:buFont typeface="Wingdings 3" charset="2"/>
              <a:buNone/>
            </a:pPr>
            <a:r>
              <a:rPr lang="en-US" sz="3600" dirty="0">
                <a:solidFill>
                  <a:schemeClr val="tx2">
                    <a:lumMod val="10000"/>
                  </a:schemeClr>
                </a:solidFill>
                <a:effectLst>
                  <a:outerShdw blurRad="38100" dist="38100" dir="2700000" algn="tl">
                    <a:srgbClr val="000000">
                      <a:alpha val="43137"/>
                    </a:srgbClr>
                  </a:outerShdw>
                </a:effectLst>
                <a:latin typeface="Tinos" panose="020B0604020202020204" charset="0"/>
                <a:ea typeface="Tinos" panose="020B0604020202020204" charset="0"/>
                <a:cs typeface="Tinos" panose="020B0604020202020204" charset="0"/>
              </a:rPr>
              <a:t>Do you have any questions?</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86"/>
                                        </p:tgtEl>
                                        <p:attrNameLst>
                                          <p:attrName>style.visibility</p:attrName>
                                        </p:attrNameLst>
                                      </p:cBhvr>
                                      <p:to>
                                        <p:strVal val="visible"/>
                                      </p:to>
                                    </p:set>
                                    <p:anim calcmode="lin" valueType="num">
                                      <p:cBhvr>
                                        <p:cTn id="7" dur="1000" fill="hold"/>
                                        <p:tgtEl>
                                          <p:spTgt spid="386"/>
                                        </p:tgtEl>
                                        <p:attrNameLst>
                                          <p:attrName>ppt_w</p:attrName>
                                        </p:attrNameLst>
                                      </p:cBhvr>
                                      <p:tavLst>
                                        <p:tav tm="0">
                                          <p:val>
                                            <p:fltVal val="0"/>
                                          </p:val>
                                        </p:tav>
                                        <p:tav tm="100000">
                                          <p:val>
                                            <p:strVal val="#ppt_w"/>
                                          </p:val>
                                        </p:tav>
                                      </p:tavLst>
                                    </p:anim>
                                    <p:anim calcmode="lin" valueType="num">
                                      <p:cBhvr>
                                        <p:cTn id="8" dur="1000" fill="hold"/>
                                        <p:tgtEl>
                                          <p:spTgt spid="386"/>
                                        </p:tgtEl>
                                        <p:attrNameLst>
                                          <p:attrName>ppt_h</p:attrName>
                                        </p:attrNameLst>
                                      </p:cBhvr>
                                      <p:tavLst>
                                        <p:tav tm="0">
                                          <p:val>
                                            <p:fltVal val="0"/>
                                          </p:val>
                                        </p:tav>
                                        <p:tav tm="100000">
                                          <p:val>
                                            <p:strVal val="#ppt_h"/>
                                          </p:val>
                                        </p:tav>
                                      </p:tavLst>
                                    </p:anim>
                                    <p:anim calcmode="lin" valueType="num">
                                      <p:cBhvr>
                                        <p:cTn id="9" dur="1000" fill="hold"/>
                                        <p:tgtEl>
                                          <p:spTgt spid="386"/>
                                        </p:tgtEl>
                                        <p:attrNameLst>
                                          <p:attrName>style.rotation</p:attrName>
                                        </p:attrNameLst>
                                      </p:cBhvr>
                                      <p:tavLst>
                                        <p:tav tm="0">
                                          <p:val>
                                            <p:fltVal val="90"/>
                                          </p:val>
                                        </p:tav>
                                        <p:tav tm="100000">
                                          <p:val>
                                            <p:fltVal val="0"/>
                                          </p:val>
                                        </p:tav>
                                      </p:tavLst>
                                    </p:anim>
                                    <p:animEffect transition="in" filter="fade">
                                      <p:cBhvr>
                                        <p:cTn id="10" dur="1000"/>
                                        <p:tgtEl>
                                          <p:spTgt spid="386"/>
                                        </p:tgtEl>
                                      </p:cBhvr>
                                    </p:animEffect>
                                  </p:childTnLst>
                                </p:cTn>
                              </p:par>
                            </p:childTnLst>
                          </p:cTn>
                        </p:par>
                        <p:par>
                          <p:cTn id="11" fill="hold">
                            <p:stCondLst>
                              <p:cond delay="1000"/>
                            </p:stCondLst>
                            <p:childTnLst>
                              <p:par>
                                <p:cTn id="12" presetID="22" presetClass="entr" presetSubtype="1" fill="hold" grpId="0" nodeType="after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wipe(up)">
                                      <p:cBhvr>
                                        <p:cTn id="14"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 grpId="0"/>
      <p:bldP spid="5" grpId="0" build="p"/>
    </p:bldLst>
  </p:timing>
</p:sld>
</file>

<file path=ppt/theme/theme1.xml><?xml version="1.0" encoding="utf-8"?>
<a:theme xmlns:a="http://schemas.openxmlformats.org/drawingml/2006/main" name="Fortinbras template">
  <a:themeElements>
    <a:clrScheme name="Custom 347">
      <a:dk1>
        <a:srgbClr val="272A35"/>
      </a:dk1>
      <a:lt1>
        <a:srgbClr val="FFFFFF"/>
      </a:lt1>
      <a:dk2>
        <a:srgbClr val="272A35"/>
      </a:dk2>
      <a:lt2>
        <a:srgbClr val="EFF0F3"/>
      </a:lt2>
      <a:accent1>
        <a:srgbClr val="AD0B2D"/>
      </a:accent1>
      <a:accent2>
        <a:srgbClr val="802017"/>
      </a:accent2>
      <a:accent3>
        <a:srgbClr val="E2D7D0"/>
      </a:accent3>
      <a:accent4>
        <a:srgbClr val="C2B6B9"/>
      </a:accent4>
      <a:accent5>
        <a:srgbClr val="F8F1E8"/>
      </a:accent5>
      <a:accent6>
        <a:srgbClr val="D5CABC"/>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837</Words>
  <Application>Microsoft Office PowerPoint</Application>
  <PresentationFormat>On-screen Show (16:9)</PresentationFormat>
  <Paragraphs>83</Paragraphs>
  <Slides>19</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Wingdings</vt:lpstr>
      <vt:lpstr>Segoe UI Historic</vt:lpstr>
      <vt:lpstr>Bahnschrift</vt:lpstr>
      <vt:lpstr>Wingdings 3</vt:lpstr>
      <vt:lpstr>Tinos</vt:lpstr>
      <vt:lpstr>Fortinbras template</vt:lpstr>
      <vt:lpstr>Welcome to Our Presentation</vt:lpstr>
      <vt:lpstr>Presented By</vt:lpstr>
      <vt:lpstr>Presented To</vt:lpstr>
      <vt:lpstr>CONTENTS OF THIS Presentation:</vt:lpstr>
      <vt:lpstr>Introduction</vt:lpstr>
      <vt:lpstr>PowerPoint Presentation</vt:lpstr>
      <vt:lpstr>Rule of Law</vt:lpstr>
      <vt:lpstr>Meaning Of Rule of Law</vt:lpstr>
      <vt:lpstr>Meaning of Rule of Law</vt:lpstr>
      <vt:lpstr>Modern Concept of Rule of Law</vt:lpstr>
      <vt:lpstr>Modern Concept of Rule of Law</vt:lpstr>
      <vt:lpstr>History of Rule of Law</vt:lpstr>
      <vt:lpstr>History of the Rule of Law</vt:lpstr>
      <vt:lpstr>Basic features of Rule of Law as per Dicey </vt:lpstr>
      <vt:lpstr>Key concepts of The Rule of Law</vt:lpstr>
      <vt:lpstr>Exceptions to Rule of Law </vt:lpstr>
      <vt:lpstr>PowerPoint Presentation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Our Presentation</dc:title>
  <cp:lastModifiedBy>Istiaq Alam</cp:lastModifiedBy>
  <cp:revision>2</cp:revision>
  <dcterms:modified xsi:type="dcterms:W3CDTF">2022-12-16T18:57:37Z</dcterms:modified>
</cp:coreProperties>
</file>