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66" r:id="rId5"/>
    <p:sldId id="269" r:id="rId6"/>
    <p:sldId id="272" r:id="rId7"/>
    <p:sldId id="270" r:id="rId8"/>
    <p:sldId id="274" r:id="rId9"/>
    <p:sldId id="275" r:id="rId10"/>
    <p:sldId id="276" r:id="rId11"/>
    <p:sldId id="265" r:id="rId12"/>
    <p:sldId id="268" r:id="rId13"/>
  </p:sldIdLst>
  <p:sldSz cx="18288000" cy="10287000"/>
  <p:notesSz cx="6858000" cy="9144000"/>
  <p:embeddedFontLst>
    <p:embeddedFont>
      <p:font typeface="Bahnschrift" panose="020B0502040204020203" pitchFamily="34" charset="0"/>
      <p:regular r:id="rId14"/>
      <p:bold r:id="rId15"/>
    </p:embeddedFont>
    <p:embeddedFont>
      <p:font typeface="Open Sans" panose="020B0606030504020204" pitchFamily="34" charset="0"/>
      <p:regular r:id="rId16"/>
      <p:bold r:id="rId17"/>
    </p:embeddedFont>
    <p:embeddedFont>
      <p:font typeface="Rosario" panose="020B0604020202020204" charset="0"/>
      <p:regular r:id="rId18"/>
    </p:embeddedFont>
    <p:embeddedFont>
      <p:font typeface="Rosario Bold" panose="020B0604020202020204" charset="0"/>
      <p:regular r:id="rId19"/>
    </p:embeddedFont>
    <p:embeddedFont>
      <p:font typeface="Squada One"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8F669A-4A2D-4CD1-ABAE-15A955BCA4EC}" v="737" dt="2024-11-12T01:46:31.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255"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tiaq Alam" userId="6e56752581b029fa" providerId="LiveId" clId="{E58F669A-4A2D-4CD1-ABAE-15A955BCA4EC}"/>
    <pc:docChg chg="undo custSel addSld delSld modSld sldOrd modMainMaster addSection delSection modSection">
      <pc:chgData name="Istiaq Alam" userId="6e56752581b029fa" providerId="LiveId" clId="{E58F669A-4A2D-4CD1-ABAE-15A955BCA4EC}" dt="2024-11-12T01:47:08.758" v="2201" actId="1076"/>
      <pc:docMkLst>
        <pc:docMk/>
      </pc:docMkLst>
      <pc:sldChg chg="addSp delSp modSp mod setBg chgLayout">
        <pc:chgData name="Istiaq Alam" userId="6e56752581b029fa" providerId="LiveId" clId="{E58F669A-4A2D-4CD1-ABAE-15A955BCA4EC}" dt="2024-11-11T21:08:20.608" v="2119" actId="1076"/>
        <pc:sldMkLst>
          <pc:docMk/>
          <pc:sldMk cId="0" sldId="256"/>
        </pc:sldMkLst>
        <pc:spChg chg="mod">
          <ac:chgData name="Istiaq Alam" userId="6e56752581b029fa" providerId="LiveId" clId="{E58F669A-4A2D-4CD1-ABAE-15A955BCA4EC}" dt="2024-11-11T21:08:13.003" v="2117" actId="2711"/>
          <ac:spMkLst>
            <pc:docMk/>
            <pc:sldMk cId="0" sldId="256"/>
            <ac:spMk id="9" creationId="{00000000-0000-0000-0000-000000000000}"/>
          </ac:spMkLst>
        </pc:spChg>
        <pc:spChg chg="add mod">
          <ac:chgData name="Istiaq Alam" userId="6e56752581b029fa" providerId="LiveId" clId="{E58F669A-4A2D-4CD1-ABAE-15A955BCA4EC}" dt="2024-11-11T20:51:50.563" v="1838" actId="1076"/>
          <ac:spMkLst>
            <pc:docMk/>
            <pc:sldMk cId="0" sldId="256"/>
            <ac:spMk id="13" creationId="{E4C76D8B-EA0C-BC29-BC28-EDBA187C2FE9}"/>
          </ac:spMkLst>
        </pc:spChg>
        <pc:spChg chg="del">
          <ac:chgData name="Istiaq Alam" userId="6e56752581b029fa" providerId="LiveId" clId="{E58F669A-4A2D-4CD1-ABAE-15A955BCA4EC}" dt="2024-11-11T19:23:23.843" v="785" actId="478"/>
          <ac:spMkLst>
            <pc:docMk/>
            <pc:sldMk cId="0" sldId="256"/>
            <ac:spMk id="16" creationId="{9711AF67-2C3A-FF94-66FC-173C9ABCCBF9}"/>
          </ac:spMkLst>
        </pc:spChg>
        <pc:grpChg chg="mod">
          <ac:chgData name="Istiaq Alam" userId="6e56752581b029fa" providerId="LiveId" clId="{E58F669A-4A2D-4CD1-ABAE-15A955BCA4EC}" dt="2024-11-11T21:08:20.608" v="2119" actId="1076"/>
          <ac:grpSpMkLst>
            <pc:docMk/>
            <pc:sldMk cId="0" sldId="256"/>
            <ac:grpSpMk id="6" creationId="{00000000-0000-0000-0000-000000000000}"/>
          </ac:grpSpMkLst>
        </pc:grpChg>
      </pc:sldChg>
      <pc:sldChg chg="addSp delSp modSp mod setBg chgLayout">
        <pc:chgData name="Istiaq Alam" userId="6e56752581b029fa" providerId="LiveId" clId="{E58F669A-4A2D-4CD1-ABAE-15A955BCA4EC}" dt="2024-11-11T21:07:29.579" v="2116" actId="1076"/>
        <pc:sldMkLst>
          <pc:docMk/>
          <pc:sldMk cId="0" sldId="257"/>
        </pc:sldMkLst>
        <pc:spChg chg="del">
          <ac:chgData name="Istiaq Alam" userId="6e56752581b029fa" providerId="LiveId" clId="{E58F669A-4A2D-4CD1-ABAE-15A955BCA4EC}" dt="2024-11-11T18:37:09.154" v="192" actId="478"/>
          <ac:spMkLst>
            <pc:docMk/>
            <pc:sldMk cId="0" sldId="257"/>
            <ac:spMk id="4" creationId="{00000000-0000-0000-0000-000000000000}"/>
          </ac:spMkLst>
        </pc:spChg>
        <pc:spChg chg="mod">
          <ac:chgData name="Istiaq Alam" userId="6e56752581b029fa" providerId="LiveId" clId="{E58F669A-4A2D-4CD1-ABAE-15A955BCA4EC}" dt="2024-11-11T21:07:29.579" v="2116" actId="1076"/>
          <ac:spMkLst>
            <pc:docMk/>
            <pc:sldMk cId="0" sldId="257"/>
            <ac:spMk id="10" creationId="{00000000-0000-0000-0000-000000000000}"/>
          </ac:spMkLst>
        </pc:spChg>
        <pc:spChg chg="add mod">
          <ac:chgData name="Istiaq Alam" userId="6e56752581b029fa" providerId="LiveId" clId="{E58F669A-4A2D-4CD1-ABAE-15A955BCA4EC}" dt="2024-11-11T18:47:26.729" v="479" actId="1076"/>
          <ac:spMkLst>
            <pc:docMk/>
            <pc:sldMk cId="0" sldId="257"/>
            <ac:spMk id="14" creationId="{33EEF4F2-0869-087A-37B4-B1C78C1DA769}"/>
          </ac:spMkLst>
        </pc:spChg>
        <pc:spChg chg="add mod">
          <ac:chgData name="Istiaq Alam" userId="6e56752581b029fa" providerId="LiveId" clId="{E58F669A-4A2D-4CD1-ABAE-15A955BCA4EC}" dt="2024-11-11T18:46:38.434" v="462" actId="767"/>
          <ac:spMkLst>
            <pc:docMk/>
            <pc:sldMk cId="0" sldId="257"/>
            <ac:spMk id="16" creationId="{8AD87C2D-DB33-A8EC-1580-7EC837AB9901}"/>
          </ac:spMkLst>
        </pc:spChg>
        <pc:spChg chg="add mod">
          <ac:chgData name="Istiaq Alam" userId="6e56752581b029fa" providerId="LiveId" clId="{E58F669A-4A2D-4CD1-ABAE-15A955BCA4EC}" dt="2024-11-11T18:48:09.954" v="484" actId="1076"/>
          <ac:spMkLst>
            <pc:docMk/>
            <pc:sldMk cId="0" sldId="257"/>
            <ac:spMk id="17" creationId="{5B4C7FB9-4C97-8035-DB22-5DEE26140B8C}"/>
          </ac:spMkLst>
        </pc:spChg>
        <pc:spChg chg="add mod">
          <ac:chgData name="Istiaq Alam" userId="6e56752581b029fa" providerId="LiveId" clId="{E58F669A-4A2D-4CD1-ABAE-15A955BCA4EC}" dt="2024-11-11T18:48:53.513" v="498" actId="1076"/>
          <ac:spMkLst>
            <pc:docMk/>
            <pc:sldMk cId="0" sldId="257"/>
            <ac:spMk id="19" creationId="{E4CA702C-98DE-A8ED-AFA3-728C413C38AB}"/>
          </ac:spMkLst>
        </pc:spChg>
        <pc:spChg chg="add mod">
          <ac:chgData name="Istiaq Alam" userId="6e56752581b029fa" providerId="LiveId" clId="{E58F669A-4A2D-4CD1-ABAE-15A955BCA4EC}" dt="2024-11-11T18:50:24.739" v="514" actId="1076"/>
          <ac:spMkLst>
            <pc:docMk/>
            <pc:sldMk cId="0" sldId="257"/>
            <ac:spMk id="24" creationId="{5349E354-765F-5C32-7E6A-C0F66781D42F}"/>
          </ac:spMkLst>
        </pc:spChg>
        <pc:spChg chg="add mod">
          <ac:chgData name="Istiaq Alam" userId="6e56752581b029fa" providerId="LiveId" clId="{E58F669A-4A2D-4CD1-ABAE-15A955BCA4EC}" dt="2024-11-11T20:52:12.055" v="1844" actId="20577"/>
          <ac:spMkLst>
            <pc:docMk/>
            <pc:sldMk cId="0" sldId="257"/>
            <ac:spMk id="27" creationId="{5BCED089-7A31-7B25-E34B-4022AFF90CE5}"/>
          </ac:spMkLst>
        </pc:spChg>
        <pc:spChg chg="add mod">
          <ac:chgData name="Istiaq Alam" userId="6e56752581b029fa" providerId="LiveId" clId="{E58F669A-4A2D-4CD1-ABAE-15A955BCA4EC}" dt="2024-11-11T20:58:53.763" v="2037" actId="1076"/>
          <ac:spMkLst>
            <pc:docMk/>
            <pc:sldMk cId="0" sldId="257"/>
            <ac:spMk id="28" creationId="{DC3A982D-20A1-56CE-9EBA-72A2CE8C4858}"/>
          </ac:spMkLst>
        </pc:spChg>
        <pc:grpChg chg="del">
          <ac:chgData name="Istiaq Alam" userId="6e56752581b029fa" providerId="LiveId" clId="{E58F669A-4A2D-4CD1-ABAE-15A955BCA4EC}" dt="2024-11-11T18:37:10.610" v="193" actId="478"/>
          <ac:grpSpMkLst>
            <pc:docMk/>
            <pc:sldMk cId="0" sldId="257"/>
            <ac:grpSpMk id="7" creationId="{00000000-0000-0000-0000-000000000000}"/>
          </ac:grpSpMkLst>
        </pc:grpChg>
        <pc:picChg chg="add mod">
          <ac:chgData name="Istiaq Alam" userId="6e56752581b029fa" providerId="LiveId" clId="{E58F669A-4A2D-4CD1-ABAE-15A955BCA4EC}" dt="2024-11-11T20:58:50.574" v="2036" actId="1076"/>
          <ac:picMkLst>
            <pc:docMk/>
            <pc:sldMk cId="0" sldId="257"/>
            <ac:picMk id="2050" creationId="{25ABE2FC-86A2-C035-8B2C-B57F5839539A}"/>
          </ac:picMkLst>
        </pc:picChg>
        <pc:cxnChg chg="add mod">
          <ac:chgData name="Istiaq Alam" userId="6e56752581b029fa" providerId="LiveId" clId="{E58F669A-4A2D-4CD1-ABAE-15A955BCA4EC}" dt="2024-11-11T18:45:52.498" v="458" actId="1076"/>
          <ac:cxnSpMkLst>
            <pc:docMk/>
            <pc:sldMk cId="0" sldId="257"/>
            <ac:cxnSpMk id="12" creationId="{0DECE7B5-BA8F-71DB-3998-B1289C4F99CF}"/>
          </ac:cxnSpMkLst>
        </pc:cxnChg>
        <pc:cxnChg chg="add mod">
          <ac:chgData name="Istiaq Alam" userId="6e56752581b029fa" providerId="LiveId" clId="{E58F669A-4A2D-4CD1-ABAE-15A955BCA4EC}" dt="2024-11-11T18:48:18.602" v="486" actId="1076"/>
          <ac:cxnSpMkLst>
            <pc:docMk/>
            <pc:sldMk cId="0" sldId="257"/>
            <ac:cxnSpMk id="18" creationId="{1677B51F-5D2D-A5E5-24A1-3784F3D8D23C}"/>
          </ac:cxnSpMkLst>
        </pc:cxnChg>
        <pc:cxnChg chg="add mod">
          <ac:chgData name="Istiaq Alam" userId="6e56752581b029fa" providerId="LiveId" clId="{E58F669A-4A2D-4CD1-ABAE-15A955BCA4EC}" dt="2024-11-11T18:49:07.754" v="503" actId="14100"/>
          <ac:cxnSpMkLst>
            <pc:docMk/>
            <pc:sldMk cId="0" sldId="257"/>
            <ac:cxnSpMk id="20" creationId="{60DAD042-6A3F-33A3-E5C7-D3C73CF77C39}"/>
          </ac:cxnSpMkLst>
        </pc:cxnChg>
        <pc:cxnChg chg="add mod">
          <ac:chgData name="Istiaq Alam" userId="6e56752581b029fa" providerId="LiveId" clId="{E58F669A-4A2D-4CD1-ABAE-15A955BCA4EC}" dt="2024-11-11T18:50:40.242" v="517" actId="14100"/>
          <ac:cxnSpMkLst>
            <pc:docMk/>
            <pc:sldMk cId="0" sldId="257"/>
            <ac:cxnSpMk id="25" creationId="{3DAB0220-4C8E-B939-74C3-90DF7812B106}"/>
          </ac:cxnSpMkLst>
        </pc:cxnChg>
      </pc:sldChg>
      <pc:sldChg chg="addSp delSp modSp mod setBg chgLayout">
        <pc:chgData name="Istiaq Alam" userId="6e56752581b029fa" providerId="LiveId" clId="{E58F669A-4A2D-4CD1-ABAE-15A955BCA4EC}" dt="2024-11-11T20:52:05.236" v="1841" actId="20577"/>
        <pc:sldMkLst>
          <pc:docMk/>
          <pc:sldMk cId="0" sldId="258"/>
        </pc:sldMkLst>
        <pc:spChg chg="mod">
          <ac:chgData name="Istiaq Alam" userId="6e56752581b029fa" providerId="LiveId" clId="{E58F669A-4A2D-4CD1-ABAE-15A955BCA4EC}" dt="2024-11-11T18:28:55.081" v="13" actId="14100"/>
          <ac:spMkLst>
            <pc:docMk/>
            <pc:sldMk cId="0" sldId="258"/>
            <ac:spMk id="5" creationId="{00000000-0000-0000-0000-000000000000}"/>
          </ac:spMkLst>
        </pc:spChg>
        <pc:spChg chg="mod">
          <ac:chgData name="Istiaq Alam" userId="6e56752581b029fa" providerId="LiveId" clId="{E58F669A-4A2D-4CD1-ABAE-15A955BCA4EC}" dt="2024-11-11T19:11:44.406" v="687" actId="20577"/>
          <ac:spMkLst>
            <pc:docMk/>
            <pc:sldMk cId="0" sldId="258"/>
            <ac:spMk id="9" creationId="{00000000-0000-0000-0000-000000000000}"/>
          </ac:spMkLst>
        </pc:spChg>
        <pc:spChg chg="del">
          <ac:chgData name="Istiaq Alam" userId="6e56752581b029fa" providerId="LiveId" clId="{E58F669A-4A2D-4CD1-ABAE-15A955BCA4EC}" dt="2024-11-11T18:30:07.414" v="20" actId="478"/>
          <ac:spMkLst>
            <pc:docMk/>
            <pc:sldMk cId="0" sldId="258"/>
            <ac:spMk id="14" creationId="{00000000-0000-0000-0000-000000000000}"/>
          </ac:spMkLst>
        </pc:spChg>
        <pc:spChg chg="del">
          <ac:chgData name="Istiaq Alam" userId="6e56752581b029fa" providerId="LiveId" clId="{E58F669A-4A2D-4CD1-ABAE-15A955BCA4EC}" dt="2024-11-11T18:29:54.644" v="18" actId="478"/>
          <ac:spMkLst>
            <pc:docMk/>
            <pc:sldMk cId="0" sldId="258"/>
            <ac:spMk id="15" creationId="{00000000-0000-0000-0000-000000000000}"/>
          </ac:spMkLst>
        </pc:spChg>
        <pc:spChg chg="add mod">
          <ac:chgData name="Istiaq Alam" userId="6e56752581b029fa" providerId="LiveId" clId="{E58F669A-4A2D-4CD1-ABAE-15A955BCA4EC}" dt="2024-11-11T18:36:51.489" v="191" actId="313"/>
          <ac:spMkLst>
            <pc:docMk/>
            <pc:sldMk cId="0" sldId="258"/>
            <ac:spMk id="16" creationId="{7CD99C57-C329-98B3-0F88-0D480E6FD003}"/>
          </ac:spMkLst>
        </pc:spChg>
        <pc:spChg chg="add mod">
          <ac:chgData name="Istiaq Alam" userId="6e56752581b029fa" providerId="LiveId" clId="{E58F669A-4A2D-4CD1-ABAE-15A955BCA4EC}" dt="2024-11-11T20:52:05.236" v="1841" actId="20577"/>
          <ac:spMkLst>
            <pc:docMk/>
            <pc:sldMk cId="0" sldId="258"/>
            <ac:spMk id="17" creationId="{A3ADEE4E-49B2-D3F2-F6A5-28218238C286}"/>
          </ac:spMkLst>
        </pc:spChg>
        <pc:grpChg chg="mod">
          <ac:chgData name="Istiaq Alam" userId="6e56752581b029fa" providerId="LiveId" clId="{E58F669A-4A2D-4CD1-ABAE-15A955BCA4EC}" dt="2024-11-11T18:31:54.627" v="29" actId="1076"/>
          <ac:grpSpMkLst>
            <pc:docMk/>
            <pc:sldMk cId="0" sldId="258"/>
            <ac:grpSpMk id="8" creationId="{00000000-0000-0000-0000-000000000000}"/>
          </ac:grpSpMkLst>
        </pc:grpChg>
        <pc:grpChg chg="mod">
          <ac:chgData name="Istiaq Alam" userId="6e56752581b029fa" providerId="LiveId" clId="{E58F669A-4A2D-4CD1-ABAE-15A955BCA4EC}" dt="2024-11-11T18:29:46.473" v="17" actId="1076"/>
          <ac:grpSpMkLst>
            <pc:docMk/>
            <pc:sldMk cId="0" sldId="258"/>
            <ac:grpSpMk id="11" creationId="{00000000-0000-0000-0000-000000000000}"/>
          </ac:grpSpMkLst>
        </pc:grpChg>
        <pc:picChg chg="add mod">
          <ac:chgData name="Istiaq Alam" userId="6e56752581b029fa" providerId="LiveId" clId="{E58F669A-4A2D-4CD1-ABAE-15A955BCA4EC}" dt="2024-11-11T18:35:33.142" v="160" actId="18131"/>
          <ac:picMkLst>
            <pc:docMk/>
            <pc:sldMk cId="0" sldId="258"/>
            <ac:picMk id="1026" creationId="{436CEC3F-B74B-0E36-F4C8-526A42508549}"/>
          </ac:picMkLst>
        </pc:picChg>
      </pc:sldChg>
      <pc:sldChg chg="del">
        <pc:chgData name="Istiaq Alam" userId="6e56752581b029fa" providerId="LiveId" clId="{E58F669A-4A2D-4CD1-ABAE-15A955BCA4EC}" dt="2024-11-11T18:37:12.270" v="194" actId="47"/>
        <pc:sldMkLst>
          <pc:docMk/>
          <pc:sldMk cId="0" sldId="259"/>
        </pc:sldMkLst>
      </pc:sldChg>
      <pc:sldChg chg="del">
        <pc:chgData name="Istiaq Alam" userId="6e56752581b029fa" providerId="LiveId" clId="{E58F669A-4A2D-4CD1-ABAE-15A955BCA4EC}" dt="2024-11-11T18:37:13.346" v="195" actId="47"/>
        <pc:sldMkLst>
          <pc:docMk/>
          <pc:sldMk cId="0" sldId="260"/>
        </pc:sldMkLst>
      </pc:sldChg>
      <pc:sldChg chg="del">
        <pc:chgData name="Istiaq Alam" userId="6e56752581b029fa" providerId="LiveId" clId="{E58F669A-4A2D-4CD1-ABAE-15A955BCA4EC}" dt="2024-11-11T18:37:13.888" v="196" actId="47"/>
        <pc:sldMkLst>
          <pc:docMk/>
          <pc:sldMk cId="0" sldId="261"/>
        </pc:sldMkLst>
      </pc:sldChg>
      <pc:sldChg chg="del">
        <pc:chgData name="Istiaq Alam" userId="6e56752581b029fa" providerId="LiveId" clId="{E58F669A-4A2D-4CD1-ABAE-15A955BCA4EC}" dt="2024-11-11T18:37:14.439" v="197" actId="47"/>
        <pc:sldMkLst>
          <pc:docMk/>
          <pc:sldMk cId="0" sldId="262"/>
        </pc:sldMkLst>
      </pc:sldChg>
      <pc:sldChg chg="del">
        <pc:chgData name="Istiaq Alam" userId="6e56752581b029fa" providerId="LiveId" clId="{E58F669A-4A2D-4CD1-ABAE-15A955BCA4EC}" dt="2024-11-11T18:37:15.217" v="198" actId="47"/>
        <pc:sldMkLst>
          <pc:docMk/>
          <pc:sldMk cId="0" sldId="263"/>
        </pc:sldMkLst>
      </pc:sldChg>
      <pc:sldChg chg="del">
        <pc:chgData name="Istiaq Alam" userId="6e56752581b029fa" providerId="LiveId" clId="{E58F669A-4A2D-4CD1-ABAE-15A955BCA4EC}" dt="2024-11-11T18:37:15.944" v="199" actId="47"/>
        <pc:sldMkLst>
          <pc:docMk/>
          <pc:sldMk cId="0" sldId="264"/>
        </pc:sldMkLst>
      </pc:sldChg>
      <pc:sldChg chg="addSp modSp mod setBg chgLayout">
        <pc:chgData name="Istiaq Alam" userId="6e56752581b029fa" providerId="LiveId" clId="{E58F669A-4A2D-4CD1-ABAE-15A955BCA4EC}" dt="2024-11-11T21:06:31.698" v="2113" actId="20577"/>
        <pc:sldMkLst>
          <pc:docMk/>
          <pc:sldMk cId="0" sldId="265"/>
        </pc:sldMkLst>
        <pc:spChg chg="mod">
          <ac:chgData name="Istiaq Alam" userId="6e56752581b029fa" providerId="LiveId" clId="{E58F669A-4A2D-4CD1-ABAE-15A955BCA4EC}" dt="2024-11-11T20:40:45.987" v="1700" actId="1076"/>
          <ac:spMkLst>
            <pc:docMk/>
            <pc:sldMk cId="0" sldId="265"/>
            <ac:spMk id="4" creationId="{00000000-0000-0000-0000-000000000000}"/>
          </ac:spMkLst>
        </pc:spChg>
        <pc:spChg chg="mod">
          <ac:chgData name="Istiaq Alam" userId="6e56752581b029fa" providerId="LiveId" clId="{E58F669A-4A2D-4CD1-ABAE-15A955BCA4EC}" dt="2024-11-11T20:40:39.892" v="1699"/>
          <ac:spMkLst>
            <pc:docMk/>
            <pc:sldMk cId="0" sldId="265"/>
            <ac:spMk id="5" creationId="{00000000-0000-0000-0000-000000000000}"/>
          </ac:spMkLst>
        </pc:spChg>
        <pc:spChg chg="add mod">
          <ac:chgData name="Istiaq Alam" userId="6e56752581b029fa" providerId="LiveId" clId="{E58F669A-4A2D-4CD1-ABAE-15A955BCA4EC}" dt="2024-11-11T21:06:31.698" v="2113" actId="20577"/>
          <ac:spMkLst>
            <pc:docMk/>
            <pc:sldMk cId="0" sldId="265"/>
            <ac:spMk id="8" creationId="{3BE70228-2562-7C91-9AF8-F3DFED9500E1}"/>
          </ac:spMkLst>
        </pc:spChg>
      </pc:sldChg>
      <pc:sldChg chg="addSp delSp modSp mod ord setBg chgLayout">
        <pc:chgData name="Istiaq Alam" userId="6e56752581b029fa" providerId="LiveId" clId="{E58F669A-4A2D-4CD1-ABAE-15A955BCA4EC}" dt="2024-11-11T20:56:07.354" v="1943" actId="1076"/>
        <pc:sldMkLst>
          <pc:docMk/>
          <pc:sldMk cId="0" sldId="266"/>
        </pc:sldMkLst>
        <pc:spChg chg="mod">
          <ac:chgData name="Istiaq Alam" userId="6e56752581b029fa" providerId="LiveId" clId="{E58F669A-4A2D-4CD1-ABAE-15A955BCA4EC}" dt="2024-11-11T19:18:04.369" v="689" actId="20577"/>
          <ac:spMkLst>
            <pc:docMk/>
            <pc:sldMk cId="0" sldId="266"/>
            <ac:spMk id="2" creationId="{00000000-0000-0000-0000-000000000000}"/>
          </ac:spMkLst>
        </pc:spChg>
        <pc:spChg chg="mod">
          <ac:chgData name="Istiaq Alam" userId="6e56752581b029fa" providerId="LiveId" clId="{E58F669A-4A2D-4CD1-ABAE-15A955BCA4EC}" dt="2024-11-11T18:52:21.619" v="524" actId="1076"/>
          <ac:spMkLst>
            <pc:docMk/>
            <pc:sldMk cId="0" sldId="266"/>
            <ac:spMk id="3" creationId="{00000000-0000-0000-0000-000000000000}"/>
          </ac:spMkLst>
        </pc:spChg>
        <pc:spChg chg="mod">
          <ac:chgData name="Istiaq Alam" userId="6e56752581b029fa" providerId="LiveId" clId="{E58F669A-4A2D-4CD1-ABAE-15A955BCA4EC}" dt="2024-11-11T18:52:18.123" v="523" actId="1076"/>
          <ac:spMkLst>
            <pc:docMk/>
            <pc:sldMk cId="0" sldId="266"/>
            <ac:spMk id="4" creationId="{00000000-0000-0000-0000-000000000000}"/>
          </ac:spMkLst>
        </pc:spChg>
        <pc:spChg chg="mod">
          <ac:chgData name="Istiaq Alam" userId="6e56752581b029fa" providerId="LiveId" clId="{E58F669A-4A2D-4CD1-ABAE-15A955BCA4EC}" dt="2024-11-11T18:52:13.378" v="522" actId="1076"/>
          <ac:spMkLst>
            <pc:docMk/>
            <pc:sldMk cId="0" sldId="266"/>
            <ac:spMk id="5" creationId="{00000000-0000-0000-0000-000000000000}"/>
          </ac:spMkLst>
        </pc:spChg>
        <pc:spChg chg="del">
          <ac:chgData name="Istiaq Alam" userId="6e56752581b029fa" providerId="LiveId" clId="{E58F669A-4A2D-4CD1-ABAE-15A955BCA4EC}" dt="2024-11-11T18:52:06.458" v="521" actId="478"/>
          <ac:spMkLst>
            <pc:docMk/>
            <pc:sldMk cId="0" sldId="266"/>
            <ac:spMk id="6" creationId="{00000000-0000-0000-0000-000000000000}"/>
          </ac:spMkLst>
        </pc:spChg>
        <pc:spChg chg="add mod">
          <ac:chgData name="Istiaq Alam" userId="6e56752581b029fa" providerId="LiveId" clId="{E58F669A-4A2D-4CD1-ABAE-15A955BCA4EC}" dt="2024-11-11T18:54:00.659" v="554" actId="1076"/>
          <ac:spMkLst>
            <pc:docMk/>
            <pc:sldMk cId="0" sldId="266"/>
            <ac:spMk id="7" creationId="{564C2856-41BB-5C4A-E5E9-E0CF3F6504F7}"/>
          </ac:spMkLst>
        </pc:spChg>
        <pc:spChg chg="add mod">
          <ac:chgData name="Istiaq Alam" userId="6e56752581b029fa" providerId="LiveId" clId="{E58F669A-4A2D-4CD1-ABAE-15A955BCA4EC}" dt="2024-11-11T18:55:08.394" v="565" actId="14100"/>
          <ac:spMkLst>
            <pc:docMk/>
            <pc:sldMk cId="0" sldId="266"/>
            <ac:spMk id="8" creationId="{F2D98BEA-9EEB-04A8-5CD5-6CC11D646C9A}"/>
          </ac:spMkLst>
        </pc:spChg>
        <pc:spChg chg="add mod">
          <ac:chgData name="Istiaq Alam" userId="6e56752581b029fa" providerId="LiveId" clId="{E58F669A-4A2D-4CD1-ABAE-15A955BCA4EC}" dt="2024-11-11T18:57:18.731" v="604" actId="14100"/>
          <ac:spMkLst>
            <pc:docMk/>
            <pc:sldMk cId="0" sldId="266"/>
            <ac:spMk id="12" creationId="{AE497506-6917-C6E0-5481-33E9D6A9FC2E}"/>
          </ac:spMkLst>
        </pc:spChg>
        <pc:spChg chg="add mod">
          <ac:chgData name="Istiaq Alam" userId="6e56752581b029fa" providerId="LiveId" clId="{E58F669A-4A2D-4CD1-ABAE-15A955BCA4EC}" dt="2024-11-11T18:56:18.705" v="582" actId="14100"/>
          <ac:spMkLst>
            <pc:docMk/>
            <pc:sldMk cId="0" sldId="266"/>
            <ac:spMk id="13" creationId="{CBDFF5F1-76A9-FF6F-13B9-E24B5008FDC1}"/>
          </ac:spMkLst>
        </pc:spChg>
        <pc:spChg chg="add mod">
          <ac:chgData name="Istiaq Alam" userId="6e56752581b029fa" providerId="LiveId" clId="{E58F669A-4A2D-4CD1-ABAE-15A955BCA4EC}" dt="2024-11-11T18:57:13.962" v="602" actId="113"/>
          <ac:spMkLst>
            <pc:docMk/>
            <pc:sldMk cId="0" sldId="266"/>
            <ac:spMk id="15" creationId="{8FEEA3A6-1557-4848-CBD1-ED6031C6A7B1}"/>
          </ac:spMkLst>
        </pc:spChg>
        <pc:spChg chg="add mod">
          <ac:chgData name="Istiaq Alam" userId="6e56752581b029fa" providerId="LiveId" clId="{E58F669A-4A2D-4CD1-ABAE-15A955BCA4EC}" dt="2024-11-11T18:58:00.892" v="608" actId="13822"/>
          <ac:spMkLst>
            <pc:docMk/>
            <pc:sldMk cId="0" sldId="266"/>
            <ac:spMk id="16" creationId="{2A0CC2D3-AC21-F3F3-6E28-D8121E96563E}"/>
          </ac:spMkLst>
        </pc:spChg>
        <pc:spChg chg="add mod">
          <ac:chgData name="Istiaq Alam" userId="6e56752581b029fa" providerId="LiveId" clId="{E58F669A-4A2D-4CD1-ABAE-15A955BCA4EC}" dt="2024-11-11T18:58:44.635" v="623" actId="1076"/>
          <ac:spMkLst>
            <pc:docMk/>
            <pc:sldMk cId="0" sldId="266"/>
            <ac:spMk id="18" creationId="{56DE3130-673D-8111-8EE0-32B0F5968814}"/>
          </ac:spMkLst>
        </pc:spChg>
        <pc:spChg chg="add mod">
          <ac:chgData name="Istiaq Alam" userId="6e56752581b029fa" providerId="LiveId" clId="{E58F669A-4A2D-4CD1-ABAE-15A955BCA4EC}" dt="2024-11-11T18:59:14.954" v="625" actId="1076"/>
          <ac:spMkLst>
            <pc:docMk/>
            <pc:sldMk cId="0" sldId="266"/>
            <ac:spMk id="19" creationId="{90657B1E-66F2-BD11-8335-2FEE33C58ED2}"/>
          </ac:spMkLst>
        </pc:spChg>
        <pc:spChg chg="add mod">
          <ac:chgData name="Istiaq Alam" userId="6e56752581b029fa" providerId="LiveId" clId="{E58F669A-4A2D-4CD1-ABAE-15A955BCA4EC}" dt="2024-11-11T19:00:46.035" v="658" actId="404"/>
          <ac:spMkLst>
            <pc:docMk/>
            <pc:sldMk cId="0" sldId="266"/>
            <ac:spMk id="22" creationId="{B63187C6-B5BA-244D-26B6-4A656EF5DB5C}"/>
          </ac:spMkLst>
        </pc:spChg>
        <pc:spChg chg="add mod">
          <ac:chgData name="Istiaq Alam" userId="6e56752581b029fa" providerId="LiveId" clId="{E58F669A-4A2D-4CD1-ABAE-15A955BCA4EC}" dt="2024-11-11T19:00:01.337" v="640" actId="1076"/>
          <ac:spMkLst>
            <pc:docMk/>
            <pc:sldMk cId="0" sldId="266"/>
            <ac:spMk id="23" creationId="{23626A5D-8710-B90B-59E4-C685BBD12624}"/>
          </ac:spMkLst>
        </pc:spChg>
        <pc:spChg chg="add mod">
          <ac:chgData name="Istiaq Alam" userId="6e56752581b029fa" providerId="LiveId" clId="{E58F669A-4A2D-4CD1-ABAE-15A955BCA4EC}" dt="2024-11-11T19:00:40.082" v="657" actId="1076"/>
          <ac:spMkLst>
            <pc:docMk/>
            <pc:sldMk cId="0" sldId="266"/>
            <ac:spMk id="26" creationId="{D73867C6-19D2-6D7C-44C7-8EDBF07CE6F0}"/>
          </ac:spMkLst>
        </pc:spChg>
        <pc:spChg chg="add mod">
          <ac:chgData name="Istiaq Alam" userId="6e56752581b029fa" providerId="LiveId" clId="{E58F669A-4A2D-4CD1-ABAE-15A955BCA4EC}" dt="2024-11-11T19:01:31.553" v="671" actId="1076"/>
          <ac:spMkLst>
            <pc:docMk/>
            <pc:sldMk cId="0" sldId="266"/>
            <ac:spMk id="28" creationId="{C565FF19-1C6F-CC72-62FE-C1E2E721B3E0}"/>
          </ac:spMkLst>
        </pc:spChg>
        <pc:spChg chg="add mod">
          <ac:chgData name="Istiaq Alam" userId="6e56752581b029fa" providerId="LiveId" clId="{E58F669A-4A2D-4CD1-ABAE-15A955BCA4EC}" dt="2024-11-11T19:18:50.226" v="706" actId="1076"/>
          <ac:spMkLst>
            <pc:docMk/>
            <pc:sldMk cId="0" sldId="266"/>
            <ac:spMk id="34" creationId="{430F049D-056F-2282-F8D9-3532D1600267}"/>
          </ac:spMkLst>
        </pc:spChg>
        <pc:spChg chg="add mod">
          <ac:chgData name="Istiaq Alam" userId="6e56752581b029fa" providerId="LiveId" clId="{E58F669A-4A2D-4CD1-ABAE-15A955BCA4EC}" dt="2024-11-11T20:52:20.243" v="1849" actId="20577"/>
          <ac:spMkLst>
            <pc:docMk/>
            <pc:sldMk cId="0" sldId="266"/>
            <ac:spMk id="35" creationId="{E3064AA6-C830-148B-F2DF-05B9E1FEEFCB}"/>
          </ac:spMkLst>
        </pc:spChg>
        <pc:spChg chg="add mod">
          <ac:chgData name="Istiaq Alam" userId="6e56752581b029fa" providerId="LiveId" clId="{E58F669A-4A2D-4CD1-ABAE-15A955BCA4EC}" dt="2024-11-11T20:56:07.354" v="1943" actId="1076"/>
          <ac:spMkLst>
            <pc:docMk/>
            <pc:sldMk cId="0" sldId="266"/>
            <ac:spMk id="36" creationId="{DDA39020-05FA-5710-A174-36B7D849E478}"/>
          </ac:spMkLst>
        </pc:spChg>
        <pc:picChg chg="add mod">
          <ac:chgData name="Istiaq Alam" userId="6e56752581b029fa" providerId="LiveId" clId="{E58F669A-4A2D-4CD1-ABAE-15A955BCA4EC}" dt="2024-11-11T20:54:35.834" v="1890" actId="14861"/>
          <ac:picMkLst>
            <pc:docMk/>
            <pc:sldMk cId="0" sldId="266"/>
            <ac:picMk id="3074" creationId="{1FE5F647-72DF-7013-EFC7-C43B074D7567}"/>
          </ac:picMkLst>
        </pc:picChg>
        <pc:cxnChg chg="add mod">
          <ac:chgData name="Istiaq Alam" userId="6e56752581b029fa" providerId="LiveId" clId="{E58F669A-4A2D-4CD1-ABAE-15A955BCA4EC}" dt="2024-11-11T18:55:23.639" v="568" actId="13822"/>
          <ac:cxnSpMkLst>
            <pc:docMk/>
            <pc:sldMk cId="0" sldId="266"/>
            <ac:cxnSpMk id="10" creationId="{F56C3B9A-410D-FE55-5387-4F43DC8024A4}"/>
          </ac:cxnSpMkLst>
        </pc:cxnChg>
        <pc:cxnChg chg="add mod">
          <ac:chgData name="Istiaq Alam" userId="6e56752581b029fa" providerId="LiveId" clId="{E58F669A-4A2D-4CD1-ABAE-15A955BCA4EC}" dt="2024-11-11T18:56:38.521" v="590" actId="1035"/>
          <ac:cxnSpMkLst>
            <pc:docMk/>
            <pc:sldMk cId="0" sldId="266"/>
            <ac:cxnSpMk id="14" creationId="{C41BCD48-6D85-5710-289A-BFEEEC20A320}"/>
          </ac:cxnSpMkLst>
        </pc:cxnChg>
        <pc:cxnChg chg="add mod">
          <ac:chgData name="Istiaq Alam" userId="6e56752581b029fa" providerId="LiveId" clId="{E58F669A-4A2D-4CD1-ABAE-15A955BCA4EC}" dt="2024-11-11T18:58:13.649" v="610" actId="1076"/>
          <ac:cxnSpMkLst>
            <pc:docMk/>
            <pc:sldMk cId="0" sldId="266"/>
            <ac:cxnSpMk id="17" creationId="{8830F85A-C5C7-9E51-7168-F8E1962EEB55}"/>
          </ac:cxnSpMkLst>
        </pc:cxnChg>
        <pc:cxnChg chg="add mod">
          <ac:chgData name="Istiaq Alam" userId="6e56752581b029fa" providerId="LiveId" clId="{E58F669A-4A2D-4CD1-ABAE-15A955BCA4EC}" dt="2024-11-11T18:59:19.705" v="627" actId="1076"/>
          <ac:cxnSpMkLst>
            <pc:docMk/>
            <pc:sldMk cId="0" sldId="266"/>
            <ac:cxnSpMk id="20" creationId="{E30BB699-EE16-E1B7-4EF6-62DEFBBBEDC9}"/>
          </ac:cxnSpMkLst>
        </pc:cxnChg>
        <pc:cxnChg chg="add mod">
          <ac:chgData name="Istiaq Alam" userId="6e56752581b029fa" providerId="LiveId" clId="{E58F669A-4A2D-4CD1-ABAE-15A955BCA4EC}" dt="2024-11-11T19:00:17.663" v="646" actId="1036"/>
          <ac:cxnSpMkLst>
            <pc:docMk/>
            <pc:sldMk cId="0" sldId="266"/>
            <ac:cxnSpMk id="24" creationId="{BB2654F8-7AD0-6236-36A1-C882C5471D39}"/>
          </ac:cxnSpMkLst>
        </pc:cxnChg>
        <pc:cxnChg chg="add mod">
          <ac:chgData name="Istiaq Alam" userId="6e56752581b029fa" providerId="LiveId" clId="{E58F669A-4A2D-4CD1-ABAE-15A955BCA4EC}" dt="2024-11-11T19:01:38.579" v="674" actId="14100"/>
          <ac:cxnSpMkLst>
            <pc:docMk/>
            <pc:sldMk cId="0" sldId="266"/>
            <ac:cxnSpMk id="29" creationId="{108023DC-1A89-F20E-4F1F-D0FE7248B59E}"/>
          </ac:cxnSpMkLst>
        </pc:cxnChg>
        <pc:cxnChg chg="add mod">
          <ac:chgData name="Istiaq Alam" userId="6e56752581b029fa" providerId="LiveId" clId="{E58F669A-4A2D-4CD1-ABAE-15A955BCA4EC}" dt="2024-11-11T19:01:49.218" v="677" actId="14100"/>
          <ac:cxnSpMkLst>
            <pc:docMk/>
            <pc:sldMk cId="0" sldId="266"/>
            <ac:cxnSpMk id="31" creationId="{DBDF254A-4BA8-CE09-2957-5DB928AFE2E8}"/>
          </ac:cxnSpMkLst>
        </pc:cxnChg>
      </pc:sldChg>
      <pc:sldChg chg="modSp add del mod ord setBg">
        <pc:chgData name="Istiaq Alam" userId="6e56752581b029fa" providerId="LiveId" clId="{E58F669A-4A2D-4CD1-ABAE-15A955BCA4EC}" dt="2024-11-11T19:26:50.012" v="790" actId="47"/>
        <pc:sldMkLst>
          <pc:docMk/>
          <pc:sldMk cId="3660382797" sldId="267"/>
        </pc:sldMkLst>
        <pc:spChg chg="mod">
          <ac:chgData name="Istiaq Alam" userId="6e56752581b029fa" providerId="LiveId" clId="{E58F669A-4A2D-4CD1-ABAE-15A955BCA4EC}" dt="2024-11-11T19:26:47.526" v="789" actId="6549"/>
          <ac:spMkLst>
            <pc:docMk/>
            <pc:sldMk cId="3660382797" sldId="267"/>
            <ac:spMk id="6" creationId="{D9060FC0-318E-FD5D-6774-D97A56F0E61B}"/>
          </ac:spMkLst>
        </pc:spChg>
      </pc:sldChg>
      <pc:sldChg chg="addSp modSp add mod chgLayout">
        <pc:chgData name="Istiaq Alam" userId="6e56752581b029fa" providerId="LiveId" clId="{E58F669A-4A2D-4CD1-ABAE-15A955BCA4EC}" dt="2024-11-12T01:47:08.758" v="2201" actId="1076"/>
        <pc:sldMkLst>
          <pc:docMk/>
          <pc:sldMk cId="4096629880" sldId="268"/>
        </pc:sldMkLst>
        <pc:spChg chg="mod">
          <ac:chgData name="Istiaq Alam" userId="6e56752581b029fa" providerId="LiveId" clId="{E58F669A-4A2D-4CD1-ABAE-15A955BCA4EC}" dt="2024-11-12T01:42:29.550" v="2141" actId="1076"/>
          <ac:spMkLst>
            <pc:docMk/>
            <pc:sldMk cId="4096629880" sldId="268"/>
            <ac:spMk id="6" creationId="{4302EE51-55EA-6DA5-FEB9-A93BEABAEBEF}"/>
          </ac:spMkLst>
        </pc:spChg>
        <pc:spChg chg="add mod">
          <ac:chgData name="Istiaq Alam" userId="6e56752581b029fa" providerId="LiveId" clId="{E58F669A-4A2D-4CD1-ABAE-15A955BCA4EC}" dt="2024-11-11T21:06:36.800" v="2115" actId="20577"/>
          <ac:spMkLst>
            <pc:docMk/>
            <pc:sldMk cId="4096629880" sldId="268"/>
            <ac:spMk id="7" creationId="{E7A77E3B-6F25-69B6-3639-E16697B11AB9}"/>
          </ac:spMkLst>
        </pc:spChg>
        <pc:spChg chg="add mod">
          <ac:chgData name="Istiaq Alam" userId="6e56752581b029fa" providerId="LiveId" clId="{E58F669A-4A2D-4CD1-ABAE-15A955BCA4EC}" dt="2024-11-12T01:46:13.117" v="2177" actId="1076"/>
          <ac:spMkLst>
            <pc:docMk/>
            <pc:sldMk cId="4096629880" sldId="268"/>
            <ac:spMk id="8" creationId="{5E1ABF91-A0CC-3713-210A-D006E65996E5}"/>
          </ac:spMkLst>
        </pc:spChg>
        <pc:spChg chg="add mod">
          <ac:chgData name="Istiaq Alam" userId="6e56752581b029fa" providerId="LiveId" clId="{E58F669A-4A2D-4CD1-ABAE-15A955BCA4EC}" dt="2024-11-12T01:46:17.111" v="2178" actId="1076"/>
          <ac:spMkLst>
            <pc:docMk/>
            <pc:sldMk cId="4096629880" sldId="268"/>
            <ac:spMk id="9" creationId="{77CCAAFC-5B0E-CD43-C0D5-78CE16EEB952}"/>
          </ac:spMkLst>
        </pc:spChg>
        <pc:spChg chg="add mod">
          <ac:chgData name="Istiaq Alam" userId="6e56752581b029fa" providerId="LiveId" clId="{E58F669A-4A2D-4CD1-ABAE-15A955BCA4EC}" dt="2024-11-12T01:46:20.446" v="2179" actId="1076"/>
          <ac:spMkLst>
            <pc:docMk/>
            <pc:sldMk cId="4096629880" sldId="268"/>
            <ac:spMk id="10" creationId="{68CB8BF2-0652-9E75-8B9D-BC085F4B8F5F}"/>
          </ac:spMkLst>
        </pc:spChg>
        <pc:spChg chg="add mod">
          <ac:chgData name="Istiaq Alam" userId="6e56752581b029fa" providerId="LiveId" clId="{E58F669A-4A2D-4CD1-ABAE-15A955BCA4EC}" dt="2024-11-12T01:46:24.750" v="2180" actId="1076"/>
          <ac:spMkLst>
            <pc:docMk/>
            <pc:sldMk cId="4096629880" sldId="268"/>
            <ac:spMk id="11" creationId="{D2645478-A5FA-B495-0183-53EB599EC38D}"/>
          </ac:spMkLst>
        </pc:spChg>
        <pc:spChg chg="add mod">
          <ac:chgData name="Istiaq Alam" userId="6e56752581b029fa" providerId="LiveId" clId="{E58F669A-4A2D-4CD1-ABAE-15A955BCA4EC}" dt="2024-11-12T01:47:08.758" v="2201" actId="1076"/>
          <ac:spMkLst>
            <pc:docMk/>
            <pc:sldMk cId="4096629880" sldId="268"/>
            <ac:spMk id="12" creationId="{8CDEC785-5B08-10A3-29DF-5AC2F9FF30FB}"/>
          </ac:spMkLst>
        </pc:spChg>
      </pc:sldChg>
      <pc:sldChg chg="addSp delSp modSp add mod ord chgLayout">
        <pc:chgData name="Istiaq Alam" userId="6e56752581b029fa" providerId="LiveId" clId="{E58F669A-4A2D-4CD1-ABAE-15A955BCA4EC}" dt="2024-11-11T20:56:35.780" v="1962" actId="20577"/>
        <pc:sldMkLst>
          <pc:docMk/>
          <pc:sldMk cId="4192413392" sldId="269"/>
        </pc:sldMkLst>
        <pc:spChg chg="mod">
          <ac:chgData name="Istiaq Alam" userId="6e56752581b029fa" providerId="LiveId" clId="{E58F669A-4A2D-4CD1-ABAE-15A955BCA4EC}" dt="2024-11-11T20:13:38.475" v="1306" actId="1076"/>
          <ac:spMkLst>
            <pc:docMk/>
            <pc:sldMk cId="4192413392" sldId="269"/>
            <ac:spMk id="4" creationId="{E758EA85-2B6D-F4D6-1557-CD4C189FDF5C}"/>
          </ac:spMkLst>
        </pc:spChg>
        <pc:spChg chg="del">
          <ac:chgData name="Istiaq Alam" userId="6e56752581b029fa" providerId="LiveId" clId="{E58F669A-4A2D-4CD1-ABAE-15A955BCA4EC}" dt="2024-11-11T19:27:12.834" v="795" actId="478"/>
          <ac:spMkLst>
            <pc:docMk/>
            <pc:sldMk cId="4192413392" sldId="269"/>
            <ac:spMk id="5" creationId="{4A220F12-2FC2-12F0-747C-39489FFA759A}"/>
          </ac:spMkLst>
        </pc:spChg>
        <pc:spChg chg="add mod">
          <ac:chgData name="Istiaq Alam" userId="6e56752581b029fa" providerId="LiveId" clId="{E58F669A-4A2D-4CD1-ABAE-15A955BCA4EC}" dt="2024-11-11T19:47:23.106" v="982" actId="1076"/>
          <ac:spMkLst>
            <pc:docMk/>
            <pc:sldMk cId="4192413392" sldId="269"/>
            <ac:spMk id="16" creationId="{24D32C74-C285-7A06-6D1B-4ABB65BADA71}"/>
          </ac:spMkLst>
        </pc:spChg>
        <pc:spChg chg="add mod">
          <ac:chgData name="Istiaq Alam" userId="6e56752581b029fa" providerId="LiveId" clId="{E58F669A-4A2D-4CD1-ABAE-15A955BCA4EC}" dt="2024-11-11T20:52:49.387" v="1854" actId="20577"/>
          <ac:spMkLst>
            <pc:docMk/>
            <pc:sldMk cId="4192413392" sldId="269"/>
            <ac:spMk id="17" creationId="{14904942-51EA-8D01-C721-863BEA1A6FE6}"/>
          </ac:spMkLst>
        </pc:spChg>
        <pc:spChg chg="add mod">
          <ac:chgData name="Istiaq Alam" userId="6e56752581b029fa" providerId="LiveId" clId="{E58F669A-4A2D-4CD1-ABAE-15A955BCA4EC}" dt="2024-11-11T20:56:35.780" v="1962" actId="20577"/>
          <ac:spMkLst>
            <pc:docMk/>
            <pc:sldMk cId="4192413392" sldId="269"/>
            <ac:spMk id="18" creationId="{871DFC69-8F3E-21EC-1585-629250AED70D}"/>
          </ac:spMkLst>
        </pc:spChg>
        <pc:picChg chg="add mod modCrop">
          <ac:chgData name="Istiaq Alam" userId="6e56752581b029fa" providerId="LiveId" clId="{E58F669A-4A2D-4CD1-ABAE-15A955BCA4EC}" dt="2024-11-11T20:14:20.898" v="1319" actId="1076"/>
          <ac:picMkLst>
            <pc:docMk/>
            <pc:sldMk cId="4192413392" sldId="269"/>
            <ac:picMk id="9" creationId="{263250A5-A584-5A1C-7066-83DCE243C31F}"/>
          </ac:picMkLst>
        </pc:picChg>
        <pc:inkChg chg="add del">
          <ac:chgData name="Istiaq Alam" userId="6e56752581b029fa" providerId="LiveId" clId="{E58F669A-4A2D-4CD1-ABAE-15A955BCA4EC}" dt="2024-11-11T19:29:25.674" v="859" actId="478"/>
          <ac:inkMkLst>
            <pc:docMk/>
            <pc:sldMk cId="4192413392" sldId="269"/>
            <ac:inkMk id="10" creationId="{78AC01D7-35A2-66C3-73A4-8EEA677CD13A}"/>
          </ac:inkMkLst>
        </pc:inkChg>
        <pc:inkChg chg="add del mod">
          <ac:chgData name="Istiaq Alam" userId="6e56752581b029fa" providerId="LiveId" clId="{E58F669A-4A2D-4CD1-ABAE-15A955BCA4EC}" dt="2024-11-11T19:33:27.601" v="934" actId="478"/>
          <ac:inkMkLst>
            <pc:docMk/>
            <pc:sldMk cId="4192413392" sldId="269"/>
            <ac:inkMk id="11" creationId="{4B6A26C7-4568-414F-8763-6AC67DD1B40B}"/>
          </ac:inkMkLst>
        </pc:inkChg>
        <pc:inkChg chg="add mod">
          <ac:chgData name="Istiaq Alam" userId="6e56752581b029fa" providerId="LiveId" clId="{E58F669A-4A2D-4CD1-ABAE-15A955BCA4EC}" dt="2024-11-11T20:14:26.796" v="1321" actId="1076"/>
          <ac:inkMkLst>
            <pc:docMk/>
            <pc:sldMk cId="4192413392" sldId="269"/>
            <ac:inkMk id="12" creationId="{51933F79-9553-BFFF-38E6-728BAB54A765}"/>
          </ac:inkMkLst>
        </pc:inkChg>
        <pc:inkChg chg="add mod">
          <ac:chgData name="Istiaq Alam" userId="6e56752581b029fa" providerId="LiveId" clId="{E58F669A-4A2D-4CD1-ABAE-15A955BCA4EC}" dt="2024-11-11T20:14:24.130" v="1320" actId="1076"/>
          <ac:inkMkLst>
            <pc:docMk/>
            <pc:sldMk cId="4192413392" sldId="269"/>
            <ac:inkMk id="13" creationId="{0C488FB9-4677-F72D-A1DA-7B1156F99C6C}"/>
          </ac:inkMkLst>
        </pc:inkChg>
        <pc:inkChg chg="add del">
          <ac:chgData name="Istiaq Alam" userId="6e56752581b029fa" providerId="LiveId" clId="{E58F669A-4A2D-4CD1-ABAE-15A955BCA4EC}" dt="2024-11-11T19:34:04.686" v="938" actId="9405"/>
          <ac:inkMkLst>
            <pc:docMk/>
            <pc:sldMk cId="4192413392" sldId="269"/>
            <ac:inkMk id="14" creationId="{A3C0B824-2042-CDA3-80B3-E35A36C8B1F8}"/>
          </ac:inkMkLst>
        </pc:inkChg>
      </pc:sldChg>
      <pc:sldChg chg="addSp delSp modSp add mod ord chgLayout">
        <pc:chgData name="Istiaq Alam" userId="6e56752581b029fa" providerId="LiveId" clId="{E58F669A-4A2D-4CD1-ABAE-15A955BCA4EC}" dt="2024-11-11T20:53:04.934" v="1860" actId="20577"/>
        <pc:sldMkLst>
          <pc:docMk/>
          <pc:sldMk cId="4272429969" sldId="270"/>
        </pc:sldMkLst>
        <pc:spChg chg="mod">
          <ac:chgData name="Istiaq Alam" userId="6e56752581b029fa" providerId="LiveId" clId="{E58F669A-4A2D-4CD1-ABAE-15A955BCA4EC}" dt="2024-11-11T19:49:38.268" v="990" actId="1076"/>
          <ac:spMkLst>
            <pc:docMk/>
            <pc:sldMk cId="4272429969" sldId="270"/>
            <ac:spMk id="2" creationId="{8D6F759C-00A3-5849-12E2-9C4D669C7B51}"/>
          </ac:spMkLst>
        </pc:spChg>
        <pc:spChg chg="mod">
          <ac:chgData name="Istiaq Alam" userId="6e56752581b029fa" providerId="LiveId" clId="{E58F669A-4A2D-4CD1-ABAE-15A955BCA4EC}" dt="2024-11-11T19:49:41.131" v="991" actId="1076"/>
          <ac:spMkLst>
            <pc:docMk/>
            <pc:sldMk cId="4272429969" sldId="270"/>
            <ac:spMk id="3" creationId="{C5C7FC21-5952-6979-A08C-6E1C405998E4}"/>
          </ac:spMkLst>
        </pc:spChg>
        <pc:spChg chg="del">
          <ac:chgData name="Istiaq Alam" userId="6e56752581b029fa" providerId="LiveId" clId="{E58F669A-4A2D-4CD1-ABAE-15A955BCA4EC}" dt="2024-11-11T19:49:20.646" v="984" actId="478"/>
          <ac:spMkLst>
            <pc:docMk/>
            <pc:sldMk cId="4272429969" sldId="270"/>
            <ac:spMk id="4" creationId="{EEC78F4A-ABA1-BCAE-1D72-7A8F6A3236F7}"/>
          </ac:spMkLst>
        </pc:spChg>
        <pc:spChg chg="del">
          <ac:chgData name="Istiaq Alam" userId="6e56752581b029fa" providerId="LiveId" clId="{E58F669A-4A2D-4CD1-ABAE-15A955BCA4EC}" dt="2024-11-11T19:49:24.944" v="985" actId="478"/>
          <ac:spMkLst>
            <pc:docMk/>
            <pc:sldMk cId="4272429969" sldId="270"/>
            <ac:spMk id="5" creationId="{D9117524-252B-54BE-9852-DFD6CCEB0C09}"/>
          </ac:spMkLst>
        </pc:spChg>
        <pc:spChg chg="mod">
          <ac:chgData name="Istiaq Alam" userId="6e56752581b029fa" providerId="LiveId" clId="{E58F669A-4A2D-4CD1-ABAE-15A955BCA4EC}" dt="2024-11-11T19:49:29.571" v="986" actId="1076"/>
          <ac:spMkLst>
            <pc:docMk/>
            <pc:sldMk cId="4272429969" sldId="270"/>
            <ac:spMk id="6" creationId="{230F666F-4B2D-66AC-9447-A9D1EAA936F4}"/>
          </ac:spMkLst>
        </pc:spChg>
        <pc:spChg chg="mod">
          <ac:chgData name="Istiaq Alam" userId="6e56752581b029fa" providerId="LiveId" clId="{E58F669A-4A2D-4CD1-ABAE-15A955BCA4EC}" dt="2024-11-11T19:49:35.370" v="989" actId="1037"/>
          <ac:spMkLst>
            <pc:docMk/>
            <pc:sldMk cId="4272429969" sldId="270"/>
            <ac:spMk id="7" creationId="{EA10BE86-6BF4-F837-6FE2-4FC21F1C889E}"/>
          </ac:spMkLst>
        </pc:spChg>
        <pc:spChg chg="add mod">
          <ac:chgData name="Istiaq Alam" userId="6e56752581b029fa" providerId="LiveId" clId="{E58F669A-4A2D-4CD1-ABAE-15A955BCA4EC}" dt="2024-11-11T20:20:23.260" v="1428" actId="1076"/>
          <ac:spMkLst>
            <pc:docMk/>
            <pc:sldMk cId="4272429969" sldId="270"/>
            <ac:spMk id="9" creationId="{9CA505C0-B5DE-E16E-B12E-558753738456}"/>
          </ac:spMkLst>
        </pc:spChg>
        <pc:spChg chg="add">
          <ac:chgData name="Istiaq Alam" userId="6e56752581b029fa" providerId="LiveId" clId="{E58F669A-4A2D-4CD1-ABAE-15A955BCA4EC}" dt="2024-11-11T20:20:29.907" v="1429"/>
          <ac:spMkLst>
            <pc:docMk/>
            <pc:sldMk cId="4272429969" sldId="270"/>
            <ac:spMk id="10" creationId="{9773CBE4-1F3A-302F-FB1E-B91954B21473}"/>
          </ac:spMkLst>
        </pc:spChg>
        <pc:spChg chg="add">
          <ac:chgData name="Istiaq Alam" userId="6e56752581b029fa" providerId="LiveId" clId="{E58F669A-4A2D-4CD1-ABAE-15A955BCA4EC}" dt="2024-11-11T20:20:38.389" v="1430"/>
          <ac:spMkLst>
            <pc:docMk/>
            <pc:sldMk cId="4272429969" sldId="270"/>
            <ac:spMk id="11" creationId="{740B92A9-66EE-E7D1-BF73-F1B605FE99E1}"/>
          </ac:spMkLst>
        </pc:spChg>
        <pc:spChg chg="add mod">
          <ac:chgData name="Istiaq Alam" userId="6e56752581b029fa" providerId="LiveId" clId="{E58F669A-4A2D-4CD1-ABAE-15A955BCA4EC}" dt="2024-11-11T20:42:09.073" v="1731" actId="20577"/>
          <ac:spMkLst>
            <pc:docMk/>
            <pc:sldMk cId="4272429969" sldId="270"/>
            <ac:spMk id="12" creationId="{9A661EE5-A4A5-A125-EE66-67AAA1EDA662}"/>
          </ac:spMkLst>
        </pc:spChg>
        <pc:spChg chg="add">
          <ac:chgData name="Istiaq Alam" userId="6e56752581b029fa" providerId="LiveId" clId="{E58F669A-4A2D-4CD1-ABAE-15A955BCA4EC}" dt="2024-11-11T20:20:42.356" v="1432"/>
          <ac:spMkLst>
            <pc:docMk/>
            <pc:sldMk cId="4272429969" sldId="270"/>
            <ac:spMk id="13" creationId="{06C0857A-6255-4BBB-4663-D05C33D93D9B}"/>
          </ac:spMkLst>
        </pc:spChg>
        <pc:spChg chg="add mod">
          <ac:chgData name="Istiaq Alam" userId="6e56752581b029fa" providerId="LiveId" clId="{E58F669A-4A2D-4CD1-ABAE-15A955BCA4EC}" dt="2024-11-11T20:23:50.658" v="1534" actId="1076"/>
          <ac:spMkLst>
            <pc:docMk/>
            <pc:sldMk cId="4272429969" sldId="270"/>
            <ac:spMk id="14" creationId="{BEB372D4-3508-CA93-1C76-81B55C0CD948}"/>
          </ac:spMkLst>
        </pc:spChg>
        <pc:spChg chg="add mod">
          <ac:chgData name="Istiaq Alam" userId="6e56752581b029fa" providerId="LiveId" clId="{E58F669A-4A2D-4CD1-ABAE-15A955BCA4EC}" dt="2024-11-11T20:53:04.934" v="1860" actId="20577"/>
          <ac:spMkLst>
            <pc:docMk/>
            <pc:sldMk cId="4272429969" sldId="270"/>
            <ac:spMk id="15" creationId="{75628BDA-F199-DF32-7003-95188338BD5C}"/>
          </ac:spMkLst>
        </pc:spChg>
      </pc:sldChg>
      <pc:sldChg chg="add del">
        <pc:chgData name="Istiaq Alam" userId="6e56752581b029fa" providerId="LiveId" clId="{E58F669A-4A2D-4CD1-ABAE-15A955BCA4EC}" dt="2024-11-11T20:42:25.277" v="1733" actId="47"/>
        <pc:sldMkLst>
          <pc:docMk/>
          <pc:sldMk cId="259531972" sldId="271"/>
        </pc:sldMkLst>
      </pc:sldChg>
      <pc:sldChg chg="addSp delSp modSp add mod ord chgLayout">
        <pc:chgData name="Istiaq Alam" userId="6e56752581b029fa" providerId="LiveId" clId="{E58F669A-4A2D-4CD1-ABAE-15A955BCA4EC}" dt="2024-11-11T20:57:07.979" v="1988" actId="1076"/>
        <pc:sldMkLst>
          <pc:docMk/>
          <pc:sldMk cId="2442862167" sldId="272"/>
        </pc:sldMkLst>
        <pc:spChg chg="add del mod">
          <ac:chgData name="Istiaq Alam" userId="6e56752581b029fa" providerId="LiveId" clId="{E58F669A-4A2D-4CD1-ABAE-15A955BCA4EC}" dt="2024-11-11T20:15:28.450" v="1325" actId="478"/>
          <ac:spMkLst>
            <pc:docMk/>
            <pc:sldMk cId="2442862167" sldId="272"/>
            <ac:spMk id="9" creationId="{36A989C2-16E1-EB53-78B6-E48CAEA8EACF}"/>
          </ac:spMkLst>
        </pc:spChg>
        <pc:spChg chg="add mod">
          <ac:chgData name="Istiaq Alam" userId="6e56752581b029fa" providerId="LiveId" clId="{E58F669A-4A2D-4CD1-ABAE-15A955BCA4EC}" dt="2024-11-11T20:18:37.076" v="1411" actId="20577"/>
          <ac:spMkLst>
            <pc:docMk/>
            <pc:sldMk cId="2442862167" sldId="272"/>
            <ac:spMk id="11" creationId="{E716C90D-1593-E6FE-BF03-E463EE9FB4DB}"/>
          </ac:spMkLst>
        </pc:spChg>
        <pc:spChg chg="add mod">
          <ac:chgData name="Istiaq Alam" userId="6e56752581b029fa" providerId="LiveId" clId="{E58F669A-4A2D-4CD1-ABAE-15A955BCA4EC}" dt="2024-11-11T20:15:31.563" v="1326" actId="1076"/>
          <ac:spMkLst>
            <pc:docMk/>
            <pc:sldMk cId="2442862167" sldId="272"/>
            <ac:spMk id="12" creationId="{DB2A3542-1C11-F4CC-1616-6A58B570D255}"/>
          </ac:spMkLst>
        </pc:spChg>
        <pc:spChg chg="add mod">
          <ac:chgData name="Istiaq Alam" userId="6e56752581b029fa" providerId="LiveId" clId="{E58F669A-4A2D-4CD1-ABAE-15A955BCA4EC}" dt="2024-11-11T20:52:56.211" v="1857" actId="20577"/>
          <ac:spMkLst>
            <pc:docMk/>
            <pc:sldMk cId="2442862167" sldId="272"/>
            <ac:spMk id="13" creationId="{1F14A402-E478-D81A-B45B-41E49B5B3357}"/>
          </ac:spMkLst>
        </pc:spChg>
        <pc:spChg chg="add mod">
          <ac:chgData name="Istiaq Alam" userId="6e56752581b029fa" providerId="LiveId" clId="{E58F669A-4A2D-4CD1-ABAE-15A955BCA4EC}" dt="2024-11-11T20:57:07.979" v="1988" actId="1076"/>
          <ac:spMkLst>
            <pc:docMk/>
            <pc:sldMk cId="2442862167" sldId="272"/>
            <ac:spMk id="14" creationId="{1D72244D-D5A6-13E4-85BE-A32372E1BBE3}"/>
          </ac:spMkLst>
        </pc:spChg>
        <pc:picChg chg="add mod">
          <ac:chgData name="Istiaq Alam" userId="6e56752581b029fa" providerId="LiveId" clId="{E58F669A-4A2D-4CD1-ABAE-15A955BCA4EC}" dt="2024-11-11T20:18:08.602" v="1410" actId="1076"/>
          <ac:picMkLst>
            <pc:docMk/>
            <pc:sldMk cId="2442862167" sldId="272"/>
            <ac:picMk id="5" creationId="{429C2640-77DE-26B1-217F-62C5963FB0DF}"/>
          </ac:picMkLst>
        </pc:picChg>
      </pc:sldChg>
      <pc:sldChg chg="addSp delSp modSp add del mod">
        <pc:chgData name="Istiaq Alam" userId="6e56752581b029fa" providerId="LiveId" clId="{E58F669A-4A2D-4CD1-ABAE-15A955BCA4EC}" dt="2024-11-11T20:41:18.404" v="1701" actId="47"/>
        <pc:sldMkLst>
          <pc:docMk/>
          <pc:sldMk cId="2834460128" sldId="273"/>
        </pc:sldMkLst>
        <pc:spChg chg="add mod">
          <ac:chgData name="Istiaq Alam" userId="6e56752581b029fa" providerId="LiveId" clId="{E58F669A-4A2D-4CD1-ABAE-15A955BCA4EC}" dt="2024-11-11T20:30:53.394" v="1613" actId="1076"/>
          <ac:spMkLst>
            <pc:docMk/>
            <pc:sldMk cId="2834460128" sldId="273"/>
            <ac:spMk id="4" creationId="{BA3A05FA-4A1D-3787-BE23-500265AD7117}"/>
          </ac:spMkLst>
        </pc:spChg>
        <pc:spChg chg="mod">
          <ac:chgData name="Istiaq Alam" userId="6e56752581b029fa" providerId="LiveId" clId="{E58F669A-4A2D-4CD1-ABAE-15A955BCA4EC}" dt="2024-11-11T20:24:37.052" v="1541" actId="14100"/>
          <ac:spMkLst>
            <pc:docMk/>
            <pc:sldMk cId="2834460128" sldId="273"/>
            <ac:spMk id="9" creationId="{AE57F922-06A1-44B1-8411-D8AA204D2367}"/>
          </ac:spMkLst>
        </pc:spChg>
        <pc:spChg chg="mod">
          <ac:chgData name="Istiaq Alam" userId="6e56752581b029fa" providerId="LiveId" clId="{E58F669A-4A2D-4CD1-ABAE-15A955BCA4EC}" dt="2024-11-11T20:29:48.866" v="1585" actId="1076"/>
          <ac:spMkLst>
            <pc:docMk/>
            <pc:sldMk cId="2834460128" sldId="273"/>
            <ac:spMk id="12" creationId="{74B6036B-44BA-0795-C2AE-D874B62329DC}"/>
          </ac:spMkLst>
        </pc:spChg>
        <pc:spChg chg="del mod">
          <ac:chgData name="Istiaq Alam" userId="6e56752581b029fa" providerId="LiveId" clId="{E58F669A-4A2D-4CD1-ABAE-15A955BCA4EC}" dt="2024-11-11T20:24:48.716" v="1544" actId="478"/>
          <ac:spMkLst>
            <pc:docMk/>
            <pc:sldMk cId="2834460128" sldId="273"/>
            <ac:spMk id="14" creationId="{4FF8FC0D-0A70-652F-CBF5-9C880ADC2E71}"/>
          </ac:spMkLst>
        </pc:spChg>
        <pc:picChg chg="add del mod">
          <ac:chgData name="Istiaq Alam" userId="6e56752581b029fa" providerId="LiveId" clId="{E58F669A-4A2D-4CD1-ABAE-15A955BCA4EC}" dt="2024-11-11T20:27:39.598" v="1568" actId="478"/>
          <ac:picMkLst>
            <pc:docMk/>
            <pc:sldMk cId="2834460128" sldId="273"/>
            <ac:picMk id="5122" creationId="{DECBA1C9-E1B5-BBA8-DFB0-364AA2720D0C}"/>
          </ac:picMkLst>
        </pc:picChg>
        <pc:picChg chg="add mod">
          <ac:chgData name="Istiaq Alam" userId="6e56752581b029fa" providerId="LiveId" clId="{E58F669A-4A2D-4CD1-ABAE-15A955BCA4EC}" dt="2024-11-11T20:29:50.227" v="1586" actId="1076"/>
          <ac:picMkLst>
            <pc:docMk/>
            <pc:sldMk cId="2834460128" sldId="273"/>
            <ac:picMk id="5124" creationId="{9175B485-45DC-2CFC-E5FD-1246384E03CB}"/>
          </ac:picMkLst>
        </pc:picChg>
      </pc:sldChg>
      <pc:sldChg chg="addSp delSp modSp add mod chgLayout">
        <pc:chgData name="Istiaq Alam" userId="6e56752581b029fa" providerId="LiveId" clId="{E58F669A-4A2D-4CD1-ABAE-15A955BCA4EC}" dt="2024-11-11T20:53:13.423" v="1863" actId="20577"/>
        <pc:sldMkLst>
          <pc:docMk/>
          <pc:sldMk cId="3853142580" sldId="274"/>
        </pc:sldMkLst>
        <pc:spChg chg="del">
          <ac:chgData name="Istiaq Alam" userId="6e56752581b029fa" providerId="LiveId" clId="{E58F669A-4A2D-4CD1-ABAE-15A955BCA4EC}" dt="2024-11-11T20:31:21.988" v="1616" actId="478"/>
          <ac:spMkLst>
            <pc:docMk/>
            <pc:sldMk cId="3853142580" sldId="274"/>
            <ac:spMk id="4" creationId="{349A2214-428F-3F7B-F9A3-55AAF2C6A542}"/>
          </ac:spMkLst>
        </pc:spChg>
        <pc:spChg chg="add mod">
          <ac:chgData name="Istiaq Alam" userId="6e56752581b029fa" providerId="LiveId" clId="{E58F669A-4A2D-4CD1-ABAE-15A955BCA4EC}" dt="2024-11-11T20:32:56.370" v="1680" actId="1076"/>
          <ac:spMkLst>
            <pc:docMk/>
            <pc:sldMk cId="3853142580" sldId="274"/>
            <ac:spMk id="5" creationId="{75B9B960-3564-8F30-37FB-CE8BE3E52D9E}"/>
          </ac:spMkLst>
        </pc:spChg>
        <pc:spChg chg="add del mod">
          <ac:chgData name="Istiaq Alam" userId="6e56752581b029fa" providerId="LiveId" clId="{E58F669A-4A2D-4CD1-ABAE-15A955BCA4EC}" dt="2024-11-11T20:33:17.361" v="1682" actId="478"/>
          <ac:spMkLst>
            <pc:docMk/>
            <pc:sldMk cId="3853142580" sldId="274"/>
            <ac:spMk id="8" creationId="{B9E1F6C3-3D12-371B-8302-E19FC55B8CE1}"/>
          </ac:spMkLst>
        </pc:spChg>
        <pc:spChg chg="add mod">
          <ac:chgData name="Istiaq Alam" userId="6e56752581b029fa" providerId="LiveId" clId="{E58F669A-4A2D-4CD1-ABAE-15A955BCA4EC}" dt="2024-11-11T20:34:29.844" v="1698" actId="1076"/>
          <ac:spMkLst>
            <pc:docMk/>
            <pc:sldMk cId="3853142580" sldId="274"/>
            <ac:spMk id="10" creationId="{CC00BB0D-D6EB-FC47-1942-15579F993658}"/>
          </ac:spMkLst>
        </pc:spChg>
        <pc:spChg chg="add mod">
          <ac:chgData name="Istiaq Alam" userId="6e56752581b029fa" providerId="LiveId" clId="{E58F669A-4A2D-4CD1-ABAE-15A955BCA4EC}" dt="2024-11-11T20:53:13.423" v="1863" actId="20577"/>
          <ac:spMkLst>
            <pc:docMk/>
            <pc:sldMk cId="3853142580" sldId="274"/>
            <ac:spMk id="11" creationId="{8D621CEE-B5E5-5250-1D0B-BEF9F947D6CE}"/>
          </ac:spMkLst>
        </pc:spChg>
        <pc:spChg chg="del">
          <ac:chgData name="Istiaq Alam" userId="6e56752581b029fa" providerId="LiveId" clId="{E58F669A-4A2D-4CD1-ABAE-15A955BCA4EC}" dt="2024-11-11T20:31:25.765" v="1617" actId="478"/>
          <ac:spMkLst>
            <pc:docMk/>
            <pc:sldMk cId="3853142580" sldId="274"/>
            <ac:spMk id="12" creationId="{074CFACC-E9A8-3407-4B34-AFB577D7D532}"/>
          </ac:spMkLst>
        </pc:spChg>
        <pc:picChg chg="del">
          <ac:chgData name="Istiaq Alam" userId="6e56752581b029fa" providerId="LiveId" clId="{E58F669A-4A2D-4CD1-ABAE-15A955BCA4EC}" dt="2024-11-11T20:31:19.892" v="1615" actId="478"/>
          <ac:picMkLst>
            <pc:docMk/>
            <pc:sldMk cId="3853142580" sldId="274"/>
            <ac:picMk id="5124" creationId="{501F08CC-19EA-A41E-081B-1AD3C8EFEBC3}"/>
          </ac:picMkLst>
        </pc:picChg>
      </pc:sldChg>
      <pc:sldChg chg="addSp delSp modSp add mod chgLayout">
        <pc:chgData name="Istiaq Alam" userId="6e56752581b029fa" providerId="LiveId" clId="{E58F669A-4A2D-4CD1-ABAE-15A955BCA4EC}" dt="2024-11-11T20:57:29.942" v="2008" actId="20577"/>
        <pc:sldMkLst>
          <pc:docMk/>
          <pc:sldMk cId="3441487336" sldId="275"/>
        </pc:sldMkLst>
        <pc:spChg chg="mod">
          <ac:chgData name="Istiaq Alam" userId="6e56752581b029fa" providerId="LiveId" clId="{E58F669A-4A2D-4CD1-ABAE-15A955BCA4EC}" dt="2024-11-11T20:49:40.189" v="1834" actId="1076"/>
          <ac:spMkLst>
            <pc:docMk/>
            <pc:sldMk cId="3441487336" sldId="275"/>
            <ac:spMk id="5" creationId="{3026368B-F926-AAF6-A6F3-080AA0D0B816}"/>
          </ac:spMkLst>
        </pc:spChg>
        <pc:spChg chg="mod">
          <ac:chgData name="Istiaq Alam" userId="6e56752581b029fa" providerId="LiveId" clId="{E58F669A-4A2D-4CD1-ABAE-15A955BCA4EC}" dt="2024-11-11T20:42:49.338" v="1760" actId="1076"/>
          <ac:spMkLst>
            <pc:docMk/>
            <pc:sldMk cId="3441487336" sldId="275"/>
            <ac:spMk id="9" creationId="{0D6EBF12-C5BF-F99D-ACD8-DD02A578958E}"/>
          </ac:spMkLst>
        </pc:spChg>
        <pc:spChg chg="del">
          <ac:chgData name="Istiaq Alam" userId="6e56752581b029fa" providerId="LiveId" clId="{E58F669A-4A2D-4CD1-ABAE-15A955BCA4EC}" dt="2024-11-11T20:44:23.312" v="1795" actId="478"/>
          <ac:spMkLst>
            <pc:docMk/>
            <pc:sldMk cId="3441487336" sldId="275"/>
            <ac:spMk id="10" creationId="{A4C54CB1-2296-33F4-91C3-F5160ACF1943}"/>
          </ac:spMkLst>
        </pc:spChg>
        <pc:spChg chg="add mod">
          <ac:chgData name="Istiaq Alam" userId="6e56752581b029fa" providerId="LiveId" clId="{E58F669A-4A2D-4CD1-ABAE-15A955BCA4EC}" dt="2024-11-11T20:53:19.676" v="1866" actId="20577"/>
          <ac:spMkLst>
            <pc:docMk/>
            <pc:sldMk cId="3441487336" sldId="275"/>
            <ac:spMk id="11" creationId="{A56C1A89-3948-DEB5-E210-B4BD3A9B3247}"/>
          </ac:spMkLst>
        </pc:spChg>
        <pc:spChg chg="add mod">
          <ac:chgData name="Istiaq Alam" userId="6e56752581b029fa" providerId="LiveId" clId="{E58F669A-4A2D-4CD1-ABAE-15A955BCA4EC}" dt="2024-11-11T20:57:29.942" v="2008" actId="20577"/>
          <ac:spMkLst>
            <pc:docMk/>
            <pc:sldMk cId="3441487336" sldId="275"/>
            <ac:spMk id="12" creationId="{31BA344E-46C8-98DE-E53C-3783F31A4C1A}"/>
          </ac:spMkLst>
        </pc:spChg>
        <pc:picChg chg="add mod modCrop">
          <ac:chgData name="Istiaq Alam" userId="6e56752581b029fa" providerId="LiveId" clId="{E58F669A-4A2D-4CD1-ABAE-15A955BCA4EC}" dt="2024-11-11T20:49:38.083" v="1833" actId="1076"/>
          <ac:picMkLst>
            <pc:docMk/>
            <pc:sldMk cId="3441487336" sldId="275"/>
            <ac:picMk id="8" creationId="{A2232AAB-7427-B8ED-EFD4-1A3E2C3F77E2}"/>
          </ac:picMkLst>
        </pc:picChg>
      </pc:sldChg>
      <pc:sldChg chg="addSp delSp modSp add mod ord">
        <pc:chgData name="Istiaq Alam" userId="6e56752581b029fa" providerId="LiveId" clId="{E58F669A-4A2D-4CD1-ABAE-15A955BCA4EC}" dt="2024-11-11T21:06:25.564" v="2111" actId="1035"/>
        <pc:sldMkLst>
          <pc:docMk/>
          <pc:sldMk cId="1575164191" sldId="276"/>
        </pc:sldMkLst>
        <pc:spChg chg="add mod">
          <ac:chgData name="Istiaq Alam" userId="6e56752581b029fa" providerId="LiveId" clId="{E58F669A-4A2D-4CD1-ABAE-15A955BCA4EC}" dt="2024-11-11T21:04:10.908" v="2096" actId="1076"/>
          <ac:spMkLst>
            <pc:docMk/>
            <pc:sldMk cId="1575164191" sldId="276"/>
            <ac:spMk id="4" creationId="{4E13FC31-21FA-1381-BAA4-C9AE99F5E7A7}"/>
          </ac:spMkLst>
        </pc:spChg>
        <pc:spChg chg="mod">
          <ac:chgData name="Istiaq Alam" userId="6e56752581b029fa" providerId="LiveId" clId="{E58F669A-4A2D-4CD1-ABAE-15A955BCA4EC}" dt="2024-11-11T21:04:07.172" v="2095" actId="1076"/>
          <ac:spMkLst>
            <pc:docMk/>
            <pc:sldMk cId="1575164191" sldId="276"/>
            <ac:spMk id="5" creationId="{B4C75C83-568C-5639-C5FA-B46445CA4A89}"/>
          </ac:spMkLst>
        </pc:spChg>
        <pc:spChg chg="add mod">
          <ac:chgData name="Istiaq Alam" userId="6e56752581b029fa" providerId="LiveId" clId="{E58F669A-4A2D-4CD1-ABAE-15A955BCA4EC}" dt="2024-11-11T21:04:17.142" v="2098" actId="313"/>
          <ac:spMkLst>
            <pc:docMk/>
            <pc:sldMk cId="1575164191" sldId="276"/>
            <ac:spMk id="8" creationId="{5061C26C-D21E-1CD9-169A-848BB8977F0A}"/>
          </ac:spMkLst>
        </pc:spChg>
        <pc:spChg chg="mod">
          <ac:chgData name="Istiaq Alam" userId="6e56752581b029fa" providerId="LiveId" clId="{E58F669A-4A2D-4CD1-ABAE-15A955BCA4EC}" dt="2024-11-11T21:01:56.867" v="2070" actId="1076"/>
          <ac:spMkLst>
            <pc:docMk/>
            <pc:sldMk cId="1575164191" sldId="276"/>
            <ac:spMk id="9" creationId="{A6B13FDA-FA95-D783-C970-E54AA6864CCB}"/>
          </ac:spMkLst>
        </pc:spChg>
        <pc:spChg chg="del">
          <ac:chgData name="Istiaq Alam" userId="6e56752581b029fa" providerId="LiveId" clId="{E58F669A-4A2D-4CD1-ABAE-15A955BCA4EC}" dt="2024-11-11T21:01:10.020" v="2055" actId="478"/>
          <ac:spMkLst>
            <pc:docMk/>
            <pc:sldMk cId="1575164191" sldId="276"/>
            <ac:spMk id="10" creationId="{81CA37CA-EFE8-7B54-F203-3A9A59630E32}"/>
          </ac:spMkLst>
        </pc:spChg>
        <pc:spChg chg="mod">
          <ac:chgData name="Istiaq Alam" userId="6e56752581b029fa" providerId="LiveId" clId="{E58F669A-4A2D-4CD1-ABAE-15A955BCA4EC}" dt="2024-11-11T21:06:25.564" v="2111" actId="1035"/>
          <ac:spMkLst>
            <pc:docMk/>
            <pc:sldMk cId="1575164191" sldId="276"/>
            <ac:spMk id="11" creationId="{5233246B-6BD1-E95A-AD68-19347D5454EE}"/>
          </ac:spMkLst>
        </pc:spChg>
        <pc:spChg chg="add mod">
          <ac:chgData name="Istiaq Alam" userId="6e56752581b029fa" providerId="LiveId" clId="{E58F669A-4A2D-4CD1-ABAE-15A955BCA4EC}" dt="2024-11-11T21:04:22.363" v="2099" actId="1076"/>
          <ac:spMkLst>
            <pc:docMk/>
            <pc:sldMk cId="1575164191" sldId="276"/>
            <ac:spMk id="12" creationId="{F3AD9E5B-8996-675D-C43B-9699EE233245}"/>
          </ac:spMkLst>
        </pc:spChg>
        <pc:spChg chg="add mod">
          <ac:chgData name="Istiaq Alam" userId="6e56752581b029fa" providerId="LiveId" clId="{E58F669A-4A2D-4CD1-ABAE-15A955BCA4EC}" dt="2024-11-11T21:04:26.123" v="2100" actId="1076"/>
          <ac:spMkLst>
            <pc:docMk/>
            <pc:sldMk cId="1575164191" sldId="276"/>
            <ac:spMk id="13" creationId="{B6598EEC-B676-5A0C-A6A8-86A9E5223688}"/>
          </ac:spMkLst>
        </pc:spChg>
        <pc:spChg chg="add mod">
          <ac:chgData name="Istiaq Alam" userId="6e56752581b029fa" providerId="LiveId" clId="{E58F669A-4A2D-4CD1-ABAE-15A955BCA4EC}" dt="2024-11-11T21:04:32.451" v="2101" actId="1076"/>
          <ac:spMkLst>
            <pc:docMk/>
            <pc:sldMk cId="1575164191" sldId="276"/>
            <ac:spMk id="14" creationId="{D09063E1-39AF-80A1-3882-468ED8C55129}"/>
          </ac:spMkLst>
        </pc:spChg>
        <pc:spChg chg="add mod">
          <ac:chgData name="Istiaq Alam" userId="6e56752581b029fa" providerId="LiveId" clId="{E58F669A-4A2D-4CD1-ABAE-15A955BCA4EC}" dt="2024-11-11T21:04:37.629" v="2102" actId="1076"/>
          <ac:spMkLst>
            <pc:docMk/>
            <pc:sldMk cId="1575164191" sldId="276"/>
            <ac:spMk id="15" creationId="{DA75CABB-DD53-1900-82AC-74633CF27BD7}"/>
          </ac:spMkLst>
        </pc:spChg>
        <pc:spChg chg="add mod">
          <ac:chgData name="Istiaq Alam" userId="6e56752581b029fa" providerId="LiveId" clId="{E58F669A-4A2D-4CD1-ABAE-15A955BCA4EC}" dt="2024-11-11T21:04:41.971" v="2103" actId="1076"/>
          <ac:spMkLst>
            <pc:docMk/>
            <pc:sldMk cId="1575164191" sldId="276"/>
            <ac:spMk id="16" creationId="{22361555-FC59-84A3-575A-01568B815712}"/>
          </ac:spMkLst>
        </pc:spChg>
        <pc:spChg chg="add mod">
          <ac:chgData name="Istiaq Alam" userId="6e56752581b029fa" providerId="LiveId" clId="{E58F669A-4A2D-4CD1-ABAE-15A955BCA4EC}" dt="2024-11-11T21:05:00.486" v="2106"/>
          <ac:spMkLst>
            <pc:docMk/>
            <pc:sldMk cId="1575164191" sldId="276"/>
            <ac:spMk id="17" creationId="{BFA10574-0110-D15C-9FFD-F64F5F35F2F1}"/>
          </ac:spMkLst>
        </pc:spChg>
      </pc:sldChg>
      <pc:sldChg chg="add del">
        <pc:chgData name="Istiaq Alam" userId="6e56752581b029fa" providerId="LiveId" clId="{E58F669A-4A2D-4CD1-ABAE-15A955BCA4EC}" dt="2024-11-11T20:55:33.585" v="1919"/>
        <pc:sldMkLst>
          <pc:docMk/>
          <pc:sldMk cId="3479258286" sldId="276"/>
        </pc:sldMkLst>
      </pc:sldChg>
      <pc:sldMasterChg chg="setBg modSldLayout">
        <pc:chgData name="Istiaq Alam" userId="6e56752581b029fa" providerId="LiveId" clId="{E58F669A-4A2D-4CD1-ABAE-15A955BCA4EC}" dt="2024-11-11T19:22:52.714" v="784"/>
        <pc:sldMasterMkLst>
          <pc:docMk/>
          <pc:sldMasterMk cId="0" sldId="2147483648"/>
        </pc:sldMasterMkLst>
        <pc:sldLayoutChg chg="setBg">
          <pc:chgData name="Istiaq Alam" userId="6e56752581b029fa" providerId="LiveId" clId="{E58F669A-4A2D-4CD1-ABAE-15A955BCA4EC}" dt="2024-11-11T19:22:52.714" v="784"/>
          <pc:sldLayoutMkLst>
            <pc:docMk/>
            <pc:sldMasterMk cId="0" sldId="2147483648"/>
            <pc:sldLayoutMk cId="0" sldId="2147483649"/>
          </pc:sldLayoutMkLst>
        </pc:sldLayoutChg>
        <pc:sldLayoutChg chg="setBg">
          <pc:chgData name="Istiaq Alam" userId="6e56752581b029fa" providerId="LiveId" clId="{E58F669A-4A2D-4CD1-ABAE-15A955BCA4EC}" dt="2024-11-11T19:22:52.714" v="784"/>
          <pc:sldLayoutMkLst>
            <pc:docMk/>
            <pc:sldMasterMk cId="0" sldId="2147483648"/>
            <pc:sldLayoutMk cId="0" sldId="2147483650"/>
          </pc:sldLayoutMkLst>
        </pc:sldLayoutChg>
        <pc:sldLayoutChg chg="setBg">
          <pc:chgData name="Istiaq Alam" userId="6e56752581b029fa" providerId="LiveId" clId="{E58F669A-4A2D-4CD1-ABAE-15A955BCA4EC}" dt="2024-11-11T19:22:52.714" v="784"/>
          <pc:sldLayoutMkLst>
            <pc:docMk/>
            <pc:sldMasterMk cId="0" sldId="2147483648"/>
            <pc:sldLayoutMk cId="0" sldId="2147483651"/>
          </pc:sldLayoutMkLst>
        </pc:sldLayoutChg>
        <pc:sldLayoutChg chg="setBg">
          <pc:chgData name="Istiaq Alam" userId="6e56752581b029fa" providerId="LiveId" clId="{E58F669A-4A2D-4CD1-ABAE-15A955BCA4EC}" dt="2024-11-11T19:22:52.714" v="784"/>
          <pc:sldLayoutMkLst>
            <pc:docMk/>
            <pc:sldMasterMk cId="0" sldId="2147483648"/>
            <pc:sldLayoutMk cId="0" sldId="2147483652"/>
          </pc:sldLayoutMkLst>
        </pc:sldLayoutChg>
        <pc:sldLayoutChg chg="setBg">
          <pc:chgData name="Istiaq Alam" userId="6e56752581b029fa" providerId="LiveId" clId="{E58F669A-4A2D-4CD1-ABAE-15A955BCA4EC}" dt="2024-11-11T19:22:52.714" v="784"/>
          <pc:sldLayoutMkLst>
            <pc:docMk/>
            <pc:sldMasterMk cId="0" sldId="2147483648"/>
            <pc:sldLayoutMk cId="0" sldId="2147483653"/>
          </pc:sldLayoutMkLst>
        </pc:sldLayoutChg>
        <pc:sldLayoutChg chg="setBg">
          <pc:chgData name="Istiaq Alam" userId="6e56752581b029fa" providerId="LiveId" clId="{E58F669A-4A2D-4CD1-ABAE-15A955BCA4EC}" dt="2024-11-11T19:22:52.714" v="784"/>
          <pc:sldLayoutMkLst>
            <pc:docMk/>
            <pc:sldMasterMk cId="0" sldId="2147483648"/>
            <pc:sldLayoutMk cId="0" sldId="2147483654"/>
          </pc:sldLayoutMkLst>
        </pc:sldLayoutChg>
        <pc:sldLayoutChg chg="setBg">
          <pc:chgData name="Istiaq Alam" userId="6e56752581b029fa" providerId="LiveId" clId="{E58F669A-4A2D-4CD1-ABAE-15A955BCA4EC}" dt="2024-11-11T19:22:52.714" v="784"/>
          <pc:sldLayoutMkLst>
            <pc:docMk/>
            <pc:sldMasterMk cId="0" sldId="2147483648"/>
            <pc:sldLayoutMk cId="0" sldId="2147483655"/>
          </pc:sldLayoutMkLst>
        </pc:sldLayoutChg>
        <pc:sldLayoutChg chg="setBg">
          <pc:chgData name="Istiaq Alam" userId="6e56752581b029fa" providerId="LiveId" clId="{E58F669A-4A2D-4CD1-ABAE-15A955BCA4EC}" dt="2024-11-11T19:22:52.714" v="784"/>
          <pc:sldLayoutMkLst>
            <pc:docMk/>
            <pc:sldMasterMk cId="0" sldId="2147483648"/>
            <pc:sldLayoutMk cId="0" sldId="2147483656"/>
          </pc:sldLayoutMkLst>
        </pc:sldLayoutChg>
        <pc:sldLayoutChg chg="setBg">
          <pc:chgData name="Istiaq Alam" userId="6e56752581b029fa" providerId="LiveId" clId="{E58F669A-4A2D-4CD1-ABAE-15A955BCA4EC}" dt="2024-11-11T19:22:52.714" v="784"/>
          <pc:sldLayoutMkLst>
            <pc:docMk/>
            <pc:sldMasterMk cId="0" sldId="2147483648"/>
            <pc:sldLayoutMk cId="0" sldId="2147483657"/>
          </pc:sldLayoutMkLst>
        </pc:sldLayoutChg>
        <pc:sldLayoutChg chg="setBg">
          <pc:chgData name="Istiaq Alam" userId="6e56752581b029fa" providerId="LiveId" clId="{E58F669A-4A2D-4CD1-ABAE-15A955BCA4EC}" dt="2024-11-11T19:22:52.714" v="784"/>
          <pc:sldLayoutMkLst>
            <pc:docMk/>
            <pc:sldMasterMk cId="0" sldId="2147483648"/>
            <pc:sldLayoutMk cId="0" sldId="2147483658"/>
          </pc:sldLayoutMkLst>
        </pc:sldLayoutChg>
        <pc:sldLayoutChg chg="setBg">
          <pc:chgData name="Istiaq Alam" userId="6e56752581b029fa" providerId="LiveId" clId="{E58F669A-4A2D-4CD1-ABAE-15A955BCA4EC}" dt="2024-11-11T19:22:52.714" v="784"/>
          <pc:sldLayoutMkLst>
            <pc:docMk/>
            <pc:sldMasterMk cId="0" sldId="2147483648"/>
            <pc:sldLayoutMk cId="0" sldId="2147483659"/>
          </pc:sldLayoutMkLst>
        </pc:sldLayoutChg>
      </pc:sldMasterChg>
    </pc:docChg>
  </pc:docChgLst>
  <pc:docChgLst>
    <pc:chgData name="Istiaq Alam" userId="6e56752581b029fa" providerId="LiveId" clId="{F68F7D83-DE55-4ABD-8AAE-2AD911C046ED}"/>
    <pc:docChg chg="undo custSel modSld">
      <pc:chgData name="Istiaq Alam" userId="6e56752581b029fa" providerId="LiveId" clId="{F68F7D83-DE55-4ABD-8AAE-2AD911C046ED}" dt="2024-11-12T03:23:34.846" v="15" actId="1076"/>
      <pc:docMkLst>
        <pc:docMk/>
      </pc:docMkLst>
      <pc:sldChg chg="modSp mod">
        <pc:chgData name="Istiaq Alam" userId="6e56752581b029fa" providerId="LiveId" clId="{F68F7D83-DE55-4ABD-8AAE-2AD911C046ED}" dt="2024-11-12T03:23:34.846" v="15" actId="1076"/>
        <pc:sldMkLst>
          <pc:docMk/>
          <pc:sldMk cId="0" sldId="256"/>
        </pc:sldMkLst>
        <pc:spChg chg="mod">
          <ac:chgData name="Istiaq Alam" userId="6e56752581b029fa" providerId="LiveId" clId="{F68F7D83-DE55-4ABD-8AAE-2AD911C046ED}" dt="2024-11-12T03:23:34.846" v="15" actId="1076"/>
          <ac:spMkLst>
            <pc:docMk/>
            <pc:sldMk cId="0" sldId="256"/>
            <ac:spMk id="10" creationId="{00000000-0000-0000-0000-000000000000}"/>
          </ac:spMkLst>
        </pc:spChg>
        <pc:grpChg chg="mod">
          <ac:chgData name="Istiaq Alam" userId="6e56752581b029fa" providerId="LiveId" clId="{F68F7D83-DE55-4ABD-8AAE-2AD911C046ED}" dt="2024-11-12T03:23:29.997" v="14" actId="1076"/>
          <ac:grpSpMkLst>
            <pc:docMk/>
            <pc:sldMk cId="0" sldId="256"/>
            <ac:grpSpMk id="6" creationId="{00000000-0000-0000-0000-000000000000}"/>
          </ac:grpSpMkLst>
        </pc:gr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1T19:33:40.791"/>
    </inkml:context>
    <inkml:brush xml:id="br0">
      <inkml:brushProperty name="width" value="0.35" units="cm"/>
      <inkml:brushProperty name="height" value="0.35" units="cm"/>
      <inkml:brushProperty name="color" value="#FFFFFF"/>
    </inkml:brush>
  </inkml:definitions>
  <inkml:trace contextRef="#ctx0" brushRef="#br0">4125 232 24575,'-318'0'0,"593"0"0,-416 1 0,-165-4 0,296 2 0,1-1 0,-1 0 0,1-1 0,-14-5 0,22 8 0,-1-1 0,1 0 0,-1 1 0,1-1 0,-1 0 0,1 0 0,0 0 0,0 0 0,-1 0 0,1 0 0,0 0 0,0-1 0,0 1 0,-1-2 0,2 2 0,0 1 0,0-1 0,0 0 0,0 0 0,0 1 0,0-1 0,0 0 0,1 0 0,-1 1 0,0-1 0,0 0 0,1 1 0,-1-1 0,0 0 0,1 1 0,-1-1 0,1 0 0,-1 1 0,1-1 0,-1 1 0,1-1 0,-1 1 0,1-1 0,0 1 0,-1-1 0,1 1 0,0 0 0,-1-1 0,1 1 0,0 0 0,-1 0 0,2-1 0,9-3 0,0 0 0,0 0 0,0 1 0,0 1 0,0 0 0,17-1 0,77 0 0,-65 2 0,232 3 0,-628-3 0,265-4 0,-176-35 0,165 17 0,-1 4 0,-1 4 0,-137-1 0,239 16 0,-10 0 0,0 0 0,0 0 0,1-1 0,-14-4 0,25 6 0,-1-1 0,1 0 0,0 0 0,0 0 0,0 0 0,-1 0 0,1 0 0,0 0 0,0 0 0,-1 0 0,1 0 0,0 0 0,0 0 0,-1 0 0,1 0 0,0 0 0,0 0 0,-1-1 0,1 1 0,0 0 0,0 0 0,0 0 0,-1 0 0,1 0 0,0 0 0,0-1 0,0 1 0,0 0 0,-1 0 0,1 0 0,0-1 0,0 1 0,0 0 0,0 0 0,0 0 0,0-1 0,0 1 0,-1 0 0,1 0 0,0-1 0,0 1 0,0 0 0,0 0 0,0 0 0,0-1 0,0 1 0,0 0 0,0 0 0,0-1 0,0 1 0,0 0 0,1 0 0,-1-1 0,0 1 0,0 0 0,0-1 0,18-6 0,28-3 0,-31 9 0,18-1 0,-29 1 0,-16 0 0,-1063 1 0,529 2 0,1322 16 0,-5 73 0,-721-82 0,-1 2 0,1 2 0,57 23 0,-99-32 0,0 0 0,0 0 0,-1 0 0,1 1 0,8 7 0,-15-11 0,0-1 0,-1 1 0,1-1 0,0 1 0,-1-1 0,1 1 0,-1-1 0,1 1 0,0 0 0,-1-1 0,1 1 0,-1 0 0,1-1 0,-1 1 0,0 0 0,1 0 0,-1 0 0,0-1 0,0 1 0,1 0 0,-1 0 0,0 0 0,0-1 0,0 1 0,0 0 0,0 0 0,0 0 0,0 0 0,0 0 0,-1-1 0,1 1 0,0 0 0,0 0 0,-1 0 0,1-1 0,0 1 0,-1 0 0,0 1 0,-2 0 0,1 0 0,-1-1 0,0 1 0,0 0 0,1-1 0,-1 0 0,0 0 0,-1 0 0,-4 1 0,-36 6 0,0-1 0,-1-3 0,-88-3 0,61-1 0,-1380-7 0,1416 7 0,-160-8 0,164 1 0,36 2 0,17 1 0,119-9 0,197 8 0,-194 6 0,-72-2 0,6 0 0,92 11 0,-126-1 0,-43-9 0,1 1 0,-1-1 0,0 0 0,1 0 0,-1 0 0,0 0 0,1 1 0,-1-1 0,0 0 0,1 0 0,-1 1 0,0-1 0,0 0 0,1 1 0,-1-1 0,0 0 0,0 1 0,0-1 0,1 0 0,-1 1 0,0-1 0,0 0 0,0 1 0,0-1 0,0 0 0,0 1 0,0-1 0,0 1 0,0-1 0,0 0 0,0 1 0,0-1 0,0 1 0,0-1 0,0 0 0,0 1 0,0-1 0,0 0 0,0 1 0,-1-1 0,1 0 0,0 1 0,0-1 0,0 0 0,-1 1 0,1-1 0,0 0 0,0 1 0,-1-1 0,1 0 0,0 0 0,-1 1 0,1-1 0,0 0 0,-1 0 0,1 0 0,0 0 0,-1 1 0,1-1 0,-1 0 0,-27 12 0,-9-3 0,-1-2 0,-71 5 0,-87-8 0,107-3 0,-550-1 0,619-2 0,33-3 0,37-4 0,393-15 0,-430 24 0,59 3 0,-68-3 0,-1 1 0,0-1 0,0 1 0,0 0 0,0 0 0,0 0 0,0 1 0,0-1 0,-1 1 0,1-1 0,0 1 0,-1 0 0,1 0 0,-1 0 0,0 1 0,1-1 0,-1 0 0,3 6 0,-4-7 0,-1 0 0,1 0 0,-1 0 0,1 0 0,-1 1 0,1-1 0,-1 0 0,0 0 0,1 1 0,-1-1 0,0 0 0,0 1 0,0-1 0,0 0 0,0 1 0,0-1 0,0 0 0,-1 0 0,1 1 0,0-1 0,-1 0 0,1 0 0,-1 1 0,1-1 0,-2 2 0,0-1 0,-1 0 0,1 0 0,0 1 0,-1-2 0,1 1 0,-1 0 0,1 0 0,-1-1 0,0 0 0,-5 2 0,-7 2 0,0-1 0,-1 0 0,-20 1 0,35-5 0,-81 9 0,-1-5 0,-155-10 0,234 6 0,1 0 0,-1-1 0,1 1 0,-1-1 0,1 0 0,0 0 0,-1 0 0,1 0 0,0-1 0,-1 1 0,1-1 0,0 0 0,0 0 0,1 0 0,-1 0 0,0-1 0,-3-3 0,5 3 0,0 1 0,0 0 0,0 0 0,0-1 0,0 1 0,1-1 0,-1 1 0,1 0 0,0-1 0,0 1 0,0-1 0,0 1 0,0-1 0,0 1 0,1-1 0,-1 1 0,1-1 0,0 1 0,0 0 0,-1-1 0,2 1 0,-1 0 0,0 0 0,0 0 0,3-4 0,6-7 0,1 0 0,0 0 0,1 1 0,0 0 0,0 1 0,1 1 0,1 0 0,0 1 0,16-8 0,-12 7 0,0 1 0,1 1 0,0 0 0,0 2 0,1 0 0,0 2 0,23-4 0,-40 8 0,1 0 0,-1-1 0,0 1 0,0 1 0,0-1 0,0 0 0,1 1 0,-1 0 0,0-1 0,0 1 0,0 0 0,0 1 0,0-1 0,-1 1 0,6 2 0,-8-3 0,1-1 0,0 1 0,-1 0 0,1-1 0,-1 1 0,0-1 0,1 1 0,-1 0 0,1 0 0,-1-1 0,0 1 0,0 0 0,1 0 0,-1-1 0,0 1 0,0 0 0,0 0 0,0 0 0,0-1 0,0 1 0,0 0 0,0 0 0,0 1 0,-1 0 0,0 0 0,0-1 0,0 1 0,0 0 0,0 0 0,-1 0 0,1-1 0,0 1 0,-1-1 0,1 1 0,-1-1 0,-3 3 0,-4 2 0,-1 1 0,0-2 0,-1 1 0,1-2 0,-1 1 0,0-1 0,-1-1 0,1 0 0,-14 1 0,-15 1 0,-56 1 0,-432-30 0,479 20 0,1-2 0,0-2 0,-82-25 0,122 31 0,0-1 0,0-1 0,1 1 0,0-1 0,-8-6 0,14 10 0,0-1 0,0 0 0,0 1 0,0-1 0,0 0 0,0 0 0,0 0 0,0 0 0,0 0 0,0 0 0,1 0 0,-1 0 0,0 0 0,1 0 0,-1 0 0,1 0 0,-1 0 0,1 0 0,0-1 0,-1 1 0,1 0 0,0 0 0,0-1 0,0 1 0,0 0 0,0 0 0,0 0 0,0-1 0,0 1 0,0 0 0,1 0 0,-1-1 0,1 1 0,-1 0 0,1 0 0,-1 0 0,1 0 0,-1 0 0,1 0 0,0 0 0,0 0 0,1-2 0,2 0 0,0 0 0,0 0 0,0 0 0,0 0 0,1 0 0,-1 1 0,1 0 0,0 0 0,0 0 0,0 1 0,7-2 0,63-6 0,-60 7 0,38-2 0,-1 1 0,1 3 0,0 2 0,0 3 0,0 2 0,51 13 0,-67-4 0,-37-16 0,1 0 0,-1 1 0,0-1 0,0 0 0,1 0 0,-1 0 0,0 1 0,1-1 0,-1 0 0,0 0 0,0 1 0,1-1 0,-1 0 0,0 1 0,0-1 0,0 0 0,1 1 0,-1-1 0,0 0 0,0 1 0,0-1 0,0 0 0,0 1 0,0-1 0,0 1 0,0-1 0,0 0 0,0 1 0,0-1 0,0 0 0,0 1 0,0-1 0,0 0 0,0 1 0,0-1 0,-1 1 0,1-1 0,0 0 0,0 1 0,0-1 0,0 0 0,-1 0 0,1 1 0,0-1 0,0 0 0,-1 0 0,1 1 0,0-1 0,-1 0 0,1 0 0,0 1 0,-1-1 0,1 0 0,0 0 0,-1 0 0,1 0 0,0 0 0,-1 1 0,-25 6 0,-52 2 0,-1-3 0,-123-7 0,94-1 0,9 0 0,-66 2 0,896 16 0,-689-13 0,111 13 0,-133-13 0,-1 1 0,0 1 0,0 1 0,-1 1 0,28 13 0,-45-19 0,1-1 0,0 1 0,0 0 0,-1 0 0,1 0 0,0 0 0,-1 1 0,0-1 0,1 0 0,-1 1 0,1-1 0,-1 1 0,0-1 0,0 1 0,0-1 0,1 4 0,-2-4 0,0 0 0,0-1 0,0 1 0,0 0 0,0 0 0,0 0 0,0-1 0,-1 1 0,1 0 0,0 0 0,-1-1 0,1 1 0,0 0 0,-1 0 0,1-1 0,-1 1 0,1 0 0,-1-1 0,0 1 0,1-1 0,-1 1 0,1-1 0,-1 1 0,0-1 0,-1 1 0,-5 3 0,0-1 0,-1 0 0,1 0 0,-1-1 0,1 0 0,-11 1 0,-106 10 0,-245-8 0,245-7 0,53 3 0,34 0 0,0-1 0,0-2 0,-42-8 0,58 1 0,33 2 0,42-2 0,469-2 0,-387 12 0,29 0 0,185 24 0,-348-25 0,5 1 0,0-1 0,0 1 0,0 0 0,0 1 0,0-1 0,0 1 0,-1 1 0,1-1 0,-1 1 0,1 1 0,-1-1 0,8 7 0,-13-9 0,-1 0 0,1 0 0,0-1 0,-1 1 0,1 0 0,-1 0 0,0 0 0,1 0 0,-1 1 0,0-1 0,0 0 0,1 0 0,-1 0 0,0 0 0,0 0 0,0 0 0,0 0 0,-1 0 0,1 0 0,0 0 0,0 1 0,-1-1 0,1 0 0,0 0 0,-1 0 0,1 0 0,-1 0 0,1-1 0,-1 1 0,0 0 0,1 0 0,-1 0 0,0 0 0,0-1 0,0 1 0,1 0 0,-1-1 0,0 1 0,0 0 0,0-1 0,-2 1 0,-42 23 0,19-16 0,1 0 0,-1-2 0,-1-1 0,-40 3 0,-105-5 0,156-4 0,46 0 0,681-5-59,-3 32-473,-610-19 532,113 24 0,-204-30 0,1 1 0,-1 0 0,0 0 0,0 1 0,0 0 0,8 4 0,-15-7 0,0 0 0,0 0 0,1 0 0,-1 1 0,0-1 0,0 0 0,0 0 0,1 0 0,-1 0 0,0 1 0,0-1 0,0 0 0,0 0 0,0 0 0,1 1 0,-1-1 0,0 0 0,0 0 0,0 1 0,0-1 0,0 0 0,0 0 0,0 1 0,0-1 0,0 0 0,0 0 0,0 1 0,0-1 0,0 0 0,0 0 0,0 1 0,0-1 0,0 0 0,0 0 0,0 1 0,0-1 0,-1 1 0,-13 6 0,-7-2 0,0-1 0,0 0 0,0-2 0,-40 0 0,-94-13 0,94 5 0,-734-96 591,792 101-591,-22-3 0,1-1 0,-1-1 0,1-1 0,-24-11 0,47 18 0,1 0 0,-1 0 0,1 0 0,-1 0 0,1-1 0,-1 1 0,0 0 0,1 0 0,-1 0 0,1 0 0,-1-1 0,1 1 0,-1 0 0,1-1 0,0 1 0,-1 0 0,1-1 0,-1 1 0,1 0 0,0-1 0,-1 1 0,1-1 0,0 1 0,-1-1 0,1 1 0,0-1 0,0 1 0,-1-1 0,1 1 0,0-1 0,0 1 0,0-1 0,0 1 0,0-1 0,0 1 0,0-1 0,0 0 0,0 1 0,0-1 0,0 0 0,23-8 0,37 2 0,-1 3 0,95 4 0,-73 2 0,-3-1 0,114 16 0,-162-10 0,-30-7 0,0 0 0,0 0 0,1 0 0,-1 0 0,0 0 0,0 0 0,0 0 0,0 0 0,1 0 0,-1 0 0,0 0 0,0 0 0,0 0 0,0 0 0,1 0 0,-1 0 0,0 0 0,0 0 0,0 0 0,0 0 0,0 0 0,1 1 0,-1-1 0,0 0 0,0 0 0,0 0 0,0 0 0,0 0 0,0 0 0,0 1 0,1-1 0,-1 0 0,0 0 0,0 0 0,0 0 0,0 1 0,0-1 0,0 0 0,0 0 0,0 0 0,0 0 0,0 1 0,0-1 0,0 0 0,0 0 0,0 0 0,0 0 0,0 1 0,0-1 0,0 0 0,0 0 0,-1 0 0,1 0 0,0 1 0,0-1 0,0 0 0,-5 2 0,0-1 0,-1 1 0,1-1 0,0 0 0,-1-1 0,-9 1 0,-349 7 0,-496-51 0,563 9 0,224 22 0,-136-41 0,135 21 0,72 37 0,-1 1 0,-1-1 0,1 1 0,-1-1 0,0 0 0,0 0 0,0-1 0,-1 1 0,1-1 0,-1 0 0,0 0 0,0 0 0,-1-1 0,1 0 0,-1 0 0,0 0 0,-6 1 0,-4 5 0,16-9 0,0 0 0,0 0 0,-1 0 0,1 0 0,0 0 0,0 0 0,0 0 0,0 0 0,-1 1 0,1-1 0,0 0 0,0 0 0,0 0 0,0 0 0,0 1 0,0-1 0,0 0 0,-1 0 0,1 0 0,0 0 0,0 1 0,0-1 0,0 0 0,0 0 0,0 0 0,0 1 0,0-1 0,0 0 0,0 0 0,0 0 0,0 1 0,0-1 0,0 0 0,0 0 0,0 0 0,0 0 0,1 1 0,-1-1 0,0 0 0,0 0 0,0 0 0,0 0 0,0 1 0,0-1 0,0 0 0,1 0 0,-1 0 0,0 0 0,0 0 0,0 1 0,0-1 0,0 0 0,1 0 0,-1 0 0,0 0 0,0 0 0,20 10 0,30 4 0,156 12 0,-54-9 0,238 59 0,-371-72 0,-1 1 0,-1 1 0,1 1 0,-1 0 0,0 1 0,31 21 0,-48-29 0,1 0 0,0 1 0,-1-1 0,1 0 0,0 1 0,-1-1 0,1 1 0,0-1 0,-1 1 0,1-1 0,-1 1 0,1-1 0,-1 1 0,1 0 0,-1-1 0,0 1 0,1 0 0,-1-1 0,0 1 0,1 0 0,-1 0 0,0-1 0,0 1 0,0 0 0,0 0 0,1-1 0,-1 1 0,0 0 0,0 0 0,-1-1 0,1 1 0,0 0 0,0 0 0,0-1 0,0 1 0,-1 0 0,1 0 0,0-1 0,-1 1 0,1 0 0,0-1 0,-1 1 0,1-1 0,-1 1 0,1 0 0,-1 0 0,-3 1 0,0 0 0,0 0 0,0 0 0,-1-1 0,1 1 0,0-1 0,-7 1 0,-38 7 0,-1-3 0,-1-2 0,-58-2 0,-157-19 0,241 15 0,-36-2 0,1-2 0,0-4 0,-74-20 0,92 11 0,42 19 0,-1-1 0,1 1 0,0 0 0,0 0 0,-1 0 0,1-1 0,0 1 0,0 0 0,-1-1 0,1 1 0,0 0 0,0-1 0,0 1 0,0 0 0,-1 0 0,1-1 0,0 1 0,0-1 0,0 1 0,0 0 0,0-1 0,0 1 0,0 0 0,0-1 0,0 1 0,0 0 0,0-1 0,0 1 0,0 0 0,0-1 0,0 1 0,1 0 0,-1-1 0,0 1 0,0 0 0,0-1 0,0 1 0,1 0 0,-1-1 0,0 1 0,0 0 0,1 0 0,-1-1 0,0 1 0,1 0 0,-1 0 0,0 0 0,0-1 0,1 1 0,-1 0 0,0 0 0,1 0 0,-1 0 0,0 0 0,1 0 0,-1 0 0,1 0 0,12-5 0,1 2 0,-1 0 0,1 0 0,-1 1 0,1 1 0,0 0 0,14 2 0,10-2 0,221 2 0,384 49 0,-581-43 0,78 20 0,-114-15 0,-25-12 0,-1 0 0,0 0 0,0 1 0,0-1 0,0 0 0,0 0 0,0 0 0,0 1 0,0-1 0,0 0 0,0 0 0,0 1 0,0-1 0,0 0 0,0 0 0,0 1 0,0-1 0,0 0 0,0 0 0,0 0 0,0 1 0,0-1 0,0 0 0,0 0 0,0 0 0,0 1 0,-1-1 0,1 0 0,0 0 0,0 0 0,0 1 0,0-1 0,0 0 0,-1 0 0,1 0 0,0 0 0,0 0 0,0 1 0,-1-1 0,1 0 0,0 0 0,0 0 0,0 0 0,-1 0 0,1 0 0,0 0 0,0 0 0,-1 0 0,1 0 0,-48 8 0,-371-4 0,171-7 0,1150 2 0,-451 2 0,-629 0 0,-235-3 0,354-5 0,58 7 0,0 0 0,0 0 0,1 0 0,-1 0 0,0 0 0,0 0 0,0-1 0,1 1 0,-1 0 0,0 0 0,0-1 0,1 1 0,-1-1 0,0 1 0,0 0 0,1-1 0,-1 1 0,0-1 0,1 0 0,-1 1 0,1-1 0,-1 1 0,1-1 0,-1 0 0,1 0 0,-1 1 0,1-1 0,0 0 0,-1 0 0,1-1 0,1 1 0,0 0 0,-1 0 0,1 0 0,0 0 0,0-1 0,1 1 0,-1 1 0,0-1 0,0 0 0,0 0 0,1 0 0,-1 1 0,0-1 0,1 0 0,-1 1 0,0-1 0,3 1 0,22-7 0,1 1 0,-1 1 0,1 1 0,32 1 0,-33 1 0,1083-12 0,-1064 15 0,-1 2 0,49 9 0,-92-12 0,-1 0 0,1 0 0,0 0 0,-1 0 0,1 0 0,0 0 0,0 0 0,-1 0 0,1 0 0,0 0 0,-1 0 0,1 1 0,0-1 0,-1 0 0,1 0 0,0 1 0,-1-1 0,1 0 0,-1 1 0,1-1 0,-1 1 0,1-1 0,-1 1 0,1-1 0,-1 1 0,1-1 0,-1 1 0,1-1 0,-1 1 0,1 0 0,-22 6 0,-50 0 0,-124-3 0,102-4 0,1167-3 0,-603 4 0,-447-1 0,181 7 0,-170-1 0,-35-6 0,-1 0 0,1 0 0,0 0 0,0 1 0,0-1 0,0 0 0,0 0 0,0 0 0,-1 0 0,1 0 0,0 0 0,0 0 0,0 0 0,0 0 0,0 0 0,0 0 0,-1 1 0,1-1 0,0 0 0,0 0 0,0 0 0,0 0 0,0 0 0,0 0 0,0 1 0,0-1 0,0 0 0,0 0 0,0 0 0,0 0 0,0 0 0,0 1 0,0-1 0,0 0 0,0 0 0,0 0 0,0 0 0,0 0 0,0 1 0,0-1 0,0 0 0,0 0 0,0 0 0,0 0 0,0 0 0,0 0 0,0 1 0,0-1 0,0 0 0,1 0 0,-1 0 0,0 0 0,0 0 0,0 0 0,0 0 0,0 0 0,0 1 0,0-1 0,1 0 0,-1 0 0,0 0 0,0 0 0,0 0 0,0 0 0,0 0 0,1 0 0,-58 9 0,-687 3 0,505-14 0,-224-23 0,453 24 0,0 0 0,0 0 0,1-1 0,-1 0 0,1-1 0,-1 0 0,1 0 0,0-1 0,-15-9 0,23 13 0,1 0 0,-1 0 0,1-1 0,-1 1 0,1 0 0,0-1 0,-1 1 0,1 0 0,-1-1 0,1 1 0,0-1 0,-1 1 0,1-1 0,0 1 0,-1-1 0,1 1 0,0-1 0,0 1 0,0-1 0,-1 1 0,1-1 0,0 1 0,0-1 0,0 1 0,0-1 0,0 0 0,0 1 0,0-1 0,0 1 0,0-1 0,0 1 0,0-1 0,1 1 0,-1-1 0,0 0 0,0 1 0,0-1 0,1 1 0,-1-1 0,0 1 0,1 0 0,-1-1 0,0 1 0,1-1 0,-1 1 0,1-1 0,0 1 0,31-13 0,23 3 0,1 3 0,0 2 0,74 3 0,-53 1 0,785 2 0,-834 0 0,0 0 0,0 2 0,30 7 0,-45-4 0,-15 0 0,-23 4 0,22-8 0,-69 18 0,0-3 0,0-3 0,-110 7 0,-226-13 0,381-9 0,33 1 0,42-2 0,48 2-1365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1T19:33:49.791"/>
    </inkml:context>
    <inkml:brush xml:id="br0">
      <inkml:brushProperty name="width" value="0.35" units="cm"/>
      <inkml:brushProperty name="height" value="0.35" units="cm"/>
      <inkml:brushProperty name="color" value="#FFFFFF"/>
      <inkml:brushProperty name="transparency" value="104"/>
    </inkml:brush>
  </inkml:definitions>
  <inkml:trace contextRef="#ctx0" brushRef="#br0">1800 1072 24575,'0'2'0,"-1"0"0,1 0 0,-1 0 0,0 0 0,0 0 0,0 0 0,0 0 0,0 0 0,0-1 0,-1 1 0,1 0 0,0-1 0,-1 1 0,0-1 0,1 1 0,-1-1 0,-3 2 0,-37 23 0,32-20 0,-39 20 0,-73 27 0,16-9 0,97-39 0,0-1 0,1 1 0,-1 0 0,1 1 0,-10 9 0,15-12 0,0-1 0,0 1 0,1 1 0,-1-1 0,1 0 0,0 1 0,0-1 0,0 1 0,0-1 0,1 1 0,-1 0 0,1 0 0,0 0 0,0 0 0,0 7 0,1-5 0,0 0 0,-1 0 0,1-1 0,-1 1 0,0 0 0,-1-1 0,1 1 0,-1-1 0,0 0 0,-1 1 0,1-1 0,-1 0 0,0 0 0,0-1 0,0 1 0,-1-1 0,0 1 0,0-1 0,0 0 0,0 0 0,-1-1 0,-6 5 0,-10 5 0,0-1 0,-2 0 0,1-2 0,-1-1 0,0 0 0,-48 9 0,-154 14 0,175-27 0,-392 7 0,295-14 0,133 2 0,0-1 0,-1 0 0,1-1 0,0 0 0,1-2 0,-1 1 0,-16-8 0,24 8 0,-1 0 0,1 0 0,0 0 0,0-1 0,0 0 0,1-1 0,-1 1 0,1-1 0,0 0 0,0 0 0,1-1 0,-1 1 0,1-1 0,0 0 0,1 0 0,-3-7 0,4 9 0,1 1 0,0-1 0,0 1 0,0-1 0,1 0 0,-1 1 0,1-1 0,0 0 0,0 0 0,1 1 0,-1-1 0,1 0 0,-1 0 0,1 1 0,0-1 0,0 1 0,1-1 0,-1 1 0,1-1 0,0 1 0,0 0 0,0 0 0,0 0 0,0 0 0,1 0 0,0 0 0,-1 1 0,1-1 0,0 1 0,6-4 0,2-1 0,0 1 0,0 0 0,0 0 0,0 1 0,1 1 0,0 0 0,0 0 0,13-1 0,63-5 0,1 4 0,153 10 0,-96 0 0,-88-4 0,0 2 0,-1 3 0,0 2 0,100 27 0,335 131 0,-433-150 0,92 10 0,-96-17 0,-3 0 0,76 11 0,183 5 0,585-26 0,-852 1 0,1-3 0,-1-2 0,0-1 0,69-22 0,-21-1 0,90-44 0,-177 71 0,7-2 0,0 0 0,-1-1 0,0 0 0,0-1 0,11-9 0,-21 16 0,-1 0 0,0-1 0,1 1 0,-1 0 0,1-1 0,-1 1 0,0 0 0,1-1 0,-1 1 0,0-1 0,0 1 0,1 0 0,-1-1 0,0 1 0,0-1 0,1 1 0,-1-1 0,0 1 0,0-1 0,0 1 0,0-1 0,0 1 0,0-1 0,0 1 0,0-1 0,0 1 0,0-1 0,0 1 0,0-1 0,0 1 0,0-1 0,-1 1 0,1-1 0,0 1 0,-1-1 0,-18-9 0,-34 3 0,52 7 0,-504-4 0,284 8 0,-2205-3 0,2424-1 0,-69 4 0,68-4 0,-1 0 0,0 1 0,1-1 0,0 1 0,-1 0 0,1 0 0,-1 0 0,1 1 0,0-1 0,0 1 0,0 0 0,0 0 0,0 0 0,0 0 0,0 0 0,-3 5 0,6-7 0,-1 1 0,1-1 0,0 1 0,-1-1 0,1 1 0,0-1 0,0 1 0,0 0 0,0-1 0,0 1 0,-1-1 0,1 1 0,0 0 0,0-1 0,0 1 0,1 0 0,-1-1 0,0 1 0,0-1 0,0 1 0,0 0 0,0-1 0,1 1 0,-1-1 0,0 1 0,1-1 0,-1 1 0,0-1 0,1 1 0,-1-1 0,1 2 0,24 11 0,28-2 0,73-3 0,-83-7 0,70 10 0,5 4 0,0-6 0,198-8 0,-131-4 0,-98 4 0,-30 2 0,0-4 0,0-2 0,69-12 0,-68 2 0,-1-2 0,64-27 0,-94 33 0,0 1 0,0 2 0,1 1 0,46-3 0,-49 6 0,1-1 0,-1 0 0,1-2 0,-1-1 0,44-17 0,-22-1 0,32-13 0,-31 18 0,0-3 0,-1-1 0,47-32 0,125-97 0,-206 143 0,-1-1 0,0 0 0,0-1 0,-1 0 0,0 0 0,-1-2 0,0 1 0,-1-1 0,-1-1 0,0 1 0,-1-1 0,0-1 0,8-26 0,-2-5 0,-1-1 0,6-56 0,-15 86 0,1-1 0,1 1 0,0 0 0,2 1 0,0-1 0,1 1 0,0 0 0,1 1 0,16-21 0,-18 24 0,-1-1 0,-1 0 0,0 0 0,-1-1 0,0 1 0,-1-1 0,-1 0 0,0 0 0,-1 1 0,-1-22 0,1 18 0,0-1 0,0 1 0,2 0 0,0 0 0,1 0 0,9-25 0,-7 27 0,1 1 0,1 1 0,0-1 0,0 1 0,2 1 0,-1-1 0,19-16 0,-25 26 0,-1 1 0,1 0 0,0-1 0,0 1 0,1 0 0,-1 1 0,0-1 0,1 1 0,-1-1 0,1 1 0,-1 0 0,1 0 0,-1 0 0,1 1 0,0-1 0,0 1 0,-1 0 0,1 0 0,0 1 0,-1-1 0,1 1 0,0-1 0,-1 1 0,1 0 0,0 0 0,-1 1 0,0-1 0,1 1 0,-1 0 0,0 0 0,0 0 0,0 0 0,0 0 0,0 1 0,0-1 0,3 6 0,2 2 0,0-1 0,-1 1 0,0 1 0,-1-1 0,0 1 0,-1 0 0,0 1 0,-1-1 0,0 1 0,0 0 0,-2 0 0,1 0 0,-2 0 0,1 14 0,-1-12 0,-1 0 0,0 0 0,-1 0 0,0 0 0,-1 0 0,-1-1 0,0 1 0,-1-1 0,0 1 0,-1-1 0,-1-1 0,-9 18 0,-16 15 0,-1-2 0,-2-1 0,-2-2 0,-2-1 0,-1-2 0,-2-1 0,-2-3 0,-1-1 0,-1-2 0,-1-3 0,-2-1 0,-86 33 0,-5-1 0,99-39 0,-1-1 0,-78 21 0,-204 28 0,200-50 0,77-13 0,-59 15 0,97-17 0,-46 10 0,1 2 0,1 3 0,-77 36 0,3-1 0,92-39 0,-1 0 0,-52 31 0,-17 14-1365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004AAD">
                <a:alpha val="100000"/>
              </a:srgbClr>
            </a:gs>
            <a:gs pos="100000">
              <a:srgbClr val="07005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7.png"/><Relationship Id="rId4" Type="http://schemas.openxmlformats.org/officeDocument/2006/relationships/image" Target="../media/image3.sv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geeksforgeeks.org/direct-memory-access-dma-controller-in-computer-architecture/"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ques10.com/p/13450/interface-dma-controller-8237-with-8086-micropro-1/" TargetMode="External"/><Relationship Id="rId5" Type="http://schemas.openxmlformats.org/officeDocument/2006/relationships/hyperlink" Target="https://edutechlearners.com/" TargetMode="Externa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74419" y="5973419"/>
            <a:ext cx="6569761" cy="6569761"/>
          </a:xfrm>
          <a:custGeom>
            <a:avLst/>
            <a:gdLst/>
            <a:ahLst/>
            <a:cxnLst/>
            <a:rect l="l" t="t" r="r" b="b"/>
            <a:pathLst>
              <a:path w="6569761" h="6569761">
                <a:moveTo>
                  <a:pt x="0" y="0"/>
                </a:moveTo>
                <a:lnTo>
                  <a:pt x="6569762" y="0"/>
                </a:lnTo>
                <a:lnTo>
                  <a:pt x="6569762" y="6569762"/>
                </a:lnTo>
                <a:lnTo>
                  <a:pt x="0" y="6569762"/>
                </a:lnTo>
                <a:lnTo>
                  <a:pt x="0" y="0"/>
                </a:lnTo>
                <a:close/>
              </a:path>
            </a:pathLst>
          </a:custGeom>
          <a:blipFill>
            <a:blip r:embed="rId2"/>
            <a:stretch>
              <a:fillRect/>
            </a:stretch>
          </a:blipFill>
        </p:spPr>
        <p:txBody>
          <a:bodyPr/>
          <a:lstStyle/>
          <a:p>
            <a:endParaRPr lang="en-US" dirty="0"/>
          </a:p>
        </p:txBody>
      </p:sp>
      <p:sp>
        <p:nvSpPr>
          <p:cNvPr id="3" name="Freeform 3"/>
          <p:cNvSpPr/>
          <p:nvPr/>
        </p:nvSpPr>
        <p:spPr>
          <a:xfrm flipH="1" flipV="1">
            <a:off x="-2256181" y="-1894310"/>
            <a:ext cx="6569761" cy="6569761"/>
          </a:xfrm>
          <a:custGeom>
            <a:avLst/>
            <a:gdLst/>
            <a:ahLst/>
            <a:cxnLst/>
            <a:rect l="l" t="t" r="r" b="b"/>
            <a:pathLst>
              <a:path w="6569761" h="6569761">
                <a:moveTo>
                  <a:pt x="6569762" y="6569761"/>
                </a:moveTo>
                <a:lnTo>
                  <a:pt x="0" y="6569761"/>
                </a:lnTo>
                <a:lnTo>
                  <a:pt x="0" y="0"/>
                </a:lnTo>
                <a:lnTo>
                  <a:pt x="6569762" y="0"/>
                </a:lnTo>
                <a:lnTo>
                  <a:pt x="6569762" y="6569761"/>
                </a:lnTo>
                <a:close/>
              </a:path>
            </a:pathLst>
          </a:custGeom>
          <a:blipFill>
            <a:blip r:embed="rId2"/>
            <a:stretch>
              <a:fillRect/>
            </a:stretch>
          </a:blipFill>
        </p:spPr>
        <p:txBody>
          <a:bodyPr/>
          <a:lstStyle/>
          <a:p>
            <a:endParaRPr lang="en-US"/>
          </a:p>
        </p:txBody>
      </p:sp>
      <p:sp>
        <p:nvSpPr>
          <p:cNvPr id="4" name="Freeform 4"/>
          <p:cNvSpPr/>
          <p:nvPr/>
        </p:nvSpPr>
        <p:spPr>
          <a:xfrm>
            <a:off x="1028700" y="51435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flipH="1" flipV="1">
            <a:off x="13144500" y="10287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6115478" y="5676900"/>
            <a:ext cx="6348487" cy="2819398"/>
            <a:chOff x="0" y="0"/>
            <a:chExt cx="5051134" cy="813839"/>
          </a:xfrm>
        </p:grpSpPr>
        <p:sp>
          <p:nvSpPr>
            <p:cNvPr id="7" name="Freeform 7"/>
            <p:cNvSpPr/>
            <p:nvPr/>
          </p:nvSpPr>
          <p:spPr>
            <a:xfrm>
              <a:off x="0" y="0"/>
              <a:ext cx="5051134" cy="813839"/>
            </a:xfrm>
            <a:custGeom>
              <a:avLst/>
              <a:gdLst/>
              <a:ahLst/>
              <a:cxnLst/>
              <a:rect l="l" t="t" r="r" b="b"/>
              <a:pathLst>
                <a:path w="5051134" h="813839">
                  <a:moveTo>
                    <a:pt x="4891114" y="0"/>
                  </a:moveTo>
                  <a:lnTo>
                    <a:pt x="160020" y="0"/>
                  </a:lnTo>
                  <a:lnTo>
                    <a:pt x="0" y="160020"/>
                  </a:lnTo>
                  <a:lnTo>
                    <a:pt x="0" y="653819"/>
                  </a:lnTo>
                  <a:lnTo>
                    <a:pt x="160020" y="813839"/>
                  </a:lnTo>
                  <a:lnTo>
                    <a:pt x="4891114" y="813839"/>
                  </a:lnTo>
                  <a:lnTo>
                    <a:pt x="5051134" y="653819"/>
                  </a:lnTo>
                  <a:lnTo>
                    <a:pt x="5051134" y="160020"/>
                  </a:lnTo>
                  <a:lnTo>
                    <a:pt x="4891114" y="0"/>
                  </a:lnTo>
                  <a:close/>
                </a:path>
              </a:pathLst>
            </a:custGeom>
            <a:solidFill>
              <a:srgbClr val="48B1FF"/>
            </a:solidFill>
            <a:ln cap="sq">
              <a:noFill/>
              <a:prstDash val="solid"/>
              <a:miter/>
            </a:ln>
          </p:spPr>
          <p:txBody>
            <a:bodyPr/>
            <a:lstStyle/>
            <a:p>
              <a:endParaRPr lang="en-US"/>
            </a:p>
          </p:txBody>
        </p:sp>
        <p:sp>
          <p:nvSpPr>
            <p:cNvPr id="8" name="TextBox 8"/>
            <p:cNvSpPr txBox="1"/>
            <p:nvPr/>
          </p:nvSpPr>
          <p:spPr>
            <a:xfrm>
              <a:off x="63500" y="25400"/>
              <a:ext cx="4924134" cy="724939"/>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2133600" y="1939584"/>
            <a:ext cx="14617044" cy="2462213"/>
          </a:xfrm>
          <a:prstGeom prst="rect">
            <a:avLst/>
          </a:prstGeom>
        </p:spPr>
        <p:txBody>
          <a:bodyPr wrap="square" lIns="0" tIns="0" rIns="0" bIns="0" rtlCol="0" anchor="t">
            <a:spAutoFit/>
          </a:bodyPr>
          <a:lstStyle/>
          <a:p>
            <a:pPr algn="ctr">
              <a:spcBef>
                <a:spcPct val="0"/>
              </a:spcBef>
            </a:pPr>
            <a:r>
              <a:rPr lang="en-US" sz="8000" dirty="0">
                <a:solidFill>
                  <a:srgbClr val="FFFFFF"/>
                </a:solidFill>
                <a:latin typeface="Bahnschrift" panose="020B0502040204020203" pitchFamily="34" charset="0"/>
                <a:ea typeface="Squada One"/>
                <a:cs typeface="Squada One"/>
                <a:sym typeface="Squada One"/>
              </a:rPr>
              <a:t>Input/output Interface through </a:t>
            </a:r>
          </a:p>
          <a:p>
            <a:pPr algn="ctr">
              <a:spcBef>
                <a:spcPct val="0"/>
              </a:spcBef>
            </a:pPr>
            <a:r>
              <a:rPr lang="en-US" sz="8000" dirty="0">
                <a:solidFill>
                  <a:srgbClr val="FFFFFF"/>
                </a:solidFill>
                <a:latin typeface="Bahnschrift" panose="020B0502040204020203" pitchFamily="34" charset="0"/>
                <a:ea typeface="Squada One"/>
                <a:cs typeface="Squada One"/>
                <a:sym typeface="Squada One"/>
              </a:rPr>
              <a:t>8237 (DMA Controller)</a:t>
            </a:r>
          </a:p>
        </p:txBody>
      </p:sp>
      <p:sp>
        <p:nvSpPr>
          <p:cNvPr id="10" name="TextBox 10"/>
          <p:cNvSpPr txBox="1"/>
          <p:nvPr/>
        </p:nvSpPr>
        <p:spPr>
          <a:xfrm>
            <a:off x="6267878" y="5798337"/>
            <a:ext cx="6348487" cy="717312"/>
          </a:xfrm>
          <a:prstGeom prst="rect">
            <a:avLst/>
          </a:prstGeom>
        </p:spPr>
        <p:txBody>
          <a:bodyPr wrap="square" lIns="0" tIns="0" rIns="0" bIns="0" rtlCol="0" anchor="t">
            <a:spAutoFit/>
          </a:bodyPr>
          <a:lstStyle/>
          <a:p>
            <a:pPr algn="ctr">
              <a:lnSpc>
                <a:spcPts val="6129"/>
              </a:lnSpc>
              <a:spcBef>
                <a:spcPct val="0"/>
              </a:spcBef>
            </a:pPr>
            <a:r>
              <a:rPr lang="en-US" sz="4378" b="1" dirty="0">
                <a:solidFill>
                  <a:srgbClr val="000000"/>
                </a:solidFill>
                <a:latin typeface="Rosario Bold"/>
                <a:ea typeface="Rosario Bold"/>
                <a:cs typeface="Rosario Bold"/>
                <a:sym typeface="Rosario Bold"/>
              </a:rPr>
              <a:t>Presented by Istiak Alam</a:t>
            </a:r>
          </a:p>
        </p:txBody>
      </p:sp>
      <p:sp>
        <p:nvSpPr>
          <p:cNvPr id="11" name="AutoShape 11"/>
          <p:cNvSpPr/>
          <p:nvPr/>
        </p:nvSpPr>
        <p:spPr>
          <a:xfrm>
            <a:off x="5289222" y="7048500"/>
            <a:ext cx="826256" cy="0"/>
          </a:xfrm>
          <a:prstGeom prst="line">
            <a:avLst/>
          </a:prstGeom>
          <a:ln w="76200" cap="flat">
            <a:solidFill>
              <a:srgbClr val="48B1FF"/>
            </a:solidFill>
            <a:prstDash val="solid"/>
            <a:headEnd type="oval" w="lg" len="lg"/>
            <a:tailEnd type="none" w="sm" len="sm"/>
          </a:ln>
        </p:spPr>
        <p:txBody>
          <a:bodyPr/>
          <a:lstStyle/>
          <a:p>
            <a:endParaRPr lang="en-US"/>
          </a:p>
        </p:txBody>
      </p:sp>
      <p:sp>
        <p:nvSpPr>
          <p:cNvPr id="12" name="AutoShape 12"/>
          <p:cNvSpPr/>
          <p:nvPr/>
        </p:nvSpPr>
        <p:spPr>
          <a:xfrm flipH="1">
            <a:off x="12463965" y="7048500"/>
            <a:ext cx="826256" cy="0"/>
          </a:xfrm>
          <a:prstGeom prst="line">
            <a:avLst/>
          </a:prstGeom>
          <a:ln w="76200" cap="flat">
            <a:solidFill>
              <a:srgbClr val="48B1FF"/>
            </a:solidFill>
            <a:prstDash val="solid"/>
            <a:headEnd type="oval" w="lg" len="lg"/>
            <a:tailEnd type="none" w="sm" len="sm"/>
          </a:ln>
        </p:spPr>
        <p:txBody>
          <a:bodyPr/>
          <a:lstStyle/>
          <a:p>
            <a:endParaRPr lang="en-US"/>
          </a:p>
        </p:txBody>
      </p:sp>
      <p:sp>
        <p:nvSpPr>
          <p:cNvPr id="15" name="TextBox 10">
            <a:extLst>
              <a:ext uri="{FF2B5EF4-FFF2-40B4-BE49-F238E27FC236}">
                <a16:creationId xmlns:a16="http://schemas.microsoft.com/office/drawing/2014/main" id="{F5C36C49-373C-16BF-07DC-7970721AB040}"/>
              </a:ext>
            </a:extLst>
          </p:cNvPr>
          <p:cNvSpPr txBox="1"/>
          <p:nvPr/>
        </p:nvSpPr>
        <p:spPr>
          <a:xfrm>
            <a:off x="6480134" y="6637408"/>
            <a:ext cx="5619174" cy="1517147"/>
          </a:xfrm>
          <a:prstGeom prst="rect">
            <a:avLst/>
          </a:prstGeom>
        </p:spPr>
        <p:txBody>
          <a:bodyPr lIns="0" tIns="0" rIns="0" bIns="0" rtlCol="0" anchor="t">
            <a:spAutoFit/>
          </a:bodyPr>
          <a:lstStyle/>
          <a:p>
            <a:pPr algn="ctr">
              <a:lnSpc>
                <a:spcPts val="6129"/>
              </a:lnSpc>
              <a:spcBef>
                <a:spcPct val="0"/>
              </a:spcBef>
            </a:pPr>
            <a:r>
              <a:rPr lang="en-US" sz="4378" b="1" dirty="0">
                <a:solidFill>
                  <a:srgbClr val="000000"/>
                </a:solidFill>
                <a:latin typeface="Rosario Bold"/>
                <a:ea typeface="Rosario Bold"/>
                <a:cs typeface="Rosario Bold"/>
                <a:sym typeface="Rosario Bold"/>
              </a:rPr>
              <a:t>Batch : CSE-20</a:t>
            </a:r>
          </a:p>
          <a:p>
            <a:pPr algn="ctr">
              <a:lnSpc>
                <a:spcPts val="6129"/>
              </a:lnSpc>
              <a:spcBef>
                <a:spcPct val="0"/>
              </a:spcBef>
            </a:pPr>
            <a:r>
              <a:rPr lang="en-US" sz="4378" b="1" dirty="0">
                <a:solidFill>
                  <a:srgbClr val="000000"/>
                </a:solidFill>
                <a:latin typeface="Rosario Bold"/>
                <a:ea typeface="Rosario Bold"/>
                <a:cs typeface="Rosario Bold"/>
                <a:sym typeface="Rosario Bold"/>
              </a:rPr>
              <a:t>ID : 0692230005101005</a:t>
            </a:r>
          </a:p>
        </p:txBody>
      </p:sp>
      <p:sp>
        <p:nvSpPr>
          <p:cNvPr id="18" name="TextBox 17">
            <a:extLst>
              <a:ext uri="{FF2B5EF4-FFF2-40B4-BE49-F238E27FC236}">
                <a16:creationId xmlns:a16="http://schemas.microsoft.com/office/drawing/2014/main" id="{FAFD2E48-CB76-4099-5922-DDE737977290}"/>
              </a:ext>
            </a:extLst>
          </p:cNvPr>
          <p:cNvSpPr txBox="1"/>
          <p:nvPr/>
        </p:nvSpPr>
        <p:spPr>
          <a:xfrm>
            <a:off x="3857407" y="4917675"/>
            <a:ext cx="11403106" cy="584775"/>
          </a:xfrm>
          <a:prstGeom prst="rect">
            <a:avLst/>
          </a:prstGeom>
          <a:noFill/>
        </p:spPr>
        <p:txBody>
          <a:bodyPr wrap="square">
            <a:spAutoFit/>
          </a:bodyPr>
          <a:lstStyle/>
          <a:p>
            <a:r>
              <a:rPr lang="en-US" sz="3200" i="1" dirty="0">
                <a:solidFill>
                  <a:schemeClr val="bg1"/>
                </a:solidFill>
              </a:rPr>
              <a:t>An overview of DMA functionality, architecture, and applications</a:t>
            </a:r>
          </a:p>
        </p:txBody>
      </p:sp>
      <p:sp>
        <p:nvSpPr>
          <p:cNvPr id="13" name="TextBox 12">
            <a:extLst>
              <a:ext uri="{FF2B5EF4-FFF2-40B4-BE49-F238E27FC236}">
                <a16:creationId xmlns:a16="http://schemas.microsoft.com/office/drawing/2014/main" id="{E4C76D8B-EA0C-BC29-BC28-EDBA187C2FE9}"/>
              </a:ext>
            </a:extLst>
          </p:cNvPr>
          <p:cNvSpPr txBox="1"/>
          <p:nvPr/>
        </p:nvSpPr>
        <p:spPr>
          <a:xfrm>
            <a:off x="17986314" y="9917668"/>
            <a:ext cx="301686" cy="369332"/>
          </a:xfrm>
          <a:prstGeom prst="rect">
            <a:avLst/>
          </a:prstGeom>
          <a:noFill/>
        </p:spPr>
        <p:txBody>
          <a:bodyPr wrap="none" rtlCol="0">
            <a:spAutoFit/>
          </a:bodyPr>
          <a:lstStyle/>
          <a:p>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56137" y="-1741669"/>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p:cNvSpPr/>
          <p:nvPr/>
        </p:nvSpPr>
        <p:spPr>
          <a:xfrm flipH="1" flipV="1">
            <a:off x="15288105" y="6972300"/>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4" name="TextBox 4"/>
          <p:cNvSpPr txBox="1"/>
          <p:nvPr/>
        </p:nvSpPr>
        <p:spPr>
          <a:xfrm>
            <a:off x="2774799" y="474605"/>
            <a:ext cx="12944187" cy="1108188"/>
          </a:xfrm>
          <a:prstGeom prst="rect">
            <a:avLst/>
          </a:prstGeom>
        </p:spPr>
        <p:txBody>
          <a:bodyPr wrap="square" lIns="0" tIns="0" rIns="0" bIns="0" rtlCol="0" anchor="t">
            <a:spAutoFit/>
          </a:bodyPr>
          <a:lstStyle/>
          <a:p>
            <a:pPr algn="ctr">
              <a:lnSpc>
                <a:spcPts val="9236"/>
              </a:lnSpc>
              <a:spcBef>
                <a:spcPct val="0"/>
              </a:spcBef>
            </a:pPr>
            <a:r>
              <a:rPr lang="en-US" sz="6597" dirty="0">
                <a:solidFill>
                  <a:srgbClr val="FFFFFF"/>
                </a:solidFill>
                <a:latin typeface="Squada One"/>
                <a:ea typeface="Squada One"/>
                <a:cs typeface="Squada One"/>
                <a:sym typeface="Squada One"/>
              </a:rPr>
              <a:t>Introduction to 8237 DMA Controller</a:t>
            </a:r>
          </a:p>
        </p:txBody>
      </p:sp>
      <p:sp>
        <p:nvSpPr>
          <p:cNvPr id="5" name="TextBox 5"/>
          <p:cNvSpPr txBox="1"/>
          <p:nvPr/>
        </p:nvSpPr>
        <p:spPr>
          <a:xfrm>
            <a:off x="2286000" y="2588654"/>
            <a:ext cx="11506200" cy="3275705"/>
          </a:xfrm>
          <a:prstGeom prst="rect">
            <a:avLst/>
          </a:prstGeom>
        </p:spPr>
        <p:txBody>
          <a:bodyPr wrap="square" lIns="0" tIns="0" rIns="0" bIns="0" rtlCol="0" anchor="t">
            <a:spAutoFit/>
          </a:bodyPr>
          <a:lstStyle/>
          <a:p>
            <a:pPr algn="just">
              <a:lnSpc>
                <a:spcPts val="4339"/>
              </a:lnSpc>
              <a:spcBef>
                <a:spcPct val="0"/>
              </a:spcBef>
            </a:pPr>
            <a:r>
              <a:rPr lang="en-US" sz="3099" dirty="0">
                <a:solidFill>
                  <a:srgbClr val="FFFFFF"/>
                </a:solidFill>
                <a:latin typeface="Rosario"/>
                <a:ea typeface="Rosario"/>
                <a:cs typeface="Rosario"/>
                <a:sym typeface="Rosario"/>
              </a:rPr>
              <a:t>The 8237 DMA (Direct Memory Access) Controller is an Intel-designed chip that enables direct data transfer between memory and peripherals without CPU intervention, optimizing performance in systems that need fast data processing. It’s commonly used in computer systems to improve the efficiency of data-intensive tasks, such as reading from or writing to disks, memory-to-memory transfers, or graphics operations.</a:t>
            </a:r>
          </a:p>
        </p:txBody>
      </p:sp>
      <p:sp>
        <p:nvSpPr>
          <p:cNvPr id="6" name="Freeform 6"/>
          <p:cNvSpPr/>
          <p:nvPr/>
        </p:nvSpPr>
        <p:spPr>
          <a:xfrm flipH="1" flipV="1">
            <a:off x="15288105" y="327304"/>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351734" y="7311536"/>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8" name="Group 8"/>
          <p:cNvGrpSpPr/>
          <p:nvPr/>
        </p:nvGrpSpPr>
        <p:grpSpPr>
          <a:xfrm>
            <a:off x="1894292" y="6557227"/>
            <a:ext cx="12000800" cy="2824857"/>
            <a:chOff x="-414555" y="-38100"/>
            <a:chExt cx="1839592" cy="609105"/>
          </a:xfrm>
        </p:grpSpPr>
        <p:sp>
          <p:nvSpPr>
            <p:cNvPr id="9" name="Freeform 9"/>
            <p:cNvSpPr/>
            <p:nvPr/>
          </p:nvSpPr>
          <p:spPr>
            <a:xfrm>
              <a:off x="-414555" y="-19050"/>
              <a:ext cx="1425037" cy="571005"/>
            </a:xfrm>
            <a:custGeom>
              <a:avLst/>
              <a:gdLst/>
              <a:ahLst/>
              <a:cxnLst/>
              <a:rect l="l" t="t" r="r" b="b"/>
              <a:pathLst>
                <a:path w="1425037" h="571005">
                  <a:moveTo>
                    <a:pt x="55803" y="0"/>
                  </a:moveTo>
                  <a:lnTo>
                    <a:pt x="1369234" y="0"/>
                  </a:lnTo>
                  <a:cubicBezTo>
                    <a:pt x="1384034" y="0"/>
                    <a:pt x="1398228" y="5879"/>
                    <a:pt x="1408693" y="16344"/>
                  </a:cubicBezTo>
                  <a:cubicBezTo>
                    <a:pt x="1419158" y="26810"/>
                    <a:pt x="1425037" y="41003"/>
                    <a:pt x="1425037" y="55803"/>
                  </a:cubicBezTo>
                  <a:lnTo>
                    <a:pt x="1425037" y="515202"/>
                  </a:lnTo>
                  <a:cubicBezTo>
                    <a:pt x="1425037" y="530002"/>
                    <a:pt x="1419158" y="544196"/>
                    <a:pt x="1408693" y="554661"/>
                  </a:cubicBezTo>
                  <a:cubicBezTo>
                    <a:pt x="1398228" y="565126"/>
                    <a:pt x="1384034" y="571005"/>
                    <a:pt x="1369234" y="571005"/>
                  </a:cubicBezTo>
                  <a:lnTo>
                    <a:pt x="55803" y="571005"/>
                  </a:lnTo>
                  <a:cubicBezTo>
                    <a:pt x="41003" y="571005"/>
                    <a:pt x="26810" y="565126"/>
                    <a:pt x="16344" y="554661"/>
                  </a:cubicBezTo>
                  <a:cubicBezTo>
                    <a:pt x="5879" y="544196"/>
                    <a:pt x="0" y="530002"/>
                    <a:pt x="0" y="515202"/>
                  </a:cubicBezTo>
                  <a:lnTo>
                    <a:pt x="0" y="55803"/>
                  </a:lnTo>
                  <a:cubicBezTo>
                    <a:pt x="0" y="41003"/>
                    <a:pt x="5879" y="26810"/>
                    <a:pt x="16344" y="16344"/>
                  </a:cubicBezTo>
                  <a:cubicBezTo>
                    <a:pt x="26810" y="5879"/>
                    <a:pt x="41003" y="0"/>
                    <a:pt x="55803" y="0"/>
                  </a:cubicBezTo>
                  <a:close/>
                </a:path>
              </a:pathLst>
            </a:custGeom>
            <a:solidFill>
              <a:srgbClr val="000000">
                <a:alpha val="0"/>
              </a:srgbClr>
            </a:solidFill>
            <a:ln w="38100" cap="rnd">
              <a:solidFill>
                <a:srgbClr val="48B1FF"/>
              </a:solidFill>
              <a:prstDash val="solid"/>
              <a:round/>
            </a:ln>
          </p:spPr>
          <p:txBody>
            <a:bodyPr/>
            <a:lstStyle/>
            <a:p>
              <a:pPr algn="ctr"/>
              <a:r>
                <a:rPr lang="en-US" sz="3200" b="1" dirty="0">
                  <a:solidFill>
                    <a:schemeClr val="bg1"/>
                  </a:solidFill>
                </a:rPr>
                <a:t>Direct Memory Access (DMA) is a method of</a:t>
              </a:r>
            </a:p>
            <a:p>
              <a:pPr algn="ctr"/>
              <a:r>
                <a:rPr lang="en-US" sz="3200" b="1" dirty="0">
                  <a:solidFill>
                    <a:schemeClr val="bg1"/>
                  </a:solidFill>
                </a:rPr>
                <a:t>allowing data to be moved from one location to</a:t>
              </a:r>
            </a:p>
            <a:p>
              <a:pPr algn="ctr"/>
              <a:r>
                <a:rPr lang="en-US" sz="3200" b="1" dirty="0">
                  <a:solidFill>
                    <a:schemeClr val="bg1"/>
                  </a:solidFill>
                </a:rPr>
                <a:t>another in a computer without intervention from</a:t>
              </a:r>
            </a:p>
            <a:p>
              <a:pPr algn="ctr"/>
              <a:r>
                <a:rPr lang="en-US" sz="3200" b="1" dirty="0">
                  <a:solidFill>
                    <a:schemeClr val="bg1"/>
                  </a:solidFill>
                </a:rPr>
                <a:t>the central processor (CPU)</a:t>
              </a:r>
              <a:endParaRPr lang="en-US" sz="3200" dirty="0">
                <a:solidFill>
                  <a:schemeClr val="bg1"/>
                </a:solidFill>
              </a:endParaRPr>
            </a:p>
          </p:txBody>
        </p:sp>
        <p:sp>
          <p:nvSpPr>
            <p:cNvPr id="10" name="TextBox 10"/>
            <p:cNvSpPr txBox="1"/>
            <p:nvPr/>
          </p:nvSpPr>
          <p:spPr>
            <a:xfrm>
              <a:off x="0" y="-38100"/>
              <a:ext cx="1425037" cy="60910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887173" y="2382629"/>
            <a:ext cx="12652979" cy="3808858"/>
            <a:chOff x="0" y="0"/>
            <a:chExt cx="1425037" cy="571005"/>
          </a:xfrm>
        </p:grpSpPr>
        <p:sp>
          <p:nvSpPr>
            <p:cNvPr id="12" name="Freeform 12"/>
            <p:cNvSpPr/>
            <p:nvPr/>
          </p:nvSpPr>
          <p:spPr>
            <a:xfrm>
              <a:off x="0" y="0"/>
              <a:ext cx="1425037" cy="571005"/>
            </a:xfrm>
            <a:custGeom>
              <a:avLst/>
              <a:gdLst/>
              <a:ahLst/>
              <a:cxnLst/>
              <a:rect l="l" t="t" r="r" b="b"/>
              <a:pathLst>
                <a:path w="1425037" h="571005">
                  <a:moveTo>
                    <a:pt x="55803" y="0"/>
                  </a:moveTo>
                  <a:lnTo>
                    <a:pt x="1369234" y="0"/>
                  </a:lnTo>
                  <a:cubicBezTo>
                    <a:pt x="1384034" y="0"/>
                    <a:pt x="1398228" y="5879"/>
                    <a:pt x="1408693" y="16344"/>
                  </a:cubicBezTo>
                  <a:cubicBezTo>
                    <a:pt x="1419158" y="26810"/>
                    <a:pt x="1425037" y="41003"/>
                    <a:pt x="1425037" y="55803"/>
                  </a:cubicBezTo>
                  <a:lnTo>
                    <a:pt x="1425037" y="515202"/>
                  </a:lnTo>
                  <a:cubicBezTo>
                    <a:pt x="1425037" y="530002"/>
                    <a:pt x="1419158" y="544196"/>
                    <a:pt x="1408693" y="554661"/>
                  </a:cubicBezTo>
                  <a:cubicBezTo>
                    <a:pt x="1398228" y="565126"/>
                    <a:pt x="1384034" y="571005"/>
                    <a:pt x="1369234" y="571005"/>
                  </a:cubicBezTo>
                  <a:lnTo>
                    <a:pt x="55803" y="571005"/>
                  </a:lnTo>
                  <a:cubicBezTo>
                    <a:pt x="41003" y="571005"/>
                    <a:pt x="26810" y="565126"/>
                    <a:pt x="16344" y="554661"/>
                  </a:cubicBezTo>
                  <a:cubicBezTo>
                    <a:pt x="5879" y="544196"/>
                    <a:pt x="0" y="530002"/>
                    <a:pt x="0" y="515202"/>
                  </a:cubicBezTo>
                  <a:lnTo>
                    <a:pt x="0" y="55803"/>
                  </a:lnTo>
                  <a:cubicBezTo>
                    <a:pt x="0" y="41003"/>
                    <a:pt x="5879" y="26810"/>
                    <a:pt x="16344" y="16344"/>
                  </a:cubicBezTo>
                  <a:cubicBezTo>
                    <a:pt x="26810" y="5879"/>
                    <a:pt x="41003" y="0"/>
                    <a:pt x="55803" y="0"/>
                  </a:cubicBezTo>
                  <a:close/>
                </a:path>
              </a:pathLst>
            </a:custGeom>
            <a:solidFill>
              <a:srgbClr val="000000">
                <a:alpha val="0"/>
              </a:srgbClr>
            </a:solidFill>
            <a:ln w="38100" cap="rnd">
              <a:solidFill>
                <a:srgbClr val="48B1FF"/>
              </a:solidFill>
              <a:prstDash val="solid"/>
              <a:round/>
            </a:ln>
          </p:spPr>
          <p:txBody>
            <a:bodyPr/>
            <a:lstStyle/>
            <a:p>
              <a:endParaRPr lang="en-US" dirty="0"/>
            </a:p>
          </p:txBody>
        </p:sp>
        <p:sp>
          <p:nvSpPr>
            <p:cNvPr id="13" name="TextBox 13"/>
            <p:cNvSpPr txBox="1"/>
            <p:nvPr/>
          </p:nvSpPr>
          <p:spPr>
            <a:xfrm>
              <a:off x="0" y="-38100"/>
              <a:ext cx="1425037" cy="609105"/>
            </a:xfrm>
            <a:prstGeom prst="rect">
              <a:avLst/>
            </a:prstGeom>
          </p:spPr>
          <p:txBody>
            <a:bodyPr lIns="50800" tIns="50800" rIns="50800" bIns="50800" rtlCol="0" anchor="ctr"/>
            <a:lstStyle/>
            <a:p>
              <a:pPr algn="ctr">
                <a:lnSpc>
                  <a:spcPts val="2659"/>
                </a:lnSpc>
              </a:pPr>
              <a:endParaRPr/>
            </a:p>
          </p:txBody>
        </p:sp>
      </p:grpSp>
      <p:pic>
        <p:nvPicPr>
          <p:cNvPr id="1026" name="Picture 2" descr="DMA 82C37">
            <a:extLst>
              <a:ext uri="{FF2B5EF4-FFF2-40B4-BE49-F238E27FC236}">
                <a16:creationId xmlns:a16="http://schemas.microsoft.com/office/drawing/2014/main" id="{436CEC3F-B74B-0E36-F4C8-526A42508549}"/>
              </a:ext>
            </a:extLst>
          </p:cNvPr>
          <p:cNvPicPr>
            <a:picLocks noChangeAspect="1" noChangeArrowheads="1"/>
          </p:cNvPicPr>
          <p:nvPr/>
        </p:nvPicPr>
        <p:blipFill rotWithShape="1">
          <a:blip r:embed="rId5">
            <a:alphaModFix/>
            <a:extLst>
              <a:ext uri="{BEBA8EAE-BF5A-486C-A8C5-ECC9F3942E4B}">
                <a14:imgProps xmlns:a14="http://schemas.microsoft.com/office/drawing/2010/main">
                  <a14:imgLayer r:embed="rId6">
                    <a14:imgEffect>
                      <a14:sharpenSoften amount="4000"/>
                    </a14:imgEffect>
                    <a14:imgEffect>
                      <a14:colorTemperature colorTemp="3800"/>
                    </a14:imgEffect>
                    <a14:imgEffect>
                      <a14:saturation sat="29000"/>
                    </a14:imgEffect>
                    <a14:imgEffect>
                      <a14:brightnessContrast bright="2000" contrast="-5000"/>
                    </a14:imgEffect>
                  </a14:imgLayer>
                </a14:imgProps>
              </a:ext>
              <a:ext uri="{28A0092B-C50C-407E-A947-70E740481C1C}">
                <a14:useLocalDpi xmlns:a14="http://schemas.microsoft.com/office/drawing/2010/main" val="0"/>
              </a:ext>
            </a:extLst>
          </a:blip>
          <a:srcRect l="-3062" r="-3062"/>
          <a:stretch/>
        </p:blipFill>
        <p:spPr bwMode="auto">
          <a:xfrm>
            <a:off x="11887200" y="6592752"/>
            <a:ext cx="5919396" cy="2386012"/>
          </a:xfrm>
          <a:prstGeom prst="rect">
            <a:avLst/>
          </a:prstGeom>
          <a:noFill/>
          <a:effectLst>
            <a:softEdge rad="190500"/>
          </a:effectLst>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7CD99C57-C329-98B3-0F88-0D480E6FD003}"/>
              </a:ext>
            </a:extLst>
          </p:cNvPr>
          <p:cNvSpPr txBox="1"/>
          <p:nvPr/>
        </p:nvSpPr>
        <p:spPr>
          <a:xfrm>
            <a:off x="13186852" y="9017581"/>
            <a:ext cx="2813847" cy="369332"/>
          </a:xfrm>
          <a:prstGeom prst="rect">
            <a:avLst/>
          </a:prstGeom>
          <a:noFill/>
        </p:spPr>
        <p:txBody>
          <a:bodyPr wrap="none" rtlCol="0">
            <a:spAutoFit/>
          </a:bodyPr>
          <a:lstStyle/>
          <a:p>
            <a:r>
              <a:rPr lang="en-US" dirty="0">
                <a:solidFill>
                  <a:schemeClr val="bg1"/>
                </a:solidFill>
              </a:rPr>
              <a:t>Fig 1 : 8237 DMA controller</a:t>
            </a:r>
          </a:p>
        </p:txBody>
      </p:sp>
      <p:sp>
        <p:nvSpPr>
          <p:cNvPr id="17" name="TextBox 16">
            <a:extLst>
              <a:ext uri="{FF2B5EF4-FFF2-40B4-BE49-F238E27FC236}">
                <a16:creationId xmlns:a16="http://schemas.microsoft.com/office/drawing/2014/main" id="{A3ADEE4E-49B2-D3F2-F6A5-28218238C286}"/>
              </a:ext>
            </a:extLst>
          </p:cNvPr>
          <p:cNvSpPr txBox="1"/>
          <p:nvPr/>
        </p:nvSpPr>
        <p:spPr>
          <a:xfrm>
            <a:off x="17986314" y="9917668"/>
            <a:ext cx="301686" cy="369332"/>
          </a:xfrm>
          <a:prstGeom prst="rect">
            <a:avLst/>
          </a:prstGeom>
          <a:noFill/>
        </p:spPr>
        <p:txBody>
          <a:bodyPr wrap="none" rtlCol="0">
            <a:spAutoFit/>
          </a:bodyPr>
          <a:lstStyle/>
          <a:p>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639561" y="-1384956"/>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p:cNvSpPr/>
          <p:nvPr/>
        </p:nvSpPr>
        <p:spPr>
          <a:xfrm flipH="1" flipV="1">
            <a:off x="15100249" y="6844644"/>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5" name="Freeform 5"/>
          <p:cNvSpPr/>
          <p:nvPr/>
        </p:nvSpPr>
        <p:spPr>
          <a:xfrm flipH="1" flipV="1">
            <a:off x="15288105" y="327304"/>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351734" y="7311536"/>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p:cNvSpPr txBox="1"/>
          <p:nvPr/>
        </p:nvSpPr>
        <p:spPr>
          <a:xfrm>
            <a:off x="2819400" y="716622"/>
            <a:ext cx="13106399" cy="1108188"/>
          </a:xfrm>
          <a:prstGeom prst="rect">
            <a:avLst/>
          </a:prstGeom>
        </p:spPr>
        <p:txBody>
          <a:bodyPr wrap="square" lIns="0" tIns="0" rIns="0" bIns="0" rtlCol="0" anchor="t">
            <a:spAutoFit/>
          </a:bodyPr>
          <a:lstStyle/>
          <a:p>
            <a:pPr algn="ctr">
              <a:lnSpc>
                <a:spcPts val="9236"/>
              </a:lnSpc>
              <a:spcBef>
                <a:spcPct val="0"/>
              </a:spcBef>
            </a:pPr>
            <a:r>
              <a:rPr lang="en-US" sz="6597" dirty="0">
                <a:solidFill>
                  <a:srgbClr val="FFFFFF"/>
                </a:solidFill>
                <a:latin typeface="Squada One"/>
                <a:ea typeface="Squada One"/>
                <a:cs typeface="Squada One"/>
                <a:sym typeface="Squada One"/>
              </a:rPr>
              <a:t>8237 DMA Architecture Overview</a:t>
            </a:r>
          </a:p>
        </p:txBody>
      </p:sp>
      <p:pic>
        <p:nvPicPr>
          <p:cNvPr id="2050" name="Picture 2">
            <a:extLst>
              <a:ext uri="{FF2B5EF4-FFF2-40B4-BE49-F238E27FC236}">
                <a16:creationId xmlns:a16="http://schemas.microsoft.com/office/drawing/2014/main" id="{25ABE2FC-86A2-C035-8B2C-B57F5839539A}"/>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colorTemperature colorTemp="5600"/>
                    </a14:imgEffect>
                    <a14:imgEffect>
                      <a14:saturation sat="141000"/>
                    </a14:imgEffect>
                  </a14:imgLayer>
                </a14:imgProps>
              </a:ext>
              <a:ext uri="{28A0092B-C50C-407E-A947-70E740481C1C}">
                <a14:useLocalDpi xmlns:a14="http://schemas.microsoft.com/office/drawing/2010/main" val="0"/>
              </a:ext>
            </a:extLst>
          </a:blip>
          <a:srcRect/>
          <a:stretch>
            <a:fillRect/>
          </a:stretch>
        </p:blipFill>
        <p:spPr bwMode="auto">
          <a:xfrm>
            <a:off x="3390485" y="1984488"/>
            <a:ext cx="11249505" cy="7658030"/>
          </a:xfrm>
          <a:prstGeom prst="rect">
            <a:avLst/>
          </a:prstGeom>
          <a:noFill/>
          <a:effectLst>
            <a:softEdge rad="431800"/>
          </a:effectLst>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0DECE7B5-BA8F-71DB-3998-B1289C4F99CF}"/>
              </a:ext>
            </a:extLst>
          </p:cNvPr>
          <p:cNvCxnSpPr>
            <a:cxnSpLocks/>
          </p:cNvCxnSpPr>
          <p:nvPr/>
        </p:nvCxnSpPr>
        <p:spPr>
          <a:xfrm flipV="1">
            <a:off x="12341757" y="3356426"/>
            <a:ext cx="2867505" cy="4670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33EEF4F2-0869-087A-37B4-B1C78C1DA769}"/>
              </a:ext>
            </a:extLst>
          </p:cNvPr>
          <p:cNvSpPr txBox="1"/>
          <p:nvPr/>
        </p:nvSpPr>
        <p:spPr>
          <a:xfrm>
            <a:off x="15102426" y="2980890"/>
            <a:ext cx="2850138" cy="1015663"/>
          </a:xfrm>
          <a:prstGeom prst="rect">
            <a:avLst/>
          </a:prstGeom>
          <a:noFill/>
        </p:spPr>
        <p:txBody>
          <a:bodyPr wrap="square" rtlCol="0">
            <a:spAutoFit/>
          </a:bodyPr>
          <a:lstStyle/>
          <a:p>
            <a:pPr algn="just"/>
            <a:r>
              <a:rPr lang="en-US" sz="2000" b="1" dirty="0">
                <a:solidFill>
                  <a:schemeClr val="bg1"/>
                </a:solidFill>
              </a:rPr>
              <a:t>Channel Registers: Hold the address and count for each channel</a:t>
            </a:r>
          </a:p>
        </p:txBody>
      </p:sp>
      <p:sp>
        <p:nvSpPr>
          <p:cNvPr id="17" name="TextBox 16">
            <a:extLst>
              <a:ext uri="{FF2B5EF4-FFF2-40B4-BE49-F238E27FC236}">
                <a16:creationId xmlns:a16="http://schemas.microsoft.com/office/drawing/2014/main" id="{5B4C7FB9-4C97-8035-DB22-5DEE26140B8C}"/>
              </a:ext>
            </a:extLst>
          </p:cNvPr>
          <p:cNvSpPr txBox="1"/>
          <p:nvPr/>
        </p:nvSpPr>
        <p:spPr>
          <a:xfrm>
            <a:off x="14897515" y="6227520"/>
            <a:ext cx="2850138" cy="707886"/>
          </a:xfrm>
          <a:prstGeom prst="rect">
            <a:avLst/>
          </a:prstGeom>
          <a:noFill/>
        </p:spPr>
        <p:txBody>
          <a:bodyPr wrap="square" rtlCol="0">
            <a:spAutoFit/>
          </a:bodyPr>
          <a:lstStyle/>
          <a:p>
            <a:pPr algn="just"/>
            <a:r>
              <a:rPr lang="en-US" sz="2000" b="1" dirty="0">
                <a:solidFill>
                  <a:schemeClr val="bg1"/>
                </a:solidFill>
              </a:rPr>
              <a:t>Control Logic: Manages the flow of data transfer.</a:t>
            </a:r>
            <a:endParaRPr lang="en-US" sz="2000" dirty="0">
              <a:solidFill>
                <a:schemeClr val="bg1"/>
              </a:solidFill>
            </a:endParaRPr>
          </a:p>
        </p:txBody>
      </p:sp>
      <p:cxnSp>
        <p:nvCxnSpPr>
          <p:cNvPr id="18" name="Straight Arrow Connector 17">
            <a:extLst>
              <a:ext uri="{FF2B5EF4-FFF2-40B4-BE49-F238E27FC236}">
                <a16:creationId xmlns:a16="http://schemas.microsoft.com/office/drawing/2014/main" id="{1677B51F-5D2D-A5E5-24A1-3784F3D8D23C}"/>
              </a:ext>
            </a:extLst>
          </p:cNvPr>
          <p:cNvCxnSpPr>
            <a:cxnSpLocks/>
          </p:cNvCxnSpPr>
          <p:nvPr/>
        </p:nvCxnSpPr>
        <p:spPr>
          <a:xfrm flipV="1">
            <a:off x="12163075" y="6587290"/>
            <a:ext cx="2867505" cy="4670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TextBox 18">
            <a:extLst>
              <a:ext uri="{FF2B5EF4-FFF2-40B4-BE49-F238E27FC236}">
                <a16:creationId xmlns:a16="http://schemas.microsoft.com/office/drawing/2014/main" id="{E4CA702C-98DE-A8ED-AFA3-728C413C38AB}"/>
              </a:ext>
            </a:extLst>
          </p:cNvPr>
          <p:cNvSpPr txBox="1"/>
          <p:nvPr/>
        </p:nvSpPr>
        <p:spPr>
          <a:xfrm>
            <a:off x="914400" y="3014195"/>
            <a:ext cx="2895600" cy="1015663"/>
          </a:xfrm>
          <a:prstGeom prst="rect">
            <a:avLst/>
          </a:prstGeom>
          <a:noFill/>
        </p:spPr>
        <p:txBody>
          <a:bodyPr wrap="square" rtlCol="0">
            <a:spAutoFit/>
          </a:bodyPr>
          <a:lstStyle/>
          <a:p>
            <a:r>
              <a:rPr lang="en-US" sz="2000" b="1" dirty="0">
                <a:solidFill>
                  <a:schemeClr val="bg1"/>
                </a:solidFill>
              </a:rPr>
              <a:t>Address Register: Holds the address of the data block in memory.</a:t>
            </a:r>
          </a:p>
        </p:txBody>
      </p:sp>
      <p:cxnSp>
        <p:nvCxnSpPr>
          <p:cNvPr id="20" name="Straight Arrow Connector 19">
            <a:extLst>
              <a:ext uri="{FF2B5EF4-FFF2-40B4-BE49-F238E27FC236}">
                <a16:creationId xmlns:a16="http://schemas.microsoft.com/office/drawing/2014/main" id="{60DAD042-6A3F-33A3-E5C7-D3C73CF77C39}"/>
              </a:ext>
            </a:extLst>
          </p:cNvPr>
          <p:cNvCxnSpPr>
            <a:cxnSpLocks/>
          </p:cNvCxnSpPr>
          <p:nvPr/>
        </p:nvCxnSpPr>
        <p:spPr>
          <a:xfrm flipH="1" flipV="1">
            <a:off x="3505200" y="3589932"/>
            <a:ext cx="4343400" cy="23350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4" name="TextBox 23">
            <a:extLst>
              <a:ext uri="{FF2B5EF4-FFF2-40B4-BE49-F238E27FC236}">
                <a16:creationId xmlns:a16="http://schemas.microsoft.com/office/drawing/2014/main" id="{5349E354-765F-5C32-7E6A-C0F66781D42F}"/>
              </a:ext>
            </a:extLst>
          </p:cNvPr>
          <p:cNvSpPr txBox="1"/>
          <p:nvPr/>
        </p:nvSpPr>
        <p:spPr>
          <a:xfrm>
            <a:off x="914400" y="6575600"/>
            <a:ext cx="2493124" cy="1323439"/>
          </a:xfrm>
          <a:prstGeom prst="rect">
            <a:avLst/>
          </a:prstGeom>
          <a:noFill/>
        </p:spPr>
        <p:txBody>
          <a:bodyPr wrap="square" rtlCol="0">
            <a:spAutoFit/>
          </a:bodyPr>
          <a:lstStyle/>
          <a:p>
            <a:pPr algn="ctr"/>
            <a:r>
              <a:rPr lang="en-US" sz="2000" b="1" dirty="0">
                <a:solidFill>
                  <a:schemeClr val="bg1"/>
                </a:solidFill>
              </a:rPr>
              <a:t>Status and Command Registers: For configuration and status feedback.</a:t>
            </a:r>
          </a:p>
        </p:txBody>
      </p:sp>
      <p:cxnSp>
        <p:nvCxnSpPr>
          <p:cNvPr id="25" name="Straight Arrow Connector 24">
            <a:extLst>
              <a:ext uri="{FF2B5EF4-FFF2-40B4-BE49-F238E27FC236}">
                <a16:creationId xmlns:a16="http://schemas.microsoft.com/office/drawing/2014/main" id="{3DAB0220-4C8E-B939-74C3-90DF7812B106}"/>
              </a:ext>
            </a:extLst>
          </p:cNvPr>
          <p:cNvCxnSpPr>
            <a:cxnSpLocks/>
          </p:cNvCxnSpPr>
          <p:nvPr/>
        </p:nvCxnSpPr>
        <p:spPr>
          <a:xfrm flipH="1">
            <a:off x="3257420" y="6935406"/>
            <a:ext cx="4591180" cy="19041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TextBox 26">
            <a:extLst>
              <a:ext uri="{FF2B5EF4-FFF2-40B4-BE49-F238E27FC236}">
                <a16:creationId xmlns:a16="http://schemas.microsoft.com/office/drawing/2014/main" id="{5BCED089-7A31-7B25-E34B-4022AFF90CE5}"/>
              </a:ext>
            </a:extLst>
          </p:cNvPr>
          <p:cNvSpPr txBox="1"/>
          <p:nvPr/>
        </p:nvSpPr>
        <p:spPr>
          <a:xfrm>
            <a:off x="17986314" y="9917668"/>
            <a:ext cx="301686" cy="369332"/>
          </a:xfrm>
          <a:prstGeom prst="rect">
            <a:avLst/>
          </a:prstGeom>
          <a:noFill/>
        </p:spPr>
        <p:txBody>
          <a:bodyPr wrap="none" rtlCol="0">
            <a:spAutoFit/>
          </a:bodyPr>
          <a:lstStyle/>
          <a:p>
            <a:r>
              <a:rPr lang="en-US" dirty="0"/>
              <a:t>3</a:t>
            </a:r>
          </a:p>
        </p:txBody>
      </p:sp>
      <p:sp>
        <p:nvSpPr>
          <p:cNvPr id="28" name="TextBox 27">
            <a:extLst>
              <a:ext uri="{FF2B5EF4-FFF2-40B4-BE49-F238E27FC236}">
                <a16:creationId xmlns:a16="http://schemas.microsoft.com/office/drawing/2014/main" id="{DC3A982D-20A1-56CE-9EBA-72A2CE8C4858}"/>
              </a:ext>
            </a:extLst>
          </p:cNvPr>
          <p:cNvSpPr txBox="1"/>
          <p:nvPr/>
        </p:nvSpPr>
        <p:spPr>
          <a:xfrm>
            <a:off x="7587259" y="9548336"/>
            <a:ext cx="3113481" cy="369332"/>
          </a:xfrm>
          <a:prstGeom prst="rect">
            <a:avLst/>
          </a:prstGeom>
          <a:noFill/>
        </p:spPr>
        <p:txBody>
          <a:bodyPr wrap="none" rtlCol="0">
            <a:spAutoFit/>
          </a:bodyPr>
          <a:lstStyle/>
          <a:p>
            <a:pPr algn="ctr"/>
            <a:r>
              <a:rPr lang="en-US" dirty="0">
                <a:solidFill>
                  <a:schemeClr val="bg1"/>
                </a:solidFill>
              </a:rPr>
              <a:t>Fig 2 : System Interface of 8237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554200" y="6515100"/>
            <a:ext cx="6569761" cy="6569761"/>
          </a:xfrm>
          <a:custGeom>
            <a:avLst/>
            <a:gdLst/>
            <a:ahLst/>
            <a:cxnLst/>
            <a:rect l="l" t="t" r="r" b="b"/>
            <a:pathLst>
              <a:path w="6569761" h="6569761">
                <a:moveTo>
                  <a:pt x="0" y="0"/>
                </a:moveTo>
                <a:lnTo>
                  <a:pt x="6569762" y="0"/>
                </a:lnTo>
                <a:lnTo>
                  <a:pt x="6569762" y="6569762"/>
                </a:lnTo>
                <a:lnTo>
                  <a:pt x="0" y="6569762"/>
                </a:lnTo>
                <a:lnTo>
                  <a:pt x="0" y="0"/>
                </a:lnTo>
                <a:close/>
              </a:path>
            </a:pathLst>
          </a:custGeom>
          <a:blipFill>
            <a:blip r:embed="rId2"/>
            <a:stretch>
              <a:fillRect/>
            </a:stretch>
          </a:blipFill>
        </p:spPr>
        <p:txBody>
          <a:bodyPr/>
          <a:lstStyle/>
          <a:p>
            <a:endParaRPr lang="en-US" dirty="0"/>
          </a:p>
        </p:txBody>
      </p:sp>
      <p:sp>
        <p:nvSpPr>
          <p:cNvPr id="3" name="Freeform 3"/>
          <p:cNvSpPr/>
          <p:nvPr/>
        </p:nvSpPr>
        <p:spPr>
          <a:xfrm flipH="1" flipV="1">
            <a:off x="-2895600" y="-2705100"/>
            <a:ext cx="6569761" cy="6569761"/>
          </a:xfrm>
          <a:custGeom>
            <a:avLst/>
            <a:gdLst/>
            <a:ahLst/>
            <a:cxnLst/>
            <a:rect l="l" t="t" r="r" b="b"/>
            <a:pathLst>
              <a:path w="6569761" h="6569761">
                <a:moveTo>
                  <a:pt x="6569762" y="6569761"/>
                </a:moveTo>
                <a:lnTo>
                  <a:pt x="0" y="6569761"/>
                </a:lnTo>
                <a:lnTo>
                  <a:pt x="0" y="0"/>
                </a:lnTo>
                <a:lnTo>
                  <a:pt x="6569762" y="0"/>
                </a:lnTo>
                <a:lnTo>
                  <a:pt x="6569762" y="6569761"/>
                </a:lnTo>
                <a:close/>
              </a:path>
            </a:pathLst>
          </a:custGeom>
          <a:blipFill>
            <a:blip r:embed="rId2"/>
            <a:stretch>
              <a:fillRect/>
            </a:stretch>
          </a:blipFill>
        </p:spPr>
        <p:txBody>
          <a:bodyPr/>
          <a:lstStyle/>
          <a:p>
            <a:endParaRPr lang="en-US"/>
          </a:p>
        </p:txBody>
      </p:sp>
      <p:sp>
        <p:nvSpPr>
          <p:cNvPr id="4" name="Freeform 4"/>
          <p:cNvSpPr/>
          <p:nvPr/>
        </p:nvSpPr>
        <p:spPr>
          <a:xfrm>
            <a:off x="198780" y="61341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flipH="1" flipV="1">
            <a:off x="13974419" y="19878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3074" name="Picture 2">
            <a:extLst>
              <a:ext uri="{FF2B5EF4-FFF2-40B4-BE49-F238E27FC236}">
                <a16:creationId xmlns:a16="http://schemas.microsoft.com/office/drawing/2014/main" id="{1FE5F647-72DF-7013-EFC7-C43B074D75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0800" y="2554768"/>
            <a:ext cx="5249200" cy="744331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64C2856-41BB-5C4A-E5E9-E0CF3F6504F7}"/>
              </a:ext>
            </a:extLst>
          </p:cNvPr>
          <p:cNvSpPr txBox="1"/>
          <p:nvPr/>
        </p:nvSpPr>
        <p:spPr>
          <a:xfrm>
            <a:off x="5703282" y="279125"/>
            <a:ext cx="6881436" cy="1754326"/>
          </a:xfrm>
          <a:prstGeom prst="rect">
            <a:avLst/>
          </a:prstGeom>
          <a:noFill/>
        </p:spPr>
        <p:txBody>
          <a:bodyPr wrap="none" rtlCol="0">
            <a:spAutoFit/>
          </a:bodyPr>
          <a:lstStyle/>
          <a:p>
            <a:pPr algn="ctr"/>
            <a:r>
              <a:rPr lang="en-US" sz="5400" dirty="0">
                <a:solidFill>
                  <a:schemeClr val="bg1"/>
                </a:solidFill>
              </a:rPr>
              <a:t>Pin Configuration of the</a:t>
            </a:r>
          </a:p>
          <a:p>
            <a:pPr algn="ctr"/>
            <a:r>
              <a:rPr lang="en-US" sz="5400" dirty="0">
                <a:solidFill>
                  <a:schemeClr val="bg1"/>
                </a:solidFill>
              </a:rPr>
              <a:t>8237 DMA Controller</a:t>
            </a:r>
          </a:p>
        </p:txBody>
      </p:sp>
      <p:sp>
        <p:nvSpPr>
          <p:cNvPr id="8" name="Left Brace 7">
            <a:extLst>
              <a:ext uri="{FF2B5EF4-FFF2-40B4-BE49-F238E27FC236}">
                <a16:creationId xmlns:a16="http://schemas.microsoft.com/office/drawing/2014/main" id="{F2D98BEA-9EEB-04A8-5CD5-6CC11D646C9A}"/>
              </a:ext>
            </a:extLst>
          </p:cNvPr>
          <p:cNvSpPr/>
          <p:nvPr/>
        </p:nvSpPr>
        <p:spPr>
          <a:xfrm>
            <a:off x="6125819" y="7924371"/>
            <a:ext cx="914400" cy="1105329"/>
          </a:xfrm>
          <a:prstGeom prst="leftBrace">
            <a:avLst>
              <a:gd name="adj1" fmla="val 2618"/>
              <a:gd name="adj2" fmla="val 47636"/>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F56C3B9A-410D-FE55-5387-4F43DC8024A4}"/>
              </a:ext>
            </a:extLst>
          </p:cNvPr>
          <p:cNvCxnSpPr>
            <a:cxnSpLocks/>
            <a:stCxn id="8" idx="1"/>
          </p:cNvCxnSpPr>
          <p:nvPr/>
        </p:nvCxnSpPr>
        <p:spPr>
          <a:xfrm flipH="1">
            <a:off x="4313580" y="8450906"/>
            <a:ext cx="1812239" cy="0"/>
          </a:xfrm>
          <a:prstGeom prst="line">
            <a:avLst/>
          </a:prstGeom>
        </p:spPr>
        <p:style>
          <a:lnRef idx="3">
            <a:schemeClr val="accent2"/>
          </a:lnRef>
          <a:fillRef idx="0">
            <a:schemeClr val="accent2"/>
          </a:fillRef>
          <a:effectRef idx="2">
            <a:schemeClr val="accent2"/>
          </a:effectRef>
          <a:fontRef idx="minor">
            <a:schemeClr val="tx1"/>
          </a:fontRef>
        </p:style>
      </p:cxnSp>
      <p:sp>
        <p:nvSpPr>
          <p:cNvPr id="12" name="TextBox 11">
            <a:extLst>
              <a:ext uri="{FF2B5EF4-FFF2-40B4-BE49-F238E27FC236}">
                <a16:creationId xmlns:a16="http://schemas.microsoft.com/office/drawing/2014/main" id="{AE497506-6917-C6E0-5481-33E9D6A9FC2E}"/>
              </a:ext>
            </a:extLst>
          </p:cNvPr>
          <p:cNvSpPr txBox="1"/>
          <p:nvPr/>
        </p:nvSpPr>
        <p:spPr>
          <a:xfrm>
            <a:off x="1734521" y="8115300"/>
            <a:ext cx="2748019" cy="1200329"/>
          </a:xfrm>
          <a:prstGeom prst="rect">
            <a:avLst/>
          </a:prstGeom>
          <a:noFill/>
        </p:spPr>
        <p:txBody>
          <a:bodyPr wrap="square" rtlCol="0">
            <a:spAutoFit/>
          </a:bodyPr>
          <a:lstStyle/>
          <a:p>
            <a:pPr algn="ctr"/>
            <a:r>
              <a:rPr lang="en-US" sz="2400" b="1" dirty="0">
                <a:solidFill>
                  <a:schemeClr val="bg1"/>
                </a:solidFill>
              </a:rPr>
              <a:t>DMA Request inputs for channels 0–3.</a:t>
            </a:r>
          </a:p>
        </p:txBody>
      </p:sp>
      <p:sp>
        <p:nvSpPr>
          <p:cNvPr id="13" name="Left Brace 12">
            <a:extLst>
              <a:ext uri="{FF2B5EF4-FFF2-40B4-BE49-F238E27FC236}">
                <a16:creationId xmlns:a16="http://schemas.microsoft.com/office/drawing/2014/main" id="{CBDFF5F1-76A9-FF6F-13B9-E24B5008FDC1}"/>
              </a:ext>
            </a:extLst>
          </p:cNvPr>
          <p:cNvSpPr/>
          <p:nvPr/>
        </p:nvSpPr>
        <p:spPr>
          <a:xfrm>
            <a:off x="6057900" y="7277099"/>
            <a:ext cx="982319" cy="455133"/>
          </a:xfrm>
          <a:prstGeom prst="leftBrace">
            <a:avLst>
              <a:gd name="adj1" fmla="val 2618"/>
              <a:gd name="adj2" fmla="val 47636"/>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C41BCD48-6D85-5710-289A-BFEEEC20A320}"/>
              </a:ext>
            </a:extLst>
          </p:cNvPr>
          <p:cNvCxnSpPr>
            <a:cxnSpLocks/>
          </p:cNvCxnSpPr>
          <p:nvPr/>
        </p:nvCxnSpPr>
        <p:spPr>
          <a:xfrm flipH="1">
            <a:off x="4419600" y="7479574"/>
            <a:ext cx="1812239" cy="0"/>
          </a:xfrm>
          <a:prstGeom prst="line">
            <a:avLst/>
          </a:prstGeom>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8FEEA3A6-1557-4848-CBD1-ED6031C6A7B1}"/>
              </a:ext>
            </a:extLst>
          </p:cNvPr>
          <p:cNvSpPr txBox="1"/>
          <p:nvPr/>
        </p:nvSpPr>
        <p:spPr>
          <a:xfrm>
            <a:off x="1812239" y="6887762"/>
            <a:ext cx="2882342" cy="830997"/>
          </a:xfrm>
          <a:prstGeom prst="rect">
            <a:avLst/>
          </a:prstGeom>
          <a:noFill/>
        </p:spPr>
        <p:txBody>
          <a:bodyPr wrap="square" rtlCol="0">
            <a:spAutoFit/>
          </a:bodyPr>
          <a:lstStyle/>
          <a:p>
            <a:pPr algn="ctr"/>
            <a:r>
              <a:rPr lang="en-US" sz="2400" b="1" dirty="0">
                <a:solidFill>
                  <a:schemeClr val="bg1"/>
                </a:solidFill>
              </a:rPr>
              <a:t>DMA Acknowledge outputs</a:t>
            </a:r>
          </a:p>
        </p:txBody>
      </p:sp>
      <p:sp>
        <p:nvSpPr>
          <p:cNvPr id="16" name="Right Brace 15">
            <a:extLst>
              <a:ext uri="{FF2B5EF4-FFF2-40B4-BE49-F238E27FC236}">
                <a16:creationId xmlns:a16="http://schemas.microsoft.com/office/drawing/2014/main" id="{2A0CC2D3-AC21-F3F3-6E28-D8121E96563E}"/>
              </a:ext>
            </a:extLst>
          </p:cNvPr>
          <p:cNvSpPr/>
          <p:nvPr/>
        </p:nvSpPr>
        <p:spPr>
          <a:xfrm>
            <a:off x="10972800" y="4762500"/>
            <a:ext cx="2057400" cy="1066800"/>
          </a:xfrm>
          <a:prstGeom prst="rightBrace">
            <a:avLst>
              <a:gd name="adj1" fmla="val 0"/>
              <a:gd name="adj2" fmla="val 50000"/>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8830F85A-C5C7-9E51-7168-F8E1962EEB55}"/>
              </a:ext>
            </a:extLst>
          </p:cNvPr>
          <p:cNvCxnSpPr>
            <a:cxnSpLocks/>
          </p:cNvCxnSpPr>
          <p:nvPr/>
        </p:nvCxnSpPr>
        <p:spPr>
          <a:xfrm flipH="1">
            <a:off x="12245084" y="5295900"/>
            <a:ext cx="1812239" cy="0"/>
          </a:xfrm>
          <a:prstGeom prst="line">
            <a:avLst/>
          </a:prstGeom>
        </p:spPr>
        <p:style>
          <a:lnRef idx="3">
            <a:schemeClr val="accent2"/>
          </a:lnRef>
          <a:fillRef idx="0">
            <a:schemeClr val="accent2"/>
          </a:fillRef>
          <a:effectRef idx="2">
            <a:schemeClr val="accent2"/>
          </a:effectRef>
          <a:fontRef idx="minor">
            <a:schemeClr val="tx1"/>
          </a:fontRef>
        </p:style>
      </p:cxnSp>
      <p:sp>
        <p:nvSpPr>
          <p:cNvPr id="18" name="TextBox 17">
            <a:extLst>
              <a:ext uri="{FF2B5EF4-FFF2-40B4-BE49-F238E27FC236}">
                <a16:creationId xmlns:a16="http://schemas.microsoft.com/office/drawing/2014/main" id="{56DE3130-673D-8111-8EE0-32B0F5968814}"/>
              </a:ext>
            </a:extLst>
          </p:cNvPr>
          <p:cNvSpPr txBox="1"/>
          <p:nvPr/>
        </p:nvSpPr>
        <p:spPr>
          <a:xfrm>
            <a:off x="14031197" y="4728001"/>
            <a:ext cx="3653327" cy="830997"/>
          </a:xfrm>
          <a:prstGeom prst="rect">
            <a:avLst/>
          </a:prstGeom>
          <a:noFill/>
        </p:spPr>
        <p:txBody>
          <a:bodyPr wrap="square" rtlCol="0">
            <a:spAutoFit/>
          </a:bodyPr>
          <a:lstStyle/>
          <a:p>
            <a:pPr algn="ctr"/>
            <a:r>
              <a:rPr lang="en-US" sz="2400" b="1" dirty="0">
                <a:solidFill>
                  <a:schemeClr val="bg1"/>
                </a:solidFill>
              </a:rPr>
              <a:t>Address inputs for selecting internal registers.</a:t>
            </a:r>
          </a:p>
        </p:txBody>
      </p:sp>
      <p:sp>
        <p:nvSpPr>
          <p:cNvPr id="19" name="Left Brace 18">
            <a:extLst>
              <a:ext uri="{FF2B5EF4-FFF2-40B4-BE49-F238E27FC236}">
                <a16:creationId xmlns:a16="http://schemas.microsoft.com/office/drawing/2014/main" id="{90657B1E-66F2-BD11-8335-2FEE33C58ED2}"/>
              </a:ext>
            </a:extLst>
          </p:cNvPr>
          <p:cNvSpPr/>
          <p:nvPr/>
        </p:nvSpPr>
        <p:spPr>
          <a:xfrm>
            <a:off x="6057899" y="3771900"/>
            <a:ext cx="982319" cy="455133"/>
          </a:xfrm>
          <a:prstGeom prst="leftBrace">
            <a:avLst>
              <a:gd name="adj1" fmla="val 2618"/>
              <a:gd name="adj2" fmla="val 47636"/>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E30BB699-EE16-E1B7-4EF6-62DEFBBBEDC9}"/>
              </a:ext>
            </a:extLst>
          </p:cNvPr>
          <p:cNvCxnSpPr>
            <a:cxnSpLocks/>
          </p:cNvCxnSpPr>
          <p:nvPr/>
        </p:nvCxnSpPr>
        <p:spPr>
          <a:xfrm flipH="1">
            <a:off x="4448990" y="4002731"/>
            <a:ext cx="1812239" cy="0"/>
          </a:xfrm>
          <a:prstGeom prst="line">
            <a:avLst/>
          </a:prstGeom>
        </p:spPr>
        <p:style>
          <a:lnRef idx="3">
            <a:schemeClr val="accent2"/>
          </a:lnRef>
          <a:fillRef idx="0">
            <a:schemeClr val="accent2"/>
          </a:fillRef>
          <a:effectRef idx="2">
            <a:schemeClr val="accent2"/>
          </a:effectRef>
          <a:fontRef idx="minor">
            <a:schemeClr val="tx1"/>
          </a:fontRef>
        </p:style>
      </p:cxnSp>
      <p:sp>
        <p:nvSpPr>
          <p:cNvPr id="22" name="TextBox 21">
            <a:extLst>
              <a:ext uri="{FF2B5EF4-FFF2-40B4-BE49-F238E27FC236}">
                <a16:creationId xmlns:a16="http://schemas.microsoft.com/office/drawing/2014/main" id="{B63187C6-B5BA-244D-26B6-4A656EF5DB5C}"/>
              </a:ext>
            </a:extLst>
          </p:cNvPr>
          <p:cNvSpPr txBox="1"/>
          <p:nvPr/>
        </p:nvSpPr>
        <p:spPr>
          <a:xfrm>
            <a:off x="1544790" y="3686242"/>
            <a:ext cx="2855210" cy="830997"/>
          </a:xfrm>
          <a:prstGeom prst="rect">
            <a:avLst/>
          </a:prstGeom>
          <a:noFill/>
        </p:spPr>
        <p:txBody>
          <a:bodyPr wrap="square">
            <a:spAutoFit/>
          </a:bodyPr>
          <a:lstStyle/>
          <a:p>
            <a:pPr algn="ctr"/>
            <a:r>
              <a:rPr lang="en-US" sz="2400" b="1" dirty="0">
                <a:solidFill>
                  <a:schemeClr val="bg1"/>
                </a:solidFill>
              </a:rPr>
              <a:t>Memory read and write signals.</a:t>
            </a:r>
          </a:p>
        </p:txBody>
      </p:sp>
      <p:sp>
        <p:nvSpPr>
          <p:cNvPr id="23" name="Left Brace 22">
            <a:extLst>
              <a:ext uri="{FF2B5EF4-FFF2-40B4-BE49-F238E27FC236}">
                <a16:creationId xmlns:a16="http://schemas.microsoft.com/office/drawing/2014/main" id="{23626A5D-8710-B90B-59E4-C685BBD12624}"/>
              </a:ext>
            </a:extLst>
          </p:cNvPr>
          <p:cNvSpPr/>
          <p:nvPr/>
        </p:nvSpPr>
        <p:spPr>
          <a:xfrm>
            <a:off x="6158746" y="3124628"/>
            <a:ext cx="982319" cy="455133"/>
          </a:xfrm>
          <a:prstGeom prst="leftBrace">
            <a:avLst>
              <a:gd name="adj1" fmla="val 2618"/>
              <a:gd name="adj2" fmla="val 47636"/>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BB2654F8-7AD0-6236-36A1-C882C5471D39}"/>
              </a:ext>
            </a:extLst>
          </p:cNvPr>
          <p:cNvCxnSpPr>
            <a:cxnSpLocks/>
          </p:cNvCxnSpPr>
          <p:nvPr/>
        </p:nvCxnSpPr>
        <p:spPr>
          <a:xfrm flipH="1">
            <a:off x="4770780" y="3340826"/>
            <a:ext cx="1812239" cy="0"/>
          </a:xfrm>
          <a:prstGeom prst="line">
            <a:avLst/>
          </a:prstGeom>
        </p:spPr>
        <p:style>
          <a:lnRef idx="3">
            <a:schemeClr val="accent2"/>
          </a:lnRef>
          <a:fillRef idx="0">
            <a:schemeClr val="accent2"/>
          </a:fillRef>
          <a:effectRef idx="2">
            <a:schemeClr val="accent2"/>
          </a:effectRef>
          <a:fontRef idx="minor">
            <a:schemeClr val="tx1"/>
          </a:fontRef>
        </p:style>
      </p:cxnSp>
      <p:sp>
        <p:nvSpPr>
          <p:cNvPr id="26" name="TextBox 25">
            <a:extLst>
              <a:ext uri="{FF2B5EF4-FFF2-40B4-BE49-F238E27FC236}">
                <a16:creationId xmlns:a16="http://schemas.microsoft.com/office/drawing/2014/main" id="{D73867C6-19D2-6D7C-44C7-8EDBF07CE6F0}"/>
              </a:ext>
            </a:extLst>
          </p:cNvPr>
          <p:cNvSpPr txBox="1"/>
          <p:nvPr/>
        </p:nvSpPr>
        <p:spPr>
          <a:xfrm>
            <a:off x="2080236" y="2816436"/>
            <a:ext cx="3466991" cy="830997"/>
          </a:xfrm>
          <a:prstGeom prst="rect">
            <a:avLst/>
          </a:prstGeom>
          <a:noFill/>
        </p:spPr>
        <p:txBody>
          <a:bodyPr wrap="square">
            <a:spAutoFit/>
          </a:bodyPr>
          <a:lstStyle/>
          <a:p>
            <a:pPr algn="ctr"/>
            <a:r>
              <a:rPr lang="en-US" sz="2400" b="1" dirty="0">
                <a:solidFill>
                  <a:schemeClr val="bg1"/>
                </a:solidFill>
              </a:rPr>
              <a:t>I/O read and write signals.</a:t>
            </a:r>
          </a:p>
        </p:txBody>
      </p:sp>
      <p:sp>
        <p:nvSpPr>
          <p:cNvPr id="28" name="TextBox 27">
            <a:extLst>
              <a:ext uri="{FF2B5EF4-FFF2-40B4-BE49-F238E27FC236}">
                <a16:creationId xmlns:a16="http://schemas.microsoft.com/office/drawing/2014/main" id="{C565FF19-1C6F-CC72-62FE-C1E2E721B3E0}"/>
              </a:ext>
            </a:extLst>
          </p:cNvPr>
          <p:cNvSpPr txBox="1"/>
          <p:nvPr/>
        </p:nvSpPr>
        <p:spPr>
          <a:xfrm>
            <a:off x="1734521" y="5073071"/>
            <a:ext cx="3177873" cy="830997"/>
          </a:xfrm>
          <a:prstGeom prst="rect">
            <a:avLst/>
          </a:prstGeom>
          <a:noFill/>
        </p:spPr>
        <p:txBody>
          <a:bodyPr wrap="square">
            <a:spAutoFit/>
          </a:bodyPr>
          <a:lstStyle/>
          <a:p>
            <a:pPr algn="ctr"/>
            <a:r>
              <a:rPr lang="en-US" sz="2400" b="1" dirty="0">
                <a:solidFill>
                  <a:schemeClr val="bg1"/>
                </a:solidFill>
              </a:rPr>
              <a:t>Hold Request and Hold Acknowledge for CPU.</a:t>
            </a:r>
          </a:p>
        </p:txBody>
      </p:sp>
      <p:cxnSp>
        <p:nvCxnSpPr>
          <p:cNvPr id="29" name="Straight Connector 28">
            <a:extLst>
              <a:ext uri="{FF2B5EF4-FFF2-40B4-BE49-F238E27FC236}">
                <a16:creationId xmlns:a16="http://schemas.microsoft.com/office/drawing/2014/main" id="{108023DC-1A89-F20E-4F1F-D0FE7248B59E}"/>
              </a:ext>
            </a:extLst>
          </p:cNvPr>
          <p:cNvCxnSpPr>
            <a:cxnSpLocks/>
          </p:cNvCxnSpPr>
          <p:nvPr/>
        </p:nvCxnSpPr>
        <p:spPr>
          <a:xfrm flipH="1">
            <a:off x="4912394" y="5143499"/>
            <a:ext cx="2228671" cy="153543"/>
          </a:xfrm>
          <a:prstGeom prst="line">
            <a:avLst/>
          </a:prstGeom>
        </p:spPr>
        <p:style>
          <a:lnRef idx="3">
            <a:schemeClr val="accent2"/>
          </a:lnRef>
          <a:fillRef idx="0">
            <a:schemeClr val="accent2"/>
          </a:fillRef>
          <a:effectRef idx="2">
            <a:schemeClr val="accent2"/>
          </a:effectRef>
          <a:fontRef idx="minor">
            <a:schemeClr val="tx1"/>
          </a:fontRef>
        </p:style>
      </p:cxnSp>
      <p:cxnSp>
        <p:nvCxnSpPr>
          <p:cNvPr id="31" name="Straight Connector 30">
            <a:extLst>
              <a:ext uri="{FF2B5EF4-FFF2-40B4-BE49-F238E27FC236}">
                <a16:creationId xmlns:a16="http://schemas.microsoft.com/office/drawing/2014/main" id="{DBDF254A-4BA8-CE09-2957-5DB928AFE2E8}"/>
              </a:ext>
            </a:extLst>
          </p:cNvPr>
          <p:cNvCxnSpPr>
            <a:cxnSpLocks/>
          </p:cNvCxnSpPr>
          <p:nvPr/>
        </p:nvCxnSpPr>
        <p:spPr>
          <a:xfrm flipH="1" flipV="1">
            <a:off x="4912393" y="5712117"/>
            <a:ext cx="2381198" cy="384090"/>
          </a:xfrm>
          <a:prstGeom prst="line">
            <a:avLst/>
          </a:prstGeom>
        </p:spPr>
        <p:style>
          <a:lnRef idx="3">
            <a:schemeClr val="accent2"/>
          </a:lnRef>
          <a:fillRef idx="0">
            <a:schemeClr val="accent2"/>
          </a:fillRef>
          <a:effectRef idx="2">
            <a:schemeClr val="accent2"/>
          </a:effectRef>
          <a:fontRef idx="minor">
            <a:schemeClr val="tx1"/>
          </a:fontRef>
        </p:style>
      </p:cxnSp>
      <p:sp>
        <p:nvSpPr>
          <p:cNvPr id="34" name="TextBox 33">
            <a:extLst>
              <a:ext uri="{FF2B5EF4-FFF2-40B4-BE49-F238E27FC236}">
                <a16:creationId xmlns:a16="http://schemas.microsoft.com/office/drawing/2014/main" id="{430F049D-056F-2282-F8D9-3532D1600267}"/>
              </a:ext>
            </a:extLst>
          </p:cNvPr>
          <p:cNvSpPr txBox="1"/>
          <p:nvPr/>
        </p:nvSpPr>
        <p:spPr>
          <a:xfrm>
            <a:off x="8178547" y="5773041"/>
            <a:ext cx="1930906" cy="646331"/>
          </a:xfrm>
          <a:prstGeom prst="rect">
            <a:avLst/>
          </a:prstGeom>
          <a:noFill/>
        </p:spPr>
        <p:txBody>
          <a:bodyPr wrap="square">
            <a:spAutoFit/>
          </a:bodyPr>
          <a:lstStyle/>
          <a:p>
            <a:pPr algn="ctr"/>
            <a:r>
              <a:rPr lang="en-US" sz="1800" b="1" dirty="0"/>
              <a:t>8237 </a:t>
            </a:r>
            <a:br>
              <a:rPr lang="en-US" sz="1800" b="1" dirty="0"/>
            </a:br>
            <a:r>
              <a:rPr lang="en-US" sz="1800" b="1" dirty="0"/>
              <a:t>DMAC</a:t>
            </a:r>
            <a:endParaRPr lang="en-US" b="1" dirty="0"/>
          </a:p>
        </p:txBody>
      </p:sp>
      <p:sp>
        <p:nvSpPr>
          <p:cNvPr id="35" name="TextBox 34">
            <a:extLst>
              <a:ext uri="{FF2B5EF4-FFF2-40B4-BE49-F238E27FC236}">
                <a16:creationId xmlns:a16="http://schemas.microsoft.com/office/drawing/2014/main" id="{E3064AA6-C830-148B-F2DF-05B9E1FEEFCB}"/>
              </a:ext>
            </a:extLst>
          </p:cNvPr>
          <p:cNvSpPr txBox="1"/>
          <p:nvPr/>
        </p:nvSpPr>
        <p:spPr>
          <a:xfrm>
            <a:off x="17983200" y="9917668"/>
            <a:ext cx="301686" cy="369332"/>
          </a:xfrm>
          <a:prstGeom prst="rect">
            <a:avLst/>
          </a:prstGeom>
          <a:noFill/>
        </p:spPr>
        <p:txBody>
          <a:bodyPr wrap="none" rtlCol="0">
            <a:spAutoFit/>
          </a:bodyPr>
          <a:lstStyle/>
          <a:p>
            <a:r>
              <a:rPr lang="en-US" dirty="0"/>
              <a:t>4</a:t>
            </a:r>
          </a:p>
        </p:txBody>
      </p:sp>
      <p:sp>
        <p:nvSpPr>
          <p:cNvPr id="36" name="TextBox 35">
            <a:extLst>
              <a:ext uri="{FF2B5EF4-FFF2-40B4-BE49-F238E27FC236}">
                <a16:creationId xmlns:a16="http://schemas.microsoft.com/office/drawing/2014/main" id="{DDA39020-05FA-5710-A174-36B7D849E478}"/>
              </a:ext>
            </a:extLst>
          </p:cNvPr>
          <p:cNvSpPr txBox="1"/>
          <p:nvPr/>
        </p:nvSpPr>
        <p:spPr>
          <a:xfrm>
            <a:off x="7910425" y="9823209"/>
            <a:ext cx="2467150" cy="369332"/>
          </a:xfrm>
          <a:prstGeom prst="rect">
            <a:avLst/>
          </a:prstGeom>
          <a:noFill/>
        </p:spPr>
        <p:txBody>
          <a:bodyPr wrap="none" rtlCol="0">
            <a:spAutoFit/>
          </a:bodyPr>
          <a:lstStyle/>
          <a:p>
            <a:pPr algn="ctr"/>
            <a:r>
              <a:rPr lang="en-US" dirty="0">
                <a:solidFill>
                  <a:schemeClr val="bg1"/>
                </a:solidFill>
              </a:rPr>
              <a:t>Fig 3 : Pin Configuration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2C713-6F44-34E1-644C-F75F9EF90D8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9B9B22-FC99-441D-33C6-3C0AFB353C43}"/>
              </a:ext>
            </a:extLst>
          </p:cNvPr>
          <p:cNvSpPr/>
          <p:nvPr/>
        </p:nvSpPr>
        <p:spPr>
          <a:xfrm flipH="1" flipV="1">
            <a:off x="-1639561" y="-1384956"/>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82695399-378A-4CC3-FF71-3AFB709CBB45}"/>
              </a:ext>
            </a:extLst>
          </p:cNvPr>
          <p:cNvSpPr/>
          <p:nvPr/>
        </p:nvSpPr>
        <p:spPr>
          <a:xfrm flipH="1" flipV="1">
            <a:off x="15100249" y="6844644"/>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4" name="TextBox 4">
            <a:extLst>
              <a:ext uri="{FF2B5EF4-FFF2-40B4-BE49-F238E27FC236}">
                <a16:creationId xmlns:a16="http://schemas.microsoft.com/office/drawing/2014/main" id="{E758EA85-2B6D-F4D6-1557-CD4C189FDF5C}"/>
              </a:ext>
            </a:extLst>
          </p:cNvPr>
          <p:cNvSpPr txBox="1"/>
          <p:nvPr/>
        </p:nvSpPr>
        <p:spPr>
          <a:xfrm>
            <a:off x="3657808" y="330570"/>
            <a:ext cx="11658600" cy="1108188"/>
          </a:xfrm>
          <a:prstGeom prst="rect">
            <a:avLst/>
          </a:prstGeom>
        </p:spPr>
        <p:txBody>
          <a:bodyPr wrap="square" lIns="0" tIns="0" rIns="0" bIns="0" rtlCol="0" anchor="t">
            <a:spAutoFit/>
          </a:bodyPr>
          <a:lstStyle/>
          <a:p>
            <a:pPr algn="ctr">
              <a:lnSpc>
                <a:spcPts val="9236"/>
              </a:lnSpc>
              <a:spcBef>
                <a:spcPct val="0"/>
              </a:spcBef>
            </a:pPr>
            <a:r>
              <a:rPr lang="en-US" sz="6597" dirty="0">
                <a:solidFill>
                  <a:srgbClr val="FFFFFF"/>
                </a:solidFill>
                <a:latin typeface="Squada One"/>
                <a:ea typeface="Squada One"/>
                <a:cs typeface="Squada One"/>
                <a:sym typeface="Squada One"/>
              </a:rPr>
              <a:t>Working of 8237 DMA Controller</a:t>
            </a:r>
          </a:p>
        </p:txBody>
      </p:sp>
      <p:sp>
        <p:nvSpPr>
          <p:cNvPr id="6" name="Freeform 6">
            <a:extLst>
              <a:ext uri="{FF2B5EF4-FFF2-40B4-BE49-F238E27FC236}">
                <a16:creationId xmlns:a16="http://schemas.microsoft.com/office/drawing/2014/main" id="{88F64837-A238-4C54-BB01-08B47A5C0856}"/>
              </a:ext>
            </a:extLst>
          </p:cNvPr>
          <p:cNvSpPr/>
          <p:nvPr/>
        </p:nvSpPr>
        <p:spPr>
          <a:xfrm flipH="1" flipV="1">
            <a:off x="15288105" y="327304"/>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505FD84E-69AD-F597-6B32-0078AE6E3613}"/>
              </a:ext>
            </a:extLst>
          </p:cNvPr>
          <p:cNvSpPr/>
          <p:nvPr/>
        </p:nvSpPr>
        <p:spPr>
          <a:xfrm>
            <a:off x="351734" y="7311536"/>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9" name="Picture 8">
            <a:extLst>
              <a:ext uri="{FF2B5EF4-FFF2-40B4-BE49-F238E27FC236}">
                <a16:creationId xmlns:a16="http://schemas.microsoft.com/office/drawing/2014/main" id="{263250A5-A584-5A1C-7066-83DCE243C31F}"/>
              </a:ext>
            </a:extLst>
          </p:cNvPr>
          <p:cNvPicPr>
            <a:picLocks noChangeAspect="1"/>
          </p:cNvPicPr>
          <p:nvPr/>
        </p:nvPicPr>
        <p:blipFill>
          <a:blip r:embed="rId5">
            <a:extLst>
              <a:ext uri="{28A0092B-C50C-407E-A947-70E740481C1C}">
                <a14:useLocalDpi xmlns:a14="http://schemas.microsoft.com/office/drawing/2010/main" val="0"/>
              </a:ext>
            </a:extLst>
          </a:blip>
          <a:srcRect l="18561" t="2312" r="12477" b="7884"/>
          <a:stretch/>
        </p:blipFill>
        <p:spPr>
          <a:xfrm>
            <a:off x="5791200" y="1651384"/>
            <a:ext cx="11797701" cy="8641975"/>
          </a:xfrm>
          <a:prstGeom prst="rect">
            <a:avLst/>
          </a:prstGeom>
          <a:effectLst>
            <a:softEdge rad="342900"/>
          </a:effectLst>
        </p:spPr>
      </p:pic>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51933F79-9553-BFFF-38E6-728BAB54A765}"/>
                  </a:ext>
                </a:extLst>
              </p14:cNvPr>
              <p14:cNvContentPartPr/>
              <p14:nvPr/>
            </p14:nvContentPartPr>
            <p14:xfrm>
              <a:off x="15394922" y="9689780"/>
              <a:ext cx="1593360" cy="197280"/>
            </p14:xfrm>
          </p:contentPart>
        </mc:Choice>
        <mc:Fallback xmlns="">
          <p:pic>
            <p:nvPicPr>
              <p:cNvPr id="12" name="Ink 11">
                <a:extLst>
                  <a:ext uri="{FF2B5EF4-FFF2-40B4-BE49-F238E27FC236}">
                    <a16:creationId xmlns:a16="http://schemas.microsoft.com/office/drawing/2014/main" id="{51933F79-9553-BFFF-38E6-728BAB54A765}"/>
                  </a:ext>
                </a:extLst>
              </p:cNvPr>
              <p:cNvPicPr/>
              <p:nvPr/>
            </p:nvPicPr>
            <p:blipFill>
              <a:blip r:embed="rId7"/>
              <a:stretch>
                <a:fillRect/>
              </a:stretch>
            </p:blipFill>
            <p:spPr>
              <a:xfrm>
                <a:off x="15331922" y="9626780"/>
                <a:ext cx="171900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0C488FB9-4677-F72D-A1DA-7B1156F99C6C}"/>
                  </a:ext>
                </a:extLst>
              </p14:cNvPr>
              <p14:cNvContentPartPr/>
              <p14:nvPr/>
            </p14:nvContentPartPr>
            <p14:xfrm>
              <a:off x="15288105" y="9292340"/>
              <a:ext cx="1407600" cy="594720"/>
            </p14:xfrm>
          </p:contentPart>
        </mc:Choice>
        <mc:Fallback xmlns="">
          <p:pic>
            <p:nvPicPr>
              <p:cNvPr id="13" name="Ink 12">
                <a:extLst>
                  <a:ext uri="{FF2B5EF4-FFF2-40B4-BE49-F238E27FC236}">
                    <a16:creationId xmlns:a16="http://schemas.microsoft.com/office/drawing/2014/main" id="{0C488FB9-4677-F72D-A1DA-7B1156F99C6C}"/>
                  </a:ext>
                </a:extLst>
              </p:cNvPr>
              <p:cNvPicPr/>
              <p:nvPr/>
            </p:nvPicPr>
            <p:blipFill>
              <a:blip r:embed="rId9"/>
              <a:stretch>
                <a:fillRect/>
              </a:stretch>
            </p:blipFill>
            <p:spPr>
              <a:xfrm>
                <a:off x="15225105" y="9229340"/>
                <a:ext cx="1533240" cy="720360"/>
              </a:xfrm>
              <a:prstGeom prst="rect">
                <a:avLst/>
              </a:prstGeom>
            </p:spPr>
          </p:pic>
        </mc:Fallback>
      </mc:AlternateContent>
      <p:sp>
        <p:nvSpPr>
          <p:cNvPr id="16" name="TextBox 15">
            <a:extLst>
              <a:ext uri="{FF2B5EF4-FFF2-40B4-BE49-F238E27FC236}">
                <a16:creationId xmlns:a16="http://schemas.microsoft.com/office/drawing/2014/main" id="{24D32C74-C285-7A06-6D1B-4ABB65BADA71}"/>
              </a:ext>
            </a:extLst>
          </p:cNvPr>
          <p:cNvSpPr txBox="1"/>
          <p:nvPr/>
        </p:nvSpPr>
        <p:spPr>
          <a:xfrm>
            <a:off x="353734" y="3619500"/>
            <a:ext cx="4723815" cy="4154984"/>
          </a:xfrm>
          <a:prstGeom prst="rect">
            <a:avLst/>
          </a:prstGeom>
          <a:noFill/>
        </p:spPr>
        <p:txBody>
          <a:bodyPr wrap="square">
            <a:spAutoFit/>
          </a:bodyPr>
          <a:lstStyle/>
          <a:p>
            <a:pPr marL="457200" indent="-457200" algn="just">
              <a:buAutoNum type="arabicPeriod"/>
            </a:pPr>
            <a:r>
              <a:rPr lang="en-US" sz="2400" b="1" dirty="0">
                <a:solidFill>
                  <a:schemeClr val="bg1"/>
                </a:solidFill>
              </a:rPr>
              <a:t>Peripheral sends a DREQ (DMA request) signal.</a:t>
            </a:r>
          </a:p>
          <a:p>
            <a:pPr marL="457200" indent="-457200" algn="just">
              <a:buAutoNum type="arabicPeriod"/>
            </a:pPr>
            <a:r>
              <a:rPr lang="en-US" sz="2400" b="1" dirty="0">
                <a:solidFill>
                  <a:schemeClr val="bg1"/>
                </a:solidFill>
              </a:rPr>
              <a:t>8237 sends HRQ (Hold Request) to the CPU.</a:t>
            </a:r>
          </a:p>
          <a:p>
            <a:pPr marL="457200" indent="-457200" algn="just">
              <a:buAutoNum type="arabicPeriod"/>
            </a:pPr>
            <a:r>
              <a:rPr lang="en-US" sz="2400" b="1" dirty="0">
                <a:solidFill>
                  <a:schemeClr val="bg1"/>
                </a:solidFill>
              </a:rPr>
              <a:t>CPU responds with HLDA (Hold Acknowledge).</a:t>
            </a:r>
          </a:p>
          <a:p>
            <a:pPr marL="457200" indent="-457200" algn="just">
              <a:buAutoNum type="arabicPeriod"/>
            </a:pPr>
            <a:r>
              <a:rPr lang="en-US" sz="2400" b="1" dirty="0">
                <a:solidFill>
                  <a:schemeClr val="bg1"/>
                </a:solidFill>
              </a:rPr>
              <a:t>Data transfer begins between memory and peripheral.</a:t>
            </a:r>
          </a:p>
          <a:p>
            <a:pPr marL="457200" indent="-457200" algn="just">
              <a:buAutoNum type="arabicPeriod"/>
            </a:pPr>
            <a:r>
              <a:rPr lang="en-US" sz="2400" b="1" dirty="0">
                <a:solidFill>
                  <a:schemeClr val="bg1"/>
                </a:solidFill>
              </a:rPr>
              <a:t>8237 releases control back to the CPU once data transfer is complete</a:t>
            </a:r>
          </a:p>
        </p:txBody>
      </p:sp>
      <p:sp>
        <p:nvSpPr>
          <p:cNvPr id="17" name="TextBox 16">
            <a:extLst>
              <a:ext uri="{FF2B5EF4-FFF2-40B4-BE49-F238E27FC236}">
                <a16:creationId xmlns:a16="http://schemas.microsoft.com/office/drawing/2014/main" id="{14904942-51EA-8D01-C721-863BEA1A6FE6}"/>
              </a:ext>
            </a:extLst>
          </p:cNvPr>
          <p:cNvSpPr txBox="1"/>
          <p:nvPr/>
        </p:nvSpPr>
        <p:spPr>
          <a:xfrm>
            <a:off x="17986314" y="9917668"/>
            <a:ext cx="301686" cy="369332"/>
          </a:xfrm>
          <a:prstGeom prst="rect">
            <a:avLst/>
          </a:prstGeom>
          <a:noFill/>
        </p:spPr>
        <p:txBody>
          <a:bodyPr wrap="none" rtlCol="0">
            <a:spAutoFit/>
          </a:bodyPr>
          <a:lstStyle/>
          <a:p>
            <a:r>
              <a:rPr lang="en-US" dirty="0"/>
              <a:t>5</a:t>
            </a:r>
          </a:p>
        </p:txBody>
      </p:sp>
      <p:sp>
        <p:nvSpPr>
          <p:cNvPr id="18" name="TextBox 17">
            <a:extLst>
              <a:ext uri="{FF2B5EF4-FFF2-40B4-BE49-F238E27FC236}">
                <a16:creationId xmlns:a16="http://schemas.microsoft.com/office/drawing/2014/main" id="{871DFC69-8F3E-21EC-1585-629250AED70D}"/>
              </a:ext>
            </a:extLst>
          </p:cNvPr>
          <p:cNvSpPr txBox="1"/>
          <p:nvPr/>
        </p:nvSpPr>
        <p:spPr>
          <a:xfrm>
            <a:off x="11201400" y="9914274"/>
            <a:ext cx="2309222" cy="369332"/>
          </a:xfrm>
          <a:prstGeom prst="rect">
            <a:avLst/>
          </a:prstGeom>
          <a:noFill/>
        </p:spPr>
        <p:txBody>
          <a:bodyPr wrap="none" rtlCol="0">
            <a:spAutoFit/>
          </a:bodyPr>
          <a:lstStyle/>
          <a:p>
            <a:r>
              <a:rPr lang="en-US" dirty="0">
                <a:solidFill>
                  <a:schemeClr val="bg1"/>
                </a:solidFill>
              </a:rPr>
              <a:t>Fig 4 : working process</a:t>
            </a:r>
          </a:p>
        </p:txBody>
      </p:sp>
    </p:spTree>
    <p:extLst>
      <p:ext uri="{BB962C8B-B14F-4D97-AF65-F5344CB8AC3E}">
        <p14:creationId xmlns:p14="http://schemas.microsoft.com/office/powerpoint/2010/main" val="4192413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22BC-1403-0D38-FBDC-3D995E517C1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9166CD1-5257-E59F-F164-E637CFB9945F}"/>
              </a:ext>
            </a:extLst>
          </p:cNvPr>
          <p:cNvSpPr/>
          <p:nvPr/>
        </p:nvSpPr>
        <p:spPr>
          <a:xfrm flipH="1" flipV="1">
            <a:off x="-1905000" y="-1638300"/>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73069AA3-2D3C-008D-01AB-F06C4F0F4A48}"/>
              </a:ext>
            </a:extLst>
          </p:cNvPr>
          <p:cNvSpPr/>
          <p:nvPr/>
        </p:nvSpPr>
        <p:spPr>
          <a:xfrm flipH="1" flipV="1">
            <a:off x="15544800" y="7445451"/>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6" name="Freeform 6">
            <a:extLst>
              <a:ext uri="{FF2B5EF4-FFF2-40B4-BE49-F238E27FC236}">
                <a16:creationId xmlns:a16="http://schemas.microsoft.com/office/drawing/2014/main" id="{07F5B2B1-5554-E532-F452-F27141248EF7}"/>
              </a:ext>
            </a:extLst>
          </p:cNvPr>
          <p:cNvSpPr/>
          <p:nvPr/>
        </p:nvSpPr>
        <p:spPr>
          <a:xfrm flipH="1" flipV="1">
            <a:off x="15544800" y="190500"/>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02A735D6-397E-1BA7-CB99-A49D7592004C}"/>
              </a:ext>
            </a:extLst>
          </p:cNvPr>
          <p:cNvSpPr/>
          <p:nvPr/>
        </p:nvSpPr>
        <p:spPr>
          <a:xfrm>
            <a:off x="76200" y="7581900"/>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5" name="Picture 4" descr="A diagram of a computer system&#10;&#10;Description automatically generated">
            <a:extLst>
              <a:ext uri="{FF2B5EF4-FFF2-40B4-BE49-F238E27FC236}">
                <a16:creationId xmlns:a16="http://schemas.microsoft.com/office/drawing/2014/main" id="{429C2640-77DE-26B1-217F-62C5963FB0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341" y="1535263"/>
            <a:ext cx="10104097" cy="8078970"/>
          </a:xfrm>
          <a:prstGeom prst="rect">
            <a:avLst/>
          </a:prstGeom>
          <a:effectLst>
            <a:softEdge rad="101600"/>
          </a:effectLst>
        </p:spPr>
      </p:pic>
      <p:sp>
        <p:nvSpPr>
          <p:cNvPr id="11" name="TextBox 10">
            <a:extLst>
              <a:ext uri="{FF2B5EF4-FFF2-40B4-BE49-F238E27FC236}">
                <a16:creationId xmlns:a16="http://schemas.microsoft.com/office/drawing/2014/main" id="{E716C90D-1593-E6FE-BF03-E463EE9FB4DB}"/>
              </a:ext>
            </a:extLst>
          </p:cNvPr>
          <p:cNvSpPr txBox="1"/>
          <p:nvPr/>
        </p:nvSpPr>
        <p:spPr>
          <a:xfrm>
            <a:off x="10602855" y="1576923"/>
            <a:ext cx="7403041" cy="8710077"/>
          </a:xfrm>
          <a:prstGeom prst="rect">
            <a:avLst/>
          </a:prstGeom>
          <a:noFill/>
        </p:spPr>
        <p:txBody>
          <a:bodyPr wrap="square">
            <a:spAutoFit/>
          </a:bodyPr>
          <a:lstStyle/>
          <a:p>
            <a:pPr algn="just"/>
            <a:r>
              <a:rPr lang="en-US" sz="2000" b="1" dirty="0">
                <a:solidFill>
                  <a:schemeClr val="bg1"/>
                </a:solidFill>
              </a:rPr>
              <a:t>1. Bus Control Signals (HRQ and HLDA):</a:t>
            </a:r>
          </a:p>
          <a:p>
            <a:pPr algn="just"/>
            <a:r>
              <a:rPr lang="en-US" sz="2000" dirty="0">
                <a:solidFill>
                  <a:schemeClr val="bg1"/>
                </a:solidFill>
              </a:rPr>
              <a:t>	The 8237 uses HRQ (Hold Request) to request control of the 	system bus from the 8086. In response, the 8086 issues 	HLDA (Hold Acknowledge) to grant bus control, allowing the 	8237 to access memory directly without CPU involvement.</a:t>
            </a:r>
          </a:p>
          <a:p>
            <a:pPr algn="just"/>
            <a:endParaRPr lang="en-US" sz="2000" dirty="0">
              <a:solidFill>
                <a:schemeClr val="bg1"/>
              </a:solidFill>
            </a:endParaRPr>
          </a:p>
          <a:p>
            <a:pPr algn="just"/>
            <a:r>
              <a:rPr lang="en-US" sz="2000" b="1" dirty="0">
                <a:solidFill>
                  <a:schemeClr val="bg1"/>
                </a:solidFill>
              </a:rPr>
              <a:t>2. Address and Data Bus:</a:t>
            </a:r>
          </a:p>
          <a:p>
            <a:pPr algn="just"/>
            <a:r>
              <a:rPr lang="en-US" sz="2000" dirty="0">
                <a:solidFill>
                  <a:schemeClr val="bg1"/>
                </a:solidFill>
              </a:rPr>
              <a:t>	The address bus and data bus are shared between the 8086 	and the 8237. The 8237 uses these buses to access specific 	memory locations where data needs to be read or written.</a:t>
            </a:r>
          </a:p>
          <a:p>
            <a:pPr algn="just"/>
            <a:endParaRPr lang="en-US" sz="2000" dirty="0">
              <a:solidFill>
                <a:schemeClr val="bg1"/>
              </a:solidFill>
            </a:endParaRPr>
          </a:p>
          <a:p>
            <a:pPr algn="just"/>
            <a:r>
              <a:rPr lang="en-US" sz="2000" b="1" dirty="0">
                <a:solidFill>
                  <a:schemeClr val="bg1"/>
                </a:solidFill>
              </a:rPr>
              <a:t>3. Control Signals:</a:t>
            </a:r>
          </a:p>
          <a:p>
            <a:pPr algn="just"/>
            <a:r>
              <a:rPr lang="en-US" sz="2000" dirty="0">
                <a:solidFill>
                  <a:schemeClr val="bg1"/>
                </a:solidFill>
              </a:rPr>
              <a:t>	MEMR (Memory Read) and MEMW (Memory Write) Used 	by the 8237 to signal memory read or write operations. IOR 	(I/O Read) and IOW (I/O Write) Used to read from or write to 	peripheral devices.</a:t>
            </a:r>
          </a:p>
          <a:p>
            <a:pPr algn="just"/>
            <a:endParaRPr lang="en-US" sz="2000" dirty="0">
              <a:solidFill>
                <a:schemeClr val="bg1"/>
              </a:solidFill>
            </a:endParaRPr>
          </a:p>
          <a:p>
            <a:pPr algn="just"/>
            <a:r>
              <a:rPr lang="en-US" sz="2000" b="1" dirty="0">
                <a:solidFill>
                  <a:schemeClr val="bg1"/>
                </a:solidFill>
              </a:rPr>
              <a:t>4. DMA Channels:</a:t>
            </a:r>
          </a:p>
          <a:p>
            <a:pPr algn="just"/>
            <a:r>
              <a:rPr lang="en-US" sz="2000" dirty="0">
                <a:solidFill>
                  <a:schemeClr val="bg1"/>
                </a:solidFill>
              </a:rPr>
              <a:t>	The 8237 has four DMA channels (DREQ0–DREQ3), each 	capable of handling independent data transfer requests from 	connected peripherals. Each channel has an associated DACK 	(DMA Acknowledge) signal, which is sent back to the 	requesting device to confirm data transfer.</a:t>
            </a:r>
          </a:p>
          <a:p>
            <a:pPr algn="just"/>
            <a:endParaRPr lang="en-US" sz="2000" dirty="0">
              <a:solidFill>
                <a:schemeClr val="bg1"/>
              </a:solidFill>
            </a:endParaRPr>
          </a:p>
          <a:p>
            <a:pPr algn="just"/>
            <a:r>
              <a:rPr lang="en-US" sz="2000" b="1" dirty="0">
                <a:solidFill>
                  <a:schemeClr val="bg1"/>
                </a:solidFill>
              </a:rPr>
              <a:t>5. Interrupt Handling:</a:t>
            </a:r>
          </a:p>
          <a:p>
            <a:pPr algn="just"/>
            <a:r>
              <a:rPr lang="en-US" sz="2000" dirty="0">
                <a:solidFill>
                  <a:schemeClr val="bg1"/>
                </a:solidFill>
              </a:rPr>
              <a:t>	Once the data transfer is complete, the 8237 can signal the 	8086 via an interrupt to indicate that the DMA operation is 	finished, allowing the CPU to regain control of the bus.</a:t>
            </a:r>
          </a:p>
        </p:txBody>
      </p:sp>
      <p:sp>
        <p:nvSpPr>
          <p:cNvPr id="12" name="Rectangle 11">
            <a:extLst>
              <a:ext uri="{FF2B5EF4-FFF2-40B4-BE49-F238E27FC236}">
                <a16:creationId xmlns:a16="http://schemas.microsoft.com/office/drawing/2014/main" id="{DB2A3542-1C11-F4CC-1616-6A58B570D255}"/>
              </a:ext>
            </a:extLst>
          </p:cNvPr>
          <p:cNvSpPr/>
          <p:nvPr/>
        </p:nvSpPr>
        <p:spPr>
          <a:xfrm>
            <a:off x="2546392" y="487683"/>
            <a:ext cx="13195215" cy="923330"/>
          </a:xfrm>
          <a:prstGeom prst="rect">
            <a:avLst/>
          </a:prstGeom>
          <a:noFill/>
        </p:spPr>
        <p:txBody>
          <a:bodyPr wrap="none" lIns="91440" tIns="45720" rIns="91440" bIns="45720">
            <a:spAutoFit/>
          </a:bodyPr>
          <a:lstStyle/>
          <a:p>
            <a:pPr algn="ctr"/>
            <a:r>
              <a:rPr lang="en-US" sz="5400" b="0" i="0" cap="none" spc="0" dirty="0">
                <a:ln w="0"/>
                <a:solidFill>
                  <a:schemeClr val="bg1"/>
                </a:solidFill>
                <a:effectLst>
                  <a:outerShdw blurRad="38100" dist="19050" dir="2700000" algn="tl" rotWithShape="0">
                    <a:schemeClr val="dk1">
                      <a:alpha val="40000"/>
                    </a:schemeClr>
                  </a:outerShdw>
                </a:effectLst>
                <a:latin typeface="Open Sans" panose="020B0606030504020204" pitchFamily="34" charset="0"/>
              </a:rPr>
              <a:t>Interface DMA controller 8237 with 8086</a:t>
            </a:r>
            <a:endParaRPr lang="en-US" sz="5400" b="0" cap="none" spc="0" dirty="0">
              <a:ln w="0"/>
              <a:solidFill>
                <a:schemeClr val="bg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1F14A402-E478-D81A-B45B-41E49B5B3357}"/>
              </a:ext>
            </a:extLst>
          </p:cNvPr>
          <p:cNvSpPr txBox="1"/>
          <p:nvPr/>
        </p:nvSpPr>
        <p:spPr>
          <a:xfrm>
            <a:off x="17986314" y="9917668"/>
            <a:ext cx="301686" cy="369332"/>
          </a:xfrm>
          <a:prstGeom prst="rect">
            <a:avLst/>
          </a:prstGeom>
          <a:noFill/>
        </p:spPr>
        <p:txBody>
          <a:bodyPr wrap="none" rtlCol="0">
            <a:spAutoFit/>
          </a:bodyPr>
          <a:lstStyle/>
          <a:p>
            <a:r>
              <a:rPr lang="en-US" dirty="0"/>
              <a:t>6</a:t>
            </a:r>
          </a:p>
        </p:txBody>
      </p:sp>
      <p:sp>
        <p:nvSpPr>
          <p:cNvPr id="14" name="TextBox 13">
            <a:extLst>
              <a:ext uri="{FF2B5EF4-FFF2-40B4-BE49-F238E27FC236}">
                <a16:creationId xmlns:a16="http://schemas.microsoft.com/office/drawing/2014/main" id="{1D72244D-D5A6-13E4-85BE-A32372E1BBE3}"/>
              </a:ext>
            </a:extLst>
          </p:cNvPr>
          <p:cNvSpPr txBox="1"/>
          <p:nvPr/>
        </p:nvSpPr>
        <p:spPr>
          <a:xfrm>
            <a:off x="3979906" y="9674440"/>
            <a:ext cx="2786853" cy="369332"/>
          </a:xfrm>
          <a:prstGeom prst="rect">
            <a:avLst/>
          </a:prstGeom>
          <a:noFill/>
        </p:spPr>
        <p:txBody>
          <a:bodyPr wrap="none" rtlCol="0">
            <a:spAutoFit/>
          </a:bodyPr>
          <a:lstStyle/>
          <a:p>
            <a:r>
              <a:rPr lang="en-US" dirty="0">
                <a:solidFill>
                  <a:schemeClr val="bg1"/>
                </a:solidFill>
              </a:rPr>
              <a:t>Fig 5 : Interfacing with 8086</a:t>
            </a:r>
          </a:p>
        </p:txBody>
      </p:sp>
    </p:spTree>
    <p:extLst>
      <p:ext uri="{BB962C8B-B14F-4D97-AF65-F5344CB8AC3E}">
        <p14:creationId xmlns:p14="http://schemas.microsoft.com/office/powerpoint/2010/main" val="2442862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B86E9-2797-EC41-53BE-E03181C3DE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6F759C-00A3-5849-12E2-9C4D669C7B51}"/>
              </a:ext>
            </a:extLst>
          </p:cNvPr>
          <p:cNvSpPr/>
          <p:nvPr/>
        </p:nvSpPr>
        <p:spPr>
          <a:xfrm flipH="1" flipV="1">
            <a:off x="-1905000" y="-1638300"/>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C5C7FC21-5952-6979-A08C-6E1C405998E4}"/>
              </a:ext>
            </a:extLst>
          </p:cNvPr>
          <p:cNvSpPr/>
          <p:nvPr/>
        </p:nvSpPr>
        <p:spPr>
          <a:xfrm flipH="1" flipV="1">
            <a:off x="15544800" y="7445451"/>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6" name="Freeform 6">
            <a:extLst>
              <a:ext uri="{FF2B5EF4-FFF2-40B4-BE49-F238E27FC236}">
                <a16:creationId xmlns:a16="http://schemas.microsoft.com/office/drawing/2014/main" id="{230F666F-4B2D-66AC-9447-A9D1EAA936F4}"/>
              </a:ext>
            </a:extLst>
          </p:cNvPr>
          <p:cNvSpPr/>
          <p:nvPr/>
        </p:nvSpPr>
        <p:spPr>
          <a:xfrm flipH="1" flipV="1">
            <a:off x="15544800" y="190500"/>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EA10BE86-6BF4-F837-6FE2-4FC21F1C889E}"/>
              </a:ext>
            </a:extLst>
          </p:cNvPr>
          <p:cNvSpPr/>
          <p:nvPr/>
        </p:nvSpPr>
        <p:spPr>
          <a:xfrm>
            <a:off x="76200" y="7581900"/>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9CA505C0-B5DE-E16E-B12E-558753738456}"/>
              </a:ext>
            </a:extLst>
          </p:cNvPr>
          <p:cNvSpPr txBox="1"/>
          <p:nvPr/>
        </p:nvSpPr>
        <p:spPr>
          <a:xfrm>
            <a:off x="3352800" y="372042"/>
            <a:ext cx="11142616" cy="1107996"/>
          </a:xfrm>
          <a:prstGeom prst="rect">
            <a:avLst/>
          </a:prstGeom>
          <a:noFill/>
        </p:spPr>
        <p:txBody>
          <a:bodyPr wrap="square">
            <a:spAutoFit/>
          </a:bodyPr>
          <a:lstStyle/>
          <a:p>
            <a:pPr algn="ctr"/>
            <a:r>
              <a:rPr lang="en-US" sz="6600" b="1" dirty="0">
                <a:solidFill>
                  <a:schemeClr val="bg1"/>
                </a:solidFill>
              </a:rPr>
              <a:t>Modes of Operation</a:t>
            </a:r>
          </a:p>
        </p:txBody>
      </p:sp>
      <p:sp>
        <p:nvSpPr>
          <p:cNvPr id="12" name="TextBox 11">
            <a:extLst>
              <a:ext uri="{FF2B5EF4-FFF2-40B4-BE49-F238E27FC236}">
                <a16:creationId xmlns:a16="http://schemas.microsoft.com/office/drawing/2014/main" id="{9A661EE5-A4A5-A125-EE66-67AAA1EDA662}"/>
              </a:ext>
            </a:extLst>
          </p:cNvPr>
          <p:cNvSpPr txBox="1"/>
          <p:nvPr/>
        </p:nvSpPr>
        <p:spPr>
          <a:xfrm>
            <a:off x="2698235" y="3795435"/>
            <a:ext cx="12792892" cy="4154984"/>
          </a:xfrm>
          <a:prstGeom prst="rect">
            <a:avLst/>
          </a:prstGeom>
          <a:noFill/>
        </p:spPr>
        <p:txBody>
          <a:bodyPr wrap="square" rtlCol="0">
            <a:spAutoFit/>
          </a:bodyPr>
          <a:lstStyle/>
          <a:p>
            <a:pPr marL="571500" indent="-571500" algn="just">
              <a:buFont typeface="Arial" panose="020B0604020202020204" pitchFamily="34" charset="0"/>
              <a:buChar char="•"/>
            </a:pPr>
            <a:r>
              <a:rPr lang="en-US" sz="4400" b="1" dirty="0">
                <a:solidFill>
                  <a:schemeClr val="bg1"/>
                </a:solidFill>
              </a:rPr>
              <a:t>Single Transfer Mode:- Transfers one byte at a time.</a:t>
            </a:r>
          </a:p>
          <a:p>
            <a:pPr marL="571500" indent="-571500" algn="just">
              <a:buFont typeface="Arial" panose="020B0604020202020204" pitchFamily="34" charset="0"/>
              <a:buChar char="•"/>
            </a:pPr>
            <a:r>
              <a:rPr lang="en-US" sz="4400" b="1" dirty="0">
                <a:solidFill>
                  <a:schemeClr val="bg1"/>
                </a:solidFill>
              </a:rPr>
              <a:t>Block Transfer Mode:- Transfers entire blocks of data.</a:t>
            </a:r>
          </a:p>
          <a:p>
            <a:pPr marL="571500" indent="-571500" algn="just">
              <a:buFont typeface="Arial" panose="020B0604020202020204" pitchFamily="34" charset="0"/>
              <a:buChar char="•"/>
            </a:pPr>
            <a:r>
              <a:rPr lang="en-US" sz="4400" b="1" dirty="0">
                <a:solidFill>
                  <a:schemeClr val="bg1"/>
                </a:solidFill>
              </a:rPr>
              <a:t>Demand Transfer Mode:- Transfer as long as the peripheral requests.</a:t>
            </a:r>
          </a:p>
          <a:p>
            <a:pPr marL="571500" indent="-571500" algn="just">
              <a:buFont typeface="Arial" panose="020B0604020202020204" pitchFamily="34" charset="0"/>
              <a:buChar char="•"/>
            </a:pPr>
            <a:r>
              <a:rPr lang="en-US" sz="4400" b="1" dirty="0">
                <a:solidFill>
                  <a:schemeClr val="bg1"/>
                </a:solidFill>
              </a:rPr>
              <a:t>Cascade Mode:- Supports multiple 8237 controllers.</a:t>
            </a:r>
          </a:p>
        </p:txBody>
      </p:sp>
      <p:sp>
        <p:nvSpPr>
          <p:cNvPr id="14" name="TextBox 13">
            <a:extLst>
              <a:ext uri="{FF2B5EF4-FFF2-40B4-BE49-F238E27FC236}">
                <a16:creationId xmlns:a16="http://schemas.microsoft.com/office/drawing/2014/main" id="{BEB372D4-3508-CA93-1C76-81B55C0CD948}"/>
              </a:ext>
            </a:extLst>
          </p:cNvPr>
          <p:cNvSpPr txBox="1"/>
          <p:nvPr/>
        </p:nvSpPr>
        <p:spPr>
          <a:xfrm>
            <a:off x="3810000" y="2081019"/>
            <a:ext cx="11376961" cy="830997"/>
          </a:xfrm>
          <a:prstGeom prst="rect">
            <a:avLst/>
          </a:prstGeom>
          <a:noFill/>
        </p:spPr>
        <p:txBody>
          <a:bodyPr wrap="none" rtlCol="0">
            <a:spAutoFit/>
          </a:bodyPr>
          <a:lstStyle/>
          <a:p>
            <a:r>
              <a:rPr lang="en-US" sz="4800" u="sng" dirty="0">
                <a:solidFill>
                  <a:schemeClr val="bg1"/>
                </a:solidFill>
              </a:rPr>
              <a:t>There are 4 Modes in 8237 DMA Controller : </a:t>
            </a:r>
          </a:p>
        </p:txBody>
      </p:sp>
      <p:sp>
        <p:nvSpPr>
          <p:cNvPr id="15" name="TextBox 14">
            <a:extLst>
              <a:ext uri="{FF2B5EF4-FFF2-40B4-BE49-F238E27FC236}">
                <a16:creationId xmlns:a16="http://schemas.microsoft.com/office/drawing/2014/main" id="{75628BDA-F199-DF32-7003-95188338BD5C}"/>
              </a:ext>
            </a:extLst>
          </p:cNvPr>
          <p:cNvSpPr txBox="1"/>
          <p:nvPr/>
        </p:nvSpPr>
        <p:spPr>
          <a:xfrm>
            <a:off x="17986314" y="9917668"/>
            <a:ext cx="301686" cy="369332"/>
          </a:xfrm>
          <a:prstGeom prst="rect">
            <a:avLst/>
          </a:prstGeom>
          <a:noFill/>
        </p:spPr>
        <p:txBody>
          <a:bodyPr wrap="none" rtlCol="0">
            <a:spAutoFit/>
          </a:bodyPr>
          <a:lstStyle/>
          <a:p>
            <a:r>
              <a:rPr lang="en-US" dirty="0"/>
              <a:t>7</a:t>
            </a:r>
          </a:p>
        </p:txBody>
      </p:sp>
    </p:spTree>
    <p:extLst>
      <p:ext uri="{BB962C8B-B14F-4D97-AF65-F5344CB8AC3E}">
        <p14:creationId xmlns:p14="http://schemas.microsoft.com/office/powerpoint/2010/main" val="4272429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43681-31C7-F904-C8B5-DB238F3474B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363E9EC-8AFE-2D0D-8145-E539BBB4D64D}"/>
              </a:ext>
            </a:extLst>
          </p:cNvPr>
          <p:cNvSpPr/>
          <p:nvPr/>
        </p:nvSpPr>
        <p:spPr>
          <a:xfrm flipH="1" flipV="1">
            <a:off x="-1905000" y="-1638300"/>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359BE318-9C53-A441-48C3-F21E0955F522}"/>
              </a:ext>
            </a:extLst>
          </p:cNvPr>
          <p:cNvSpPr/>
          <p:nvPr/>
        </p:nvSpPr>
        <p:spPr>
          <a:xfrm flipH="1" flipV="1">
            <a:off x="15544800" y="7445451"/>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6" name="Freeform 6">
            <a:extLst>
              <a:ext uri="{FF2B5EF4-FFF2-40B4-BE49-F238E27FC236}">
                <a16:creationId xmlns:a16="http://schemas.microsoft.com/office/drawing/2014/main" id="{E795E771-6132-5A59-5CAD-B45D03AD6314}"/>
              </a:ext>
            </a:extLst>
          </p:cNvPr>
          <p:cNvSpPr/>
          <p:nvPr/>
        </p:nvSpPr>
        <p:spPr>
          <a:xfrm flipH="1" flipV="1">
            <a:off x="15544800" y="190500"/>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A63554B2-78DF-2EAD-7BC4-B79EF76EBFE0}"/>
              </a:ext>
            </a:extLst>
          </p:cNvPr>
          <p:cNvSpPr/>
          <p:nvPr/>
        </p:nvSpPr>
        <p:spPr>
          <a:xfrm>
            <a:off x="76200" y="7581900"/>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D4C9A21C-2198-84FE-D76B-0DA1ED67059B}"/>
              </a:ext>
            </a:extLst>
          </p:cNvPr>
          <p:cNvSpPr txBox="1"/>
          <p:nvPr/>
        </p:nvSpPr>
        <p:spPr>
          <a:xfrm>
            <a:off x="3352800" y="372042"/>
            <a:ext cx="11506200" cy="2123658"/>
          </a:xfrm>
          <a:prstGeom prst="rect">
            <a:avLst/>
          </a:prstGeom>
          <a:noFill/>
        </p:spPr>
        <p:txBody>
          <a:bodyPr wrap="square">
            <a:spAutoFit/>
          </a:bodyPr>
          <a:lstStyle/>
          <a:p>
            <a:pPr algn="ctr"/>
            <a:r>
              <a:rPr lang="en-US" sz="6600" b="1" dirty="0">
                <a:solidFill>
                  <a:schemeClr val="bg1"/>
                </a:solidFill>
              </a:rPr>
              <a:t>Applications of 8237 DMA Controller</a:t>
            </a:r>
          </a:p>
        </p:txBody>
      </p:sp>
      <p:sp>
        <p:nvSpPr>
          <p:cNvPr id="5" name="TextBox 4">
            <a:extLst>
              <a:ext uri="{FF2B5EF4-FFF2-40B4-BE49-F238E27FC236}">
                <a16:creationId xmlns:a16="http://schemas.microsoft.com/office/drawing/2014/main" id="{75B9B960-3564-8F30-37FB-CE8BE3E52D9E}"/>
              </a:ext>
            </a:extLst>
          </p:cNvPr>
          <p:cNvSpPr txBox="1"/>
          <p:nvPr/>
        </p:nvSpPr>
        <p:spPr>
          <a:xfrm>
            <a:off x="1143000" y="3800406"/>
            <a:ext cx="8184164" cy="3170099"/>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Disk drive Controller</a:t>
            </a:r>
          </a:p>
          <a:p>
            <a:pPr marL="285750" indent="-285750">
              <a:buFont typeface="Arial" panose="020B0604020202020204" pitchFamily="34" charset="0"/>
              <a:buChar char="•"/>
            </a:pPr>
            <a:r>
              <a:rPr lang="en-US" sz="4000" b="1" dirty="0">
                <a:solidFill>
                  <a:schemeClr val="bg1"/>
                </a:solidFill>
              </a:rPr>
              <a:t>Graphics and Video Processing</a:t>
            </a:r>
          </a:p>
          <a:p>
            <a:pPr marL="285750" indent="-285750">
              <a:buFont typeface="Arial" panose="020B0604020202020204" pitchFamily="34" charset="0"/>
              <a:buChar char="•"/>
            </a:pPr>
            <a:r>
              <a:rPr lang="en-US" sz="4000" b="1" dirty="0">
                <a:solidFill>
                  <a:schemeClr val="bg1"/>
                </a:solidFill>
              </a:rPr>
              <a:t>Audio Processing</a:t>
            </a:r>
          </a:p>
          <a:p>
            <a:pPr marL="285750" indent="-285750">
              <a:buFont typeface="Arial" panose="020B0604020202020204" pitchFamily="34" charset="0"/>
              <a:buChar char="•"/>
            </a:pPr>
            <a:r>
              <a:rPr lang="en-US" sz="4000" b="1" dirty="0">
                <a:solidFill>
                  <a:schemeClr val="bg1"/>
                </a:solidFill>
              </a:rPr>
              <a:t>Network Interface Controllers (NICs)</a:t>
            </a:r>
          </a:p>
          <a:p>
            <a:pPr marL="285750" indent="-285750">
              <a:buFont typeface="Arial" panose="020B0604020202020204" pitchFamily="34" charset="0"/>
              <a:buChar char="•"/>
            </a:pPr>
            <a:r>
              <a:rPr lang="en-US" sz="4000" b="1" dirty="0">
                <a:solidFill>
                  <a:schemeClr val="bg1"/>
                </a:solidFill>
              </a:rPr>
              <a:t>Printers and Scanners</a:t>
            </a:r>
          </a:p>
        </p:txBody>
      </p:sp>
      <p:sp>
        <p:nvSpPr>
          <p:cNvPr id="10" name="TextBox 9">
            <a:extLst>
              <a:ext uri="{FF2B5EF4-FFF2-40B4-BE49-F238E27FC236}">
                <a16:creationId xmlns:a16="http://schemas.microsoft.com/office/drawing/2014/main" id="{CC00BB0D-D6EB-FC47-1942-15579F993658}"/>
              </a:ext>
            </a:extLst>
          </p:cNvPr>
          <p:cNvSpPr txBox="1"/>
          <p:nvPr/>
        </p:nvSpPr>
        <p:spPr>
          <a:xfrm>
            <a:off x="9915932" y="3800405"/>
            <a:ext cx="8042523" cy="3170099"/>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Real-Time Embedded Systems</a:t>
            </a:r>
          </a:p>
          <a:p>
            <a:pPr marL="285750" indent="-285750">
              <a:buFont typeface="Arial" panose="020B0604020202020204" pitchFamily="34" charset="0"/>
              <a:buChar char="•"/>
            </a:pPr>
            <a:r>
              <a:rPr lang="en-US" sz="4000" b="1" dirty="0">
                <a:solidFill>
                  <a:schemeClr val="bg1"/>
                </a:solidFill>
              </a:rPr>
              <a:t>Memory-to-Memory Data Transfers</a:t>
            </a:r>
          </a:p>
          <a:p>
            <a:pPr marL="285750" indent="-285750">
              <a:buFont typeface="Arial" panose="020B0604020202020204" pitchFamily="34" charset="0"/>
              <a:buChar char="•"/>
            </a:pPr>
            <a:r>
              <a:rPr lang="en-US" sz="4000" b="1" dirty="0">
                <a:solidFill>
                  <a:schemeClr val="bg1"/>
                </a:solidFill>
              </a:rPr>
              <a:t>Multimedia Systems</a:t>
            </a:r>
          </a:p>
          <a:p>
            <a:pPr marL="285750" indent="-285750">
              <a:buFont typeface="Arial" panose="020B0604020202020204" pitchFamily="34" charset="0"/>
              <a:buChar char="•"/>
            </a:pPr>
            <a:r>
              <a:rPr lang="en-US" sz="4000" b="1" dirty="0">
                <a:solidFill>
                  <a:schemeClr val="bg1"/>
                </a:solidFill>
              </a:rPr>
              <a:t>Data Acquisition Systems</a:t>
            </a:r>
          </a:p>
          <a:p>
            <a:pPr marL="285750" indent="-285750">
              <a:buFont typeface="Arial" panose="020B0604020202020204" pitchFamily="34" charset="0"/>
              <a:buChar char="•"/>
            </a:pPr>
            <a:r>
              <a:rPr lang="en-US" sz="4000" b="1" dirty="0">
                <a:solidFill>
                  <a:schemeClr val="bg1"/>
                </a:solidFill>
              </a:rPr>
              <a:t>Communication Systems</a:t>
            </a:r>
          </a:p>
        </p:txBody>
      </p:sp>
      <p:sp>
        <p:nvSpPr>
          <p:cNvPr id="11" name="TextBox 10">
            <a:extLst>
              <a:ext uri="{FF2B5EF4-FFF2-40B4-BE49-F238E27FC236}">
                <a16:creationId xmlns:a16="http://schemas.microsoft.com/office/drawing/2014/main" id="{8D621CEE-B5E5-5250-1D0B-BEF9F947D6CE}"/>
              </a:ext>
            </a:extLst>
          </p:cNvPr>
          <p:cNvSpPr txBox="1"/>
          <p:nvPr/>
        </p:nvSpPr>
        <p:spPr>
          <a:xfrm>
            <a:off x="17986314" y="9917668"/>
            <a:ext cx="301686" cy="369332"/>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3853142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A8B97-482A-D82B-68FE-AA9AD54523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03DF230-CCDF-4BF4-5F93-EAC296C8F769}"/>
              </a:ext>
            </a:extLst>
          </p:cNvPr>
          <p:cNvSpPr/>
          <p:nvPr/>
        </p:nvSpPr>
        <p:spPr>
          <a:xfrm flipH="1" flipV="1">
            <a:off x="-1905000" y="-1638300"/>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4800D80A-391A-52AE-D79B-2064E29695DB}"/>
              </a:ext>
            </a:extLst>
          </p:cNvPr>
          <p:cNvSpPr/>
          <p:nvPr/>
        </p:nvSpPr>
        <p:spPr>
          <a:xfrm flipH="1" flipV="1">
            <a:off x="15544800" y="7445451"/>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6" name="Freeform 6">
            <a:extLst>
              <a:ext uri="{FF2B5EF4-FFF2-40B4-BE49-F238E27FC236}">
                <a16:creationId xmlns:a16="http://schemas.microsoft.com/office/drawing/2014/main" id="{2BBE1EF7-E1CF-86F7-8666-EE4E271735AB}"/>
              </a:ext>
            </a:extLst>
          </p:cNvPr>
          <p:cNvSpPr/>
          <p:nvPr/>
        </p:nvSpPr>
        <p:spPr>
          <a:xfrm flipH="1" flipV="1">
            <a:off x="15544800" y="190500"/>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CD798419-4373-1CA6-0950-85C4BCDFDE19}"/>
              </a:ext>
            </a:extLst>
          </p:cNvPr>
          <p:cNvSpPr/>
          <p:nvPr/>
        </p:nvSpPr>
        <p:spPr>
          <a:xfrm>
            <a:off x="76200" y="7581900"/>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0D6EBF12-C5BF-F99D-ACD8-DD02A578958E}"/>
              </a:ext>
            </a:extLst>
          </p:cNvPr>
          <p:cNvSpPr txBox="1"/>
          <p:nvPr/>
        </p:nvSpPr>
        <p:spPr>
          <a:xfrm>
            <a:off x="3390900" y="452751"/>
            <a:ext cx="11506200" cy="2123658"/>
          </a:xfrm>
          <a:prstGeom prst="rect">
            <a:avLst/>
          </a:prstGeom>
          <a:noFill/>
        </p:spPr>
        <p:txBody>
          <a:bodyPr wrap="square">
            <a:spAutoFit/>
          </a:bodyPr>
          <a:lstStyle/>
          <a:p>
            <a:pPr algn="ctr"/>
            <a:r>
              <a:rPr lang="en-US" sz="6600" b="1" dirty="0">
                <a:solidFill>
                  <a:schemeClr val="bg1"/>
                </a:solidFill>
              </a:rPr>
              <a:t>Advantages of Using 8237 DMA Controller</a:t>
            </a:r>
          </a:p>
        </p:txBody>
      </p:sp>
      <p:sp>
        <p:nvSpPr>
          <p:cNvPr id="5" name="TextBox 4">
            <a:extLst>
              <a:ext uri="{FF2B5EF4-FFF2-40B4-BE49-F238E27FC236}">
                <a16:creationId xmlns:a16="http://schemas.microsoft.com/office/drawing/2014/main" id="{3026368B-F926-AAF6-A6F3-080AA0D0B816}"/>
              </a:ext>
            </a:extLst>
          </p:cNvPr>
          <p:cNvSpPr txBox="1"/>
          <p:nvPr/>
        </p:nvSpPr>
        <p:spPr>
          <a:xfrm>
            <a:off x="1963986" y="3189011"/>
            <a:ext cx="7870168" cy="5016758"/>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Reduced CPU Load</a:t>
            </a:r>
          </a:p>
          <a:p>
            <a:pPr marL="285750" indent="-285750">
              <a:buFont typeface="Arial" panose="020B0604020202020204" pitchFamily="34" charset="0"/>
              <a:buChar char="•"/>
            </a:pPr>
            <a:r>
              <a:rPr lang="en-US" sz="4000" b="1" dirty="0">
                <a:solidFill>
                  <a:schemeClr val="bg1"/>
                </a:solidFill>
              </a:rPr>
              <a:t>Increased Data Transfer Speed</a:t>
            </a:r>
          </a:p>
          <a:p>
            <a:pPr marL="285750" indent="-285750">
              <a:buFont typeface="Arial" panose="020B0604020202020204" pitchFamily="34" charset="0"/>
              <a:buChar char="•"/>
            </a:pPr>
            <a:r>
              <a:rPr lang="en-US" sz="4000" b="1" dirty="0">
                <a:solidFill>
                  <a:schemeClr val="bg1"/>
                </a:solidFill>
              </a:rPr>
              <a:t>Multiple Transfer Modes</a:t>
            </a:r>
          </a:p>
          <a:p>
            <a:pPr marL="285750" indent="-285750">
              <a:buFont typeface="Arial" panose="020B0604020202020204" pitchFamily="34" charset="0"/>
              <a:buChar char="•"/>
            </a:pPr>
            <a:r>
              <a:rPr lang="en-US" sz="4000" b="1" dirty="0">
                <a:solidFill>
                  <a:schemeClr val="bg1"/>
                </a:solidFill>
              </a:rPr>
              <a:t>Large data Transfer </a:t>
            </a:r>
          </a:p>
          <a:p>
            <a:pPr marL="285750" indent="-285750">
              <a:buFont typeface="Arial" panose="020B0604020202020204" pitchFamily="34" charset="0"/>
              <a:buChar char="•"/>
            </a:pPr>
            <a:r>
              <a:rPr lang="en-US" sz="4000" b="1" dirty="0">
                <a:solidFill>
                  <a:schemeClr val="bg1"/>
                </a:solidFill>
              </a:rPr>
              <a:t>Multichannel Support</a:t>
            </a:r>
          </a:p>
          <a:p>
            <a:pPr marL="285750" indent="-285750">
              <a:buFont typeface="Arial" panose="020B0604020202020204" pitchFamily="34" charset="0"/>
              <a:buChar char="•"/>
            </a:pPr>
            <a:r>
              <a:rPr lang="en-US" sz="4000" b="1" dirty="0">
                <a:solidFill>
                  <a:schemeClr val="bg1"/>
                </a:solidFill>
              </a:rPr>
              <a:t>Reduced Latency in I/O Operations</a:t>
            </a:r>
          </a:p>
          <a:p>
            <a:pPr marL="285750" indent="-285750">
              <a:buFont typeface="Arial" panose="020B0604020202020204" pitchFamily="34" charset="0"/>
              <a:buChar char="•"/>
            </a:pPr>
            <a:r>
              <a:rPr lang="en-US" sz="4000" b="1" dirty="0">
                <a:solidFill>
                  <a:schemeClr val="bg1"/>
                </a:solidFill>
              </a:rPr>
              <a:t>Improved System Performance</a:t>
            </a:r>
          </a:p>
          <a:p>
            <a:pPr marL="285750" indent="-285750">
              <a:buFont typeface="Arial" panose="020B0604020202020204" pitchFamily="34" charset="0"/>
              <a:buChar char="•"/>
            </a:pPr>
            <a:r>
              <a:rPr lang="en-US" sz="4000" b="1" dirty="0">
                <a:solidFill>
                  <a:schemeClr val="bg1"/>
                </a:solidFill>
              </a:rPr>
              <a:t>Energy Efficiency</a:t>
            </a:r>
          </a:p>
        </p:txBody>
      </p:sp>
      <p:pic>
        <p:nvPicPr>
          <p:cNvPr id="8" name="Picture 7">
            <a:extLst>
              <a:ext uri="{FF2B5EF4-FFF2-40B4-BE49-F238E27FC236}">
                <a16:creationId xmlns:a16="http://schemas.microsoft.com/office/drawing/2014/main" id="{A2232AAB-7427-B8ED-EFD4-1A3E2C3F77E2}"/>
              </a:ext>
            </a:extLst>
          </p:cNvPr>
          <p:cNvPicPr>
            <a:picLocks noChangeAspect="1"/>
          </p:cNvPicPr>
          <p:nvPr/>
        </p:nvPicPr>
        <p:blipFill>
          <a:blip r:embed="rId5"/>
          <a:srcRect l="20833" t="31000" r="35416" b="10741"/>
          <a:stretch/>
        </p:blipFill>
        <p:spPr>
          <a:xfrm>
            <a:off x="9829800" y="2700845"/>
            <a:ext cx="8001000" cy="5993090"/>
          </a:xfrm>
          <a:prstGeom prst="rect">
            <a:avLst/>
          </a:prstGeom>
          <a:effectLst>
            <a:softEdge rad="203200"/>
          </a:effectLst>
        </p:spPr>
      </p:pic>
      <p:sp>
        <p:nvSpPr>
          <p:cNvPr id="11" name="TextBox 10">
            <a:extLst>
              <a:ext uri="{FF2B5EF4-FFF2-40B4-BE49-F238E27FC236}">
                <a16:creationId xmlns:a16="http://schemas.microsoft.com/office/drawing/2014/main" id="{A56C1A89-3948-DEB5-E210-B4BD3A9B3247}"/>
              </a:ext>
            </a:extLst>
          </p:cNvPr>
          <p:cNvSpPr txBox="1"/>
          <p:nvPr/>
        </p:nvSpPr>
        <p:spPr>
          <a:xfrm>
            <a:off x="17986314" y="9917668"/>
            <a:ext cx="301686" cy="369332"/>
          </a:xfrm>
          <a:prstGeom prst="rect">
            <a:avLst/>
          </a:prstGeom>
          <a:noFill/>
        </p:spPr>
        <p:txBody>
          <a:bodyPr wrap="none" rtlCol="0">
            <a:spAutoFit/>
          </a:bodyPr>
          <a:lstStyle/>
          <a:p>
            <a:r>
              <a:rPr lang="en-US" dirty="0"/>
              <a:t>9</a:t>
            </a:r>
          </a:p>
        </p:txBody>
      </p:sp>
      <p:sp>
        <p:nvSpPr>
          <p:cNvPr id="12" name="TextBox 11">
            <a:extLst>
              <a:ext uri="{FF2B5EF4-FFF2-40B4-BE49-F238E27FC236}">
                <a16:creationId xmlns:a16="http://schemas.microsoft.com/office/drawing/2014/main" id="{31BA344E-46C8-98DE-E53C-3783F31A4C1A}"/>
              </a:ext>
            </a:extLst>
          </p:cNvPr>
          <p:cNvSpPr txBox="1"/>
          <p:nvPr/>
        </p:nvSpPr>
        <p:spPr>
          <a:xfrm>
            <a:off x="13106400" y="8721314"/>
            <a:ext cx="2557303" cy="369332"/>
          </a:xfrm>
          <a:prstGeom prst="rect">
            <a:avLst/>
          </a:prstGeom>
          <a:noFill/>
        </p:spPr>
        <p:txBody>
          <a:bodyPr wrap="none" rtlCol="0">
            <a:spAutoFit/>
          </a:bodyPr>
          <a:lstStyle/>
          <a:p>
            <a:r>
              <a:rPr lang="en-US" dirty="0">
                <a:solidFill>
                  <a:schemeClr val="bg1"/>
                </a:solidFill>
              </a:rPr>
              <a:t>Fig 6 : Compare with CPU</a:t>
            </a:r>
          </a:p>
        </p:txBody>
      </p:sp>
    </p:spTree>
    <p:extLst>
      <p:ext uri="{BB962C8B-B14F-4D97-AF65-F5344CB8AC3E}">
        <p14:creationId xmlns:p14="http://schemas.microsoft.com/office/powerpoint/2010/main" val="3441487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C248E-3B15-9613-2CFD-9DCCF9BE3E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C0880F-3538-570A-824B-610101D39C11}"/>
              </a:ext>
            </a:extLst>
          </p:cNvPr>
          <p:cNvSpPr/>
          <p:nvPr/>
        </p:nvSpPr>
        <p:spPr>
          <a:xfrm flipH="1" flipV="1">
            <a:off x="-1905000" y="-1638300"/>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53902044-041C-8E85-B491-ED5DF018E79D}"/>
              </a:ext>
            </a:extLst>
          </p:cNvPr>
          <p:cNvSpPr/>
          <p:nvPr/>
        </p:nvSpPr>
        <p:spPr>
          <a:xfrm flipH="1" flipV="1">
            <a:off x="15544800" y="7445451"/>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6" name="Freeform 6">
            <a:extLst>
              <a:ext uri="{FF2B5EF4-FFF2-40B4-BE49-F238E27FC236}">
                <a16:creationId xmlns:a16="http://schemas.microsoft.com/office/drawing/2014/main" id="{830C74ED-D103-750F-BE3F-C154FF5E8A3F}"/>
              </a:ext>
            </a:extLst>
          </p:cNvPr>
          <p:cNvSpPr/>
          <p:nvPr/>
        </p:nvSpPr>
        <p:spPr>
          <a:xfrm flipH="1" flipV="1">
            <a:off x="15544800" y="190500"/>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598FE1E3-5CB4-95E5-277C-64F658471955}"/>
              </a:ext>
            </a:extLst>
          </p:cNvPr>
          <p:cNvSpPr/>
          <p:nvPr/>
        </p:nvSpPr>
        <p:spPr>
          <a:xfrm>
            <a:off x="76200" y="7581900"/>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A6B13FDA-FA95-D783-C970-E54AA6864CCB}"/>
              </a:ext>
            </a:extLst>
          </p:cNvPr>
          <p:cNvSpPr txBox="1"/>
          <p:nvPr/>
        </p:nvSpPr>
        <p:spPr>
          <a:xfrm>
            <a:off x="3017689" y="571500"/>
            <a:ext cx="11506200" cy="1107996"/>
          </a:xfrm>
          <a:prstGeom prst="rect">
            <a:avLst/>
          </a:prstGeom>
          <a:noFill/>
        </p:spPr>
        <p:txBody>
          <a:bodyPr wrap="square">
            <a:spAutoFit/>
          </a:bodyPr>
          <a:lstStyle/>
          <a:p>
            <a:pPr algn="ctr"/>
            <a:r>
              <a:rPr lang="en-US" sz="6600" b="1" dirty="0">
                <a:solidFill>
                  <a:schemeClr val="bg1"/>
                </a:solidFill>
              </a:rPr>
              <a:t>Features of INTEL 8237 DMA</a:t>
            </a:r>
          </a:p>
        </p:txBody>
      </p:sp>
      <p:sp>
        <p:nvSpPr>
          <p:cNvPr id="5" name="TextBox 4">
            <a:extLst>
              <a:ext uri="{FF2B5EF4-FFF2-40B4-BE49-F238E27FC236}">
                <a16:creationId xmlns:a16="http://schemas.microsoft.com/office/drawing/2014/main" id="{B4C75C83-568C-5639-C5FA-B46445CA4A89}"/>
              </a:ext>
            </a:extLst>
          </p:cNvPr>
          <p:cNvSpPr txBox="1"/>
          <p:nvPr/>
        </p:nvSpPr>
        <p:spPr>
          <a:xfrm>
            <a:off x="2724361" y="2273282"/>
            <a:ext cx="11421460"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Enable/Disable Control of Individual DMA Requests</a:t>
            </a:r>
          </a:p>
        </p:txBody>
      </p:sp>
      <p:sp>
        <p:nvSpPr>
          <p:cNvPr id="11" name="TextBox 10">
            <a:extLst>
              <a:ext uri="{FF2B5EF4-FFF2-40B4-BE49-F238E27FC236}">
                <a16:creationId xmlns:a16="http://schemas.microsoft.com/office/drawing/2014/main" id="{5233246B-6BD1-E95A-AD68-19347D5454EE}"/>
              </a:ext>
            </a:extLst>
          </p:cNvPr>
          <p:cNvSpPr txBox="1"/>
          <p:nvPr/>
        </p:nvSpPr>
        <p:spPr>
          <a:xfrm>
            <a:off x="17907000" y="9867900"/>
            <a:ext cx="418704" cy="369332"/>
          </a:xfrm>
          <a:prstGeom prst="rect">
            <a:avLst/>
          </a:prstGeom>
          <a:noFill/>
        </p:spPr>
        <p:txBody>
          <a:bodyPr wrap="none" rtlCol="0">
            <a:spAutoFit/>
          </a:bodyPr>
          <a:lstStyle/>
          <a:p>
            <a:r>
              <a:rPr lang="en-US" dirty="0"/>
              <a:t>10</a:t>
            </a:r>
          </a:p>
        </p:txBody>
      </p:sp>
      <p:sp>
        <p:nvSpPr>
          <p:cNvPr id="4" name="TextBox 3">
            <a:extLst>
              <a:ext uri="{FF2B5EF4-FFF2-40B4-BE49-F238E27FC236}">
                <a16:creationId xmlns:a16="http://schemas.microsoft.com/office/drawing/2014/main" id="{4E13FC31-21FA-1381-BAA4-C9AE99F5E7A7}"/>
              </a:ext>
            </a:extLst>
          </p:cNvPr>
          <p:cNvSpPr txBox="1"/>
          <p:nvPr/>
        </p:nvSpPr>
        <p:spPr>
          <a:xfrm>
            <a:off x="2724361" y="3074911"/>
            <a:ext cx="7545848"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Four Independent DMA Channels</a:t>
            </a:r>
          </a:p>
        </p:txBody>
      </p:sp>
      <p:sp>
        <p:nvSpPr>
          <p:cNvPr id="8" name="TextBox 7">
            <a:extLst>
              <a:ext uri="{FF2B5EF4-FFF2-40B4-BE49-F238E27FC236}">
                <a16:creationId xmlns:a16="http://schemas.microsoft.com/office/drawing/2014/main" id="{5061C26C-D21E-1CD9-169A-848BB8977F0A}"/>
              </a:ext>
            </a:extLst>
          </p:cNvPr>
          <p:cNvSpPr txBox="1"/>
          <p:nvPr/>
        </p:nvSpPr>
        <p:spPr>
          <a:xfrm>
            <a:off x="2687350" y="3876540"/>
            <a:ext cx="10408427"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Independent Auto initialization of All Channels</a:t>
            </a:r>
          </a:p>
        </p:txBody>
      </p:sp>
      <p:sp>
        <p:nvSpPr>
          <p:cNvPr id="12" name="TextBox 11">
            <a:extLst>
              <a:ext uri="{FF2B5EF4-FFF2-40B4-BE49-F238E27FC236}">
                <a16:creationId xmlns:a16="http://schemas.microsoft.com/office/drawing/2014/main" id="{F3AD9E5B-8996-675D-C43B-9699EE233245}"/>
              </a:ext>
            </a:extLst>
          </p:cNvPr>
          <p:cNvSpPr txBox="1"/>
          <p:nvPr/>
        </p:nvSpPr>
        <p:spPr>
          <a:xfrm>
            <a:off x="2687350" y="4667028"/>
            <a:ext cx="6928563"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Memory-to-Memory Transfers</a:t>
            </a:r>
          </a:p>
        </p:txBody>
      </p:sp>
      <p:sp>
        <p:nvSpPr>
          <p:cNvPr id="13" name="TextBox 12">
            <a:extLst>
              <a:ext uri="{FF2B5EF4-FFF2-40B4-BE49-F238E27FC236}">
                <a16:creationId xmlns:a16="http://schemas.microsoft.com/office/drawing/2014/main" id="{B6598EEC-B676-5A0C-A6A8-86A9E5223688}"/>
              </a:ext>
            </a:extLst>
          </p:cNvPr>
          <p:cNvSpPr txBox="1"/>
          <p:nvPr/>
        </p:nvSpPr>
        <p:spPr>
          <a:xfrm>
            <a:off x="2687350" y="5457516"/>
            <a:ext cx="6334363"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Memory Block Initialization</a:t>
            </a:r>
          </a:p>
        </p:txBody>
      </p:sp>
      <p:sp>
        <p:nvSpPr>
          <p:cNvPr id="14" name="TextBox 13">
            <a:extLst>
              <a:ext uri="{FF2B5EF4-FFF2-40B4-BE49-F238E27FC236}">
                <a16:creationId xmlns:a16="http://schemas.microsoft.com/office/drawing/2014/main" id="{D09063E1-39AF-80A1-3882-468ED8C55129}"/>
              </a:ext>
            </a:extLst>
          </p:cNvPr>
          <p:cNvSpPr txBox="1"/>
          <p:nvPr/>
        </p:nvSpPr>
        <p:spPr>
          <a:xfrm>
            <a:off x="2687350" y="6276270"/>
            <a:ext cx="7526869"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Address Increment or Decrement</a:t>
            </a:r>
          </a:p>
        </p:txBody>
      </p:sp>
      <p:sp>
        <p:nvSpPr>
          <p:cNvPr id="15" name="TextBox 14">
            <a:extLst>
              <a:ext uri="{FF2B5EF4-FFF2-40B4-BE49-F238E27FC236}">
                <a16:creationId xmlns:a16="http://schemas.microsoft.com/office/drawing/2014/main" id="{DA75CABB-DD53-1900-82AC-74633CF27BD7}"/>
              </a:ext>
            </a:extLst>
          </p:cNvPr>
          <p:cNvSpPr txBox="1"/>
          <p:nvPr/>
        </p:nvSpPr>
        <p:spPr>
          <a:xfrm>
            <a:off x="2724361" y="7025635"/>
            <a:ext cx="11962249" cy="1323439"/>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High Performance: Transfers up to 1.6M Bytes/Second</a:t>
            </a:r>
          </a:p>
          <a:p>
            <a:r>
              <a:rPr lang="en-US" sz="4000" b="1" dirty="0">
                <a:solidFill>
                  <a:schemeClr val="bg1"/>
                </a:solidFill>
              </a:rPr>
              <a:t>   with 5 MHz 8237A-5</a:t>
            </a:r>
          </a:p>
        </p:txBody>
      </p:sp>
      <p:sp>
        <p:nvSpPr>
          <p:cNvPr id="16" name="TextBox 15">
            <a:extLst>
              <a:ext uri="{FF2B5EF4-FFF2-40B4-BE49-F238E27FC236}">
                <a16:creationId xmlns:a16="http://schemas.microsoft.com/office/drawing/2014/main" id="{22361555-FC59-84A3-575A-01568B815712}"/>
              </a:ext>
            </a:extLst>
          </p:cNvPr>
          <p:cNvSpPr txBox="1"/>
          <p:nvPr/>
        </p:nvSpPr>
        <p:spPr>
          <a:xfrm>
            <a:off x="2794316" y="8390553"/>
            <a:ext cx="5640775"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Software DMA Requests</a:t>
            </a:r>
          </a:p>
        </p:txBody>
      </p:sp>
      <p:sp>
        <p:nvSpPr>
          <p:cNvPr id="17" name="TextBox 16">
            <a:extLst>
              <a:ext uri="{FF2B5EF4-FFF2-40B4-BE49-F238E27FC236}">
                <a16:creationId xmlns:a16="http://schemas.microsoft.com/office/drawing/2014/main" id="{BFA10574-0110-D15C-9FFD-F64F5F35F2F1}"/>
              </a:ext>
            </a:extLst>
          </p:cNvPr>
          <p:cNvSpPr txBox="1"/>
          <p:nvPr/>
        </p:nvSpPr>
        <p:spPr>
          <a:xfrm>
            <a:off x="2785607" y="9140386"/>
            <a:ext cx="10229082" cy="707886"/>
          </a:xfrm>
          <a:prstGeom prst="rect">
            <a:avLst/>
          </a:prstGeom>
          <a:noFill/>
        </p:spPr>
        <p:txBody>
          <a:bodyPr wrap="none" rtlCol="0">
            <a:spAutoFit/>
          </a:bodyPr>
          <a:lstStyle/>
          <a:p>
            <a:pPr marL="285750" indent="-285750">
              <a:buFont typeface="Arial" panose="020B0604020202020204" pitchFamily="34" charset="0"/>
              <a:buChar char="•"/>
            </a:pPr>
            <a:r>
              <a:rPr lang="en-US" sz="4000" b="1" dirty="0">
                <a:solidFill>
                  <a:schemeClr val="bg1"/>
                </a:solidFill>
              </a:rPr>
              <a:t>End of Process Input for Terminating Transfers</a:t>
            </a:r>
          </a:p>
        </p:txBody>
      </p:sp>
    </p:spTree>
    <p:extLst>
      <p:ext uri="{BB962C8B-B14F-4D97-AF65-F5344CB8AC3E}">
        <p14:creationId xmlns:p14="http://schemas.microsoft.com/office/powerpoint/2010/main" val="1575164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639561" y="-1384956"/>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3" name="Freeform 3"/>
          <p:cNvSpPr/>
          <p:nvPr/>
        </p:nvSpPr>
        <p:spPr>
          <a:xfrm flipH="1" flipV="1">
            <a:off x="15100249" y="6844644"/>
            <a:ext cx="4827311" cy="4827311"/>
          </a:xfrm>
          <a:custGeom>
            <a:avLst/>
            <a:gdLst/>
            <a:ahLst/>
            <a:cxnLst/>
            <a:rect l="l" t="t" r="r" b="b"/>
            <a:pathLst>
              <a:path w="4827311" h="4827311">
                <a:moveTo>
                  <a:pt x="4827312" y="4827312"/>
                </a:moveTo>
                <a:lnTo>
                  <a:pt x="0" y="4827312"/>
                </a:lnTo>
                <a:lnTo>
                  <a:pt x="0" y="0"/>
                </a:lnTo>
                <a:lnTo>
                  <a:pt x="4827312" y="0"/>
                </a:lnTo>
                <a:lnTo>
                  <a:pt x="4827312" y="4827312"/>
                </a:lnTo>
                <a:close/>
              </a:path>
            </a:pathLst>
          </a:custGeom>
          <a:blipFill>
            <a:blip r:embed="rId2"/>
            <a:stretch>
              <a:fillRect/>
            </a:stretch>
          </a:blipFill>
        </p:spPr>
        <p:txBody>
          <a:bodyPr/>
          <a:lstStyle/>
          <a:p>
            <a:endParaRPr lang="en-US"/>
          </a:p>
        </p:txBody>
      </p:sp>
      <p:sp>
        <p:nvSpPr>
          <p:cNvPr id="4" name="TextBox 4"/>
          <p:cNvSpPr txBox="1"/>
          <p:nvPr/>
        </p:nvSpPr>
        <p:spPr>
          <a:xfrm>
            <a:off x="6334413" y="1078021"/>
            <a:ext cx="5619174" cy="1146725"/>
          </a:xfrm>
          <a:prstGeom prst="rect">
            <a:avLst/>
          </a:prstGeom>
        </p:spPr>
        <p:txBody>
          <a:bodyPr lIns="0" tIns="0" rIns="0" bIns="0" rtlCol="0" anchor="t">
            <a:spAutoFit/>
          </a:bodyPr>
          <a:lstStyle/>
          <a:p>
            <a:pPr algn="ctr">
              <a:lnSpc>
                <a:spcPts val="9236"/>
              </a:lnSpc>
              <a:spcBef>
                <a:spcPct val="0"/>
              </a:spcBef>
            </a:pPr>
            <a:r>
              <a:rPr lang="en-US" sz="6597" dirty="0">
                <a:solidFill>
                  <a:srgbClr val="FFFFFF"/>
                </a:solidFill>
                <a:latin typeface="Squada One"/>
                <a:ea typeface="Squada One"/>
                <a:cs typeface="Squada One"/>
                <a:sym typeface="Squada One"/>
              </a:rPr>
              <a:t>CONCLUSION</a:t>
            </a:r>
          </a:p>
        </p:txBody>
      </p:sp>
      <p:sp>
        <p:nvSpPr>
          <p:cNvPr id="5" name="TextBox 5"/>
          <p:cNvSpPr txBox="1"/>
          <p:nvPr/>
        </p:nvSpPr>
        <p:spPr>
          <a:xfrm>
            <a:off x="3289402" y="2698276"/>
            <a:ext cx="11709196" cy="5481437"/>
          </a:xfrm>
          <a:prstGeom prst="rect">
            <a:avLst/>
          </a:prstGeom>
        </p:spPr>
        <p:txBody>
          <a:bodyPr lIns="0" tIns="0" rIns="0" bIns="0" rtlCol="0" anchor="t">
            <a:spAutoFit/>
          </a:bodyPr>
          <a:lstStyle/>
          <a:p>
            <a:pPr algn="ctr">
              <a:lnSpc>
                <a:spcPts val="4339"/>
              </a:lnSpc>
              <a:spcBef>
                <a:spcPct val="0"/>
              </a:spcBef>
            </a:pPr>
            <a:r>
              <a:rPr lang="en-US" sz="3099" dirty="0">
                <a:solidFill>
                  <a:srgbClr val="FFFFFF"/>
                </a:solidFill>
                <a:latin typeface="Rosario"/>
                <a:ea typeface="Rosario"/>
                <a:cs typeface="Rosario"/>
                <a:sym typeface="Rosario"/>
              </a:rPr>
              <a:t>In conclusion, the 8237 DMA Controller is an essential component in efficient data transfer and I/O operations, allowing direct memory access by peripherals without constant CPU intervention. With its multichannel support, flexible transfer modes, and ability to handle large data volumes, the 8237 significantly enhances system performance, reduces CPU load, and enables multitasking in complex applications. Its use in multimedia, real-time systems, and data-heavy applications highlights its versatility and importance in modern computing and embedded systems. The 8237’s advantages make it an invaluable tool in achieving high-speed, efficient data processing.</a:t>
            </a:r>
          </a:p>
        </p:txBody>
      </p:sp>
      <p:sp>
        <p:nvSpPr>
          <p:cNvPr id="6" name="Freeform 6"/>
          <p:cNvSpPr/>
          <p:nvPr/>
        </p:nvSpPr>
        <p:spPr>
          <a:xfrm flipH="1" flipV="1">
            <a:off x="15288105" y="327304"/>
            <a:ext cx="2648161" cy="2648161"/>
          </a:xfrm>
          <a:custGeom>
            <a:avLst/>
            <a:gdLst/>
            <a:ahLst/>
            <a:cxnLst/>
            <a:rect l="l" t="t" r="r" b="b"/>
            <a:pathLst>
              <a:path w="2648161" h="2648161">
                <a:moveTo>
                  <a:pt x="2648161" y="2648160"/>
                </a:moveTo>
                <a:lnTo>
                  <a:pt x="0" y="2648160"/>
                </a:lnTo>
                <a:lnTo>
                  <a:pt x="0" y="0"/>
                </a:lnTo>
                <a:lnTo>
                  <a:pt x="2648161" y="0"/>
                </a:lnTo>
                <a:lnTo>
                  <a:pt x="2648161" y="264816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351734" y="7311536"/>
            <a:ext cx="2648161" cy="2648161"/>
          </a:xfrm>
          <a:custGeom>
            <a:avLst/>
            <a:gdLst/>
            <a:ahLst/>
            <a:cxnLst/>
            <a:rect l="l" t="t" r="r" b="b"/>
            <a:pathLst>
              <a:path w="2648161" h="2648161">
                <a:moveTo>
                  <a:pt x="0" y="0"/>
                </a:moveTo>
                <a:lnTo>
                  <a:pt x="2648161" y="0"/>
                </a:lnTo>
                <a:lnTo>
                  <a:pt x="2648161" y="2648160"/>
                </a:lnTo>
                <a:lnTo>
                  <a:pt x="0" y="2648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7">
            <a:extLst>
              <a:ext uri="{FF2B5EF4-FFF2-40B4-BE49-F238E27FC236}">
                <a16:creationId xmlns:a16="http://schemas.microsoft.com/office/drawing/2014/main" id="{3BE70228-2562-7C91-9AF8-F3DFED9500E1}"/>
              </a:ext>
            </a:extLst>
          </p:cNvPr>
          <p:cNvSpPr txBox="1"/>
          <p:nvPr/>
        </p:nvSpPr>
        <p:spPr>
          <a:xfrm>
            <a:off x="17907000" y="9867900"/>
            <a:ext cx="418704" cy="369332"/>
          </a:xfrm>
          <a:prstGeom prst="rect">
            <a:avLst/>
          </a:prstGeom>
          <a:noFill/>
        </p:spPr>
        <p:txBody>
          <a:bodyPr wrap="none" rtlCol="0">
            <a:spAutoFit/>
          </a:bodyPr>
          <a:lstStyle/>
          <a:p>
            <a:r>
              <a:rPr lang="en-US"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56EB1-2DF2-1457-79AE-DAC90C1592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8A6B94-AA41-7429-808A-60349B8C375D}"/>
              </a:ext>
            </a:extLst>
          </p:cNvPr>
          <p:cNvSpPr/>
          <p:nvPr/>
        </p:nvSpPr>
        <p:spPr>
          <a:xfrm>
            <a:off x="13974419" y="5973419"/>
            <a:ext cx="6569761" cy="6569761"/>
          </a:xfrm>
          <a:custGeom>
            <a:avLst/>
            <a:gdLst/>
            <a:ahLst/>
            <a:cxnLst/>
            <a:rect l="l" t="t" r="r" b="b"/>
            <a:pathLst>
              <a:path w="6569761" h="6569761">
                <a:moveTo>
                  <a:pt x="0" y="0"/>
                </a:moveTo>
                <a:lnTo>
                  <a:pt x="6569762" y="0"/>
                </a:lnTo>
                <a:lnTo>
                  <a:pt x="6569762" y="6569762"/>
                </a:lnTo>
                <a:lnTo>
                  <a:pt x="0" y="6569762"/>
                </a:lnTo>
                <a:lnTo>
                  <a:pt x="0" y="0"/>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D62AC6D1-1900-0BBD-4218-AE1F6FFC5A94}"/>
              </a:ext>
            </a:extLst>
          </p:cNvPr>
          <p:cNvSpPr/>
          <p:nvPr/>
        </p:nvSpPr>
        <p:spPr>
          <a:xfrm flipH="1" flipV="1">
            <a:off x="-2256181" y="-1894310"/>
            <a:ext cx="6569761" cy="6569761"/>
          </a:xfrm>
          <a:custGeom>
            <a:avLst/>
            <a:gdLst/>
            <a:ahLst/>
            <a:cxnLst/>
            <a:rect l="l" t="t" r="r" b="b"/>
            <a:pathLst>
              <a:path w="6569761" h="6569761">
                <a:moveTo>
                  <a:pt x="6569762" y="6569761"/>
                </a:moveTo>
                <a:lnTo>
                  <a:pt x="0" y="6569761"/>
                </a:lnTo>
                <a:lnTo>
                  <a:pt x="0" y="0"/>
                </a:lnTo>
                <a:lnTo>
                  <a:pt x="6569762" y="0"/>
                </a:lnTo>
                <a:lnTo>
                  <a:pt x="6569762" y="6569761"/>
                </a:lnTo>
                <a:close/>
              </a:path>
            </a:pathLst>
          </a:custGeom>
          <a:blipFill>
            <a:blip r:embed="rId2"/>
            <a:stretch>
              <a:fillRect/>
            </a:stretch>
          </a:blipFill>
        </p:spPr>
        <p:txBody>
          <a:bodyPr/>
          <a:lstStyle/>
          <a:p>
            <a:endParaRPr lang="en-US"/>
          </a:p>
        </p:txBody>
      </p:sp>
      <p:sp>
        <p:nvSpPr>
          <p:cNvPr id="4" name="Freeform 4">
            <a:extLst>
              <a:ext uri="{FF2B5EF4-FFF2-40B4-BE49-F238E27FC236}">
                <a16:creationId xmlns:a16="http://schemas.microsoft.com/office/drawing/2014/main" id="{7B3ECB8C-5699-76BD-B47D-CB0979B5A05E}"/>
              </a:ext>
            </a:extLst>
          </p:cNvPr>
          <p:cNvSpPr/>
          <p:nvPr/>
        </p:nvSpPr>
        <p:spPr>
          <a:xfrm>
            <a:off x="1028700" y="51435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11ADFE13-1E2D-6295-63F0-BADE28C3F180}"/>
              </a:ext>
            </a:extLst>
          </p:cNvPr>
          <p:cNvSpPr/>
          <p:nvPr/>
        </p:nvSpPr>
        <p:spPr>
          <a:xfrm flipH="1" flipV="1">
            <a:off x="13144500" y="10287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4302EE51-55EA-6DA5-FEB9-A93BEABAEBEF}"/>
              </a:ext>
            </a:extLst>
          </p:cNvPr>
          <p:cNvSpPr txBox="1"/>
          <p:nvPr/>
        </p:nvSpPr>
        <p:spPr>
          <a:xfrm>
            <a:off x="4681769" y="2615060"/>
            <a:ext cx="8924461" cy="2294416"/>
          </a:xfrm>
          <a:prstGeom prst="rect">
            <a:avLst/>
          </a:prstGeom>
        </p:spPr>
        <p:txBody>
          <a:bodyPr lIns="0" tIns="0" rIns="0" bIns="0" rtlCol="0" anchor="t">
            <a:spAutoFit/>
          </a:bodyPr>
          <a:lstStyle/>
          <a:p>
            <a:pPr algn="ctr">
              <a:lnSpc>
                <a:spcPts val="18744"/>
              </a:lnSpc>
              <a:spcBef>
                <a:spcPct val="0"/>
              </a:spcBef>
            </a:pPr>
            <a:r>
              <a:rPr lang="en-US" sz="13388" dirty="0">
                <a:solidFill>
                  <a:srgbClr val="FFFFFF"/>
                </a:solidFill>
                <a:latin typeface="Squada One"/>
                <a:ea typeface="Squada One"/>
                <a:cs typeface="Squada One"/>
                <a:sym typeface="Squada One"/>
              </a:rPr>
              <a:t>THANK YOU</a:t>
            </a:r>
          </a:p>
        </p:txBody>
      </p:sp>
      <p:sp>
        <p:nvSpPr>
          <p:cNvPr id="7" name="TextBox 6">
            <a:extLst>
              <a:ext uri="{FF2B5EF4-FFF2-40B4-BE49-F238E27FC236}">
                <a16:creationId xmlns:a16="http://schemas.microsoft.com/office/drawing/2014/main" id="{E7A77E3B-6F25-69B6-3639-E16697B11AB9}"/>
              </a:ext>
            </a:extLst>
          </p:cNvPr>
          <p:cNvSpPr txBox="1"/>
          <p:nvPr/>
        </p:nvSpPr>
        <p:spPr>
          <a:xfrm>
            <a:off x="17907000" y="9867900"/>
            <a:ext cx="418704" cy="369332"/>
          </a:xfrm>
          <a:prstGeom prst="rect">
            <a:avLst/>
          </a:prstGeom>
          <a:noFill/>
        </p:spPr>
        <p:txBody>
          <a:bodyPr wrap="none" rtlCol="0">
            <a:spAutoFit/>
          </a:bodyPr>
          <a:lstStyle/>
          <a:p>
            <a:r>
              <a:rPr lang="en-US" dirty="0"/>
              <a:t>12</a:t>
            </a:r>
          </a:p>
        </p:txBody>
      </p:sp>
      <p:sp>
        <p:nvSpPr>
          <p:cNvPr id="8" name="TextBox 7">
            <a:extLst>
              <a:ext uri="{FF2B5EF4-FFF2-40B4-BE49-F238E27FC236}">
                <a16:creationId xmlns:a16="http://schemas.microsoft.com/office/drawing/2014/main" id="{5E1ABF91-A0CC-3713-210A-D006E65996E5}"/>
              </a:ext>
            </a:extLst>
          </p:cNvPr>
          <p:cNvSpPr txBox="1"/>
          <p:nvPr/>
        </p:nvSpPr>
        <p:spPr>
          <a:xfrm>
            <a:off x="2591276" y="6748938"/>
            <a:ext cx="1904047" cy="954107"/>
          </a:xfrm>
          <a:prstGeom prst="rect">
            <a:avLst/>
          </a:prstGeom>
          <a:noFill/>
        </p:spPr>
        <p:txBody>
          <a:bodyPr wrap="none" rtlCol="0">
            <a:spAutoFit/>
          </a:bodyPr>
          <a:lstStyle/>
          <a:p>
            <a:r>
              <a:rPr lang="en-US" sz="2800" dirty="0">
                <a:solidFill>
                  <a:schemeClr val="bg1"/>
                </a:solidFill>
              </a:rPr>
              <a:t>Reference : </a:t>
            </a:r>
          </a:p>
          <a:p>
            <a:endParaRPr lang="en-US" sz="2800" dirty="0">
              <a:solidFill>
                <a:schemeClr val="bg1"/>
              </a:solidFill>
            </a:endParaRPr>
          </a:p>
        </p:txBody>
      </p:sp>
      <p:sp>
        <p:nvSpPr>
          <p:cNvPr id="9" name="TextBox 8">
            <a:extLst>
              <a:ext uri="{FF2B5EF4-FFF2-40B4-BE49-F238E27FC236}">
                <a16:creationId xmlns:a16="http://schemas.microsoft.com/office/drawing/2014/main" id="{77CCAAFC-5B0E-CD43-C0D5-78CE16EEB952}"/>
              </a:ext>
            </a:extLst>
          </p:cNvPr>
          <p:cNvSpPr txBox="1"/>
          <p:nvPr/>
        </p:nvSpPr>
        <p:spPr>
          <a:xfrm>
            <a:off x="3077391" y="7333653"/>
            <a:ext cx="2224712" cy="461665"/>
          </a:xfrm>
          <a:prstGeom prst="rect">
            <a:avLst/>
          </a:prstGeom>
          <a:noFill/>
        </p:spPr>
        <p:txBody>
          <a:bodyPr wrap="none" rtlCol="0">
            <a:spAutoFit/>
          </a:bodyPr>
          <a:lstStyle/>
          <a:p>
            <a:r>
              <a:rPr lang="en-US" sz="2400" dirty="0" err="1">
                <a:solidFill>
                  <a:srgbClr val="92D050"/>
                </a:solidFill>
                <a:hlinkClick r:id="rId5">
                  <a:extLst>
                    <a:ext uri="{A12FA001-AC4F-418D-AE19-62706E023703}">
                      <ahyp:hlinkClr xmlns:ahyp="http://schemas.microsoft.com/office/drawing/2018/hyperlinkcolor" val="tx"/>
                    </a:ext>
                  </a:extLst>
                </a:hlinkClick>
              </a:rPr>
              <a:t>edutechlearners</a:t>
            </a:r>
            <a:endParaRPr lang="en-US" sz="2400" dirty="0">
              <a:solidFill>
                <a:srgbClr val="92D050"/>
              </a:solidFill>
            </a:endParaRPr>
          </a:p>
        </p:txBody>
      </p:sp>
      <p:sp>
        <p:nvSpPr>
          <p:cNvPr id="10" name="TextBox 9">
            <a:extLst>
              <a:ext uri="{FF2B5EF4-FFF2-40B4-BE49-F238E27FC236}">
                <a16:creationId xmlns:a16="http://schemas.microsoft.com/office/drawing/2014/main" id="{68CB8BF2-0652-9E75-8B9D-BC085F4B8F5F}"/>
              </a:ext>
            </a:extLst>
          </p:cNvPr>
          <p:cNvSpPr txBox="1"/>
          <p:nvPr/>
        </p:nvSpPr>
        <p:spPr>
          <a:xfrm>
            <a:off x="3040380" y="8602627"/>
            <a:ext cx="11431206" cy="461665"/>
          </a:xfrm>
          <a:prstGeom prst="rect">
            <a:avLst/>
          </a:prstGeom>
          <a:noFill/>
        </p:spPr>
        <p:txBody>
          <a:bodyPr wrap="none" rtlCol="0">
            <a:spAutoFit/>
          </a:bodyPr>
          <a:lstStyle/>
          <a:p>
            <a:r>
              <a:rPr lang="en-US" sz="2400" dirty="0">
                <a:solidFill>
                  <a:srgbClr val="92D050"/>
                </a:solidFill>
                <a:hlinkClick r:id="rId6">
                  <a:extLst>
                    <a:ext uri="{A12FA001-AC4F-418D-AE19-62706E023703}">
                      <ahyp:hlinkClr xmlns:ahyp="http://schemas.microsoft.com/office/drawing/2018/hyperlinkcolor" val="tx"/>
                    </a:ext>
                  </a:extLst>
                </a:hlinkClick>
              </a:rPr>
              <a:t>https://www.ques10.com/p/13450/interface-dma-controller-8237-with-8086-micropro-1/</a:t>
            </a:r>
            <a:endParaRPr lang="en-US" sz="2400" dirty="0">
              <a:solidFill>
                <a:srgbClr val="92D050"/>
              </a:solidFill>
            </a:endParaRPr>
          </a:p>
        </p:txBody>
      </p:sp>
      <p:sp>
        <p:nvSpPr>
          <p:cNvPr id="11" name="TextBox 10">
            <a:extLst>
              <a:ext uri="{FF2B5EF4-FFF2-40B4-BE49-F238E27FC236}">
                <a16:creationId xmlns:a16="http://schemas.microsoft.com/office/drawing/2014/main" id="{D2645478-A5FA-B495-0183-53EB599EC38D}"/>
              </a:ext>
            </a:extLst>
          </p:cNvPr>
          <p:cNvSpPr txBox="1"/>
          <p:nvPr/>
        </p:nvSpPr>
        <p:spPr>
          <a:xfrm>
            <a:off x="3062151" y="7968140"/>
            <a:ext cx="1947521" cy="461665"/>
          </a:xfrm>
          <a:prstGeom prst="rect">
            <a:avLst/>
          </a:prstGeom>
          <a:noFill/>
        </p:spPr>
        <p:txBody>
          <a:bodyPr wrap="none" rtlCol="0">
            <a:spAutoFit/>
          </a:bodyPr>
          <a:lstStyle/>
          <a:p>
            <a:r>
              <a:rPr lang="en-US" sz="2400" dirty="0" err="1">
                <a:solidFill>
                  <a:srgbClr val="92D050"/>
                </a:solidFill>
                <a:hlinkClick r:id="rId7">
                  <a:extLst>
                    <a:ext uri="{A12FA001-AC4F-418D-AE19-62706E023703}">
                      <ahyp:hlinkClr xmlns:ahyp="http://schemas.microsoft.com/office/drawing/2018/hyperlinkcolor" val="tx"/>
                    </a:ext>
                  </a:extLst>
                </a:hlinkClick>
              </a:rPr>
              <a:t>geeksforgeeks</a:t>
            </a:r>
            <a:endParaRPr lang="en-US" sz="2400" dirty="0">
              <a:solidFill>
                <a:srgbClr val="92D050"/>
              </a:solidFill>
            </a:endParaRPr>
          </a:p>
        </p:txBody>
      </p:sp>
      <p:sp>
        <p:nvSpPr>
          <p:cNvPr id="12" name="TextBox 11">
            <a:extLst>
              <a:ext uri="{FF2B5EF4-FFF2-40B4-BE49-F238E27FC236}">
                <a16:creationId xmlns:a16="http://schemas.microsoft.com/office/drawing/2014/main" id="{8CDEC785-5B08-10A3-29DF-5AC2F9FF30FB}"/>
              </a:ext>
            </a:extLst>
          </p:cNvPr>
          <p:cNvSpPr txBox="1"/>
          <p:nvPr/>
        </p:nvSpPr>
        <p:spPr>
          <a:xfrm>
            <a:off x="2591276" y="7357578"/>
            <a:ext cx="650817" cy="1754326"/>
          </a:xfrm>
          <a:prstGeom prst="rect">
            <a:avLst/>
          </a:prstGeom>
          <a:noFill/>
        </p:spPr>
        <p:txBody>
          <a:bodyPr wrap="square" rtlCol="0">
            <a:spAutoFit/>
          </a:bodyPr>
          <a:lstStyle/>
          <a:p>
            <a:r>
              <a:rPr lang="en-US" sz="3600" dirty="0">
                <a:solidFill>
                  <a:schemeClr val="accent1">
                    <a:lumMod val="20000"/>
                    <a:lumOff val="80000"/>
                  </a:schemeClr>
                </a:solidFill>
              </a:rPr>
              <a:t>1.</a:t>
            </a:r>
          </a:p>
          <a:p>
            <a:r>
              <a:rPr lang="en-US" sz="3600" dirty="0">
                <a:solidFill>
                  <a:schemeClr val="accent1">
                    <a:lumMod val="20000"/>
                    <a:lumOff val="80000"/>
                  </a:schemeClr>
                </a:solidFill>
              </a:rPr>
              <a:t>2.</a:t>
            </a:r>
          </a:p>
          <a:p>
            <a:r>
              <a:rPr lang="en-US" sz="3600" dirty="0">
                <a:solidFill>
                  <a:schemeClr val="accent1">
                    <a:lumMod val="20000"/>
                    <a:lumOff val="80000"/>
                  </a:schemeClr>
                </a:solidFill>
              </a:rPr>
              <a:t>3.</a:t>
            </a:r>
          </a:p>
        </p:txBody>
      </p:sp>
    </p:spTree>
    <p:extLst>
      <p:ext uri="{BB962C8B-B14F-4D97-AF65-F5344CB8AC3E}">
        <p14:creationId xmlns:p14="http://schemas.microsoft.com/office/powerpoint/2010/main" val="4096629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TotalTime>
  <Words>912</Words>
  <Application>Microsoft Office PowerPoint</Application>
  <PresentationFormat>Custom</PresentationFormat>
  <Paragraphs>112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Bahnschrift</vt:lpstr>
      <vt:lpstr>Rosario Bold</vt:lpstr>
      <vt:lpstr>Squada One</vt:lpstr>
      <vt:lpstr>Open Sans</vt:lpstr>
      <vt:lpstr>Rosario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Istiaq Alam</cp:lastModifiedBy>
  <cp:revision>2</cp:revision>
  <dcterms:created xsi:type="dcterms:W3CDTF">2006-08-16T00:00:00Z</dcterms:created>
  <dcterms:modified xsi:type="dcterms:W3CDTF">2024-11-12T03:31:14Z</dcterms:modified>
  <dc:identifier>DAGWMN0m2uw</dc:identifier>
</cp:coreProperties>
</file>