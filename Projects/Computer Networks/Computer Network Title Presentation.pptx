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0"/>
  </p:notesMasterIdLst>
  <p:sldIdLst>
    <p:sldId id="261" r:id="rId2"/>
    <p:sldId id="266" r:id="rId3"/>
    <p:sldId id="259" r:id="rId4"/>
    <p:sldId id="256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F4E6B-A54B-3E0E-42BA-7A153B8BA8B2}" v="123" dt="2025-04-30T17:18:29.932"/>
    <p1510:client id="{6F6FEA9D-8430-B001-3E24-5F9D62A0638A}" v="341" dt="2025-05-01T14:36:04.386"/>
    <p1510:client id="{79908DC9-7644-3AF8-C269-6E92021C950B}" v="92" dt="2025-04-30T16:57:07.804"/>
    <p1510:client id="{E0FB4A7F-2B9C-B82B-8FED-FCE862F8E211}" v="504" dt="2025-05-01T18:00:18.589"/>
    <p1510:client id="{EB0E5E7E-B24A-9EE2-798F-0148C88DD46F}" v="1" dt="2025-04-30T16:58:21.610"/>
    <p1510:client id="{F2BD23FC-F57F-D6DE-9902-2702D7704E4D}" v="34" dt="2025-05-01T13:44:25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Islam" userId="8f31278ef2b66ed2" providerId="Windows Live" clId="Web-{79908DC9-7644-3AF8-C269-6E92021C950B}"/>
    <pc:docChg chg="modSld addMainMaster delMainMaster">
      <pc:chgData name="Sadia Islam" userId="8f31278ef2b66ed2" providerId="Windows Live" clId="Web-{79908DC9-7644-3AF8-C269-6E92021C950B}" dt="2025-04-30T16:57:07.804" v="92"/>
      <pc:docMkLst>
        <pc:docMk/>
      </pc:docMkLst>
      <pc:sldChg chg="addSp modSp mod setBg modClrScheme chgLayout">
        <pc:chgData name="Sadia Islam" userId="8f31278ef2b66ed2" providerId="Windows Live" clId="Web-{79908DC9-7644-3AF8-C269-6E92021C950B}" dt="2025-04-30T16:57:07.804" v="92"/>
        <pc:sldMkLst>
          <pc:docMk/>
          <pc:sldMk cId="109857222" sldId="256"/>
        </pc:sldMkLst>
        <pc:spChg chg="mod">
          <ac:chgData name="Sadia Islam" userId="8f31278ef2b66ed2" providerId="Windows Live" clId="Web-{79908DC9-7644-3AF8-C269-6E92021C950B}" dt="2025-04-30T16:53:10.089" v="8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adia Islam" userId="8f31278ef2b66ed2" providerId="Windows Live" clId="Web-{79908DC9-7644-3AF8-C269-6E92021C950B}" dt="2025-04-30T16:53:10.089" v="8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adia Islam" userId="8f31278ef2b66ed2" providerId="Windows Live" clId="Web-{79908DC9-7644-3AF8-C269-6E92021C950B}" dt="2025-04-30T16:53:10.089" v="89"/>
          <ac:spMkLst>
            <pc:docMk/>
            <pc:sldMk cId="109857222" sldId="256"/>
            <ac:spMk id="8" creationId="{129D6B82-F4A9-29E9-C62A-116635371721}"/>
          </ac:spMkLst>
        </pc:spChg>
      </pc:sldChg>
      <pc:sldMasterChg chg="del delSldLayout">
        <pc:chgData name="Sadia Islam" userId="8f31278ef2b66ed2" providerId="Windows Live" clId="Web-{79908DC9-7644-3AF8-C269-6E92021C950B}" dt="2025-04-30T16:53:10.089" v="89"/>
        <pc:sldMasterMkLst>
          <pc:docMk/>
          <pc:sldMasterMk cId="2460954070" sldId="2147483660"/>
        </pc:sldMasterMkLst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adia Islam" userId="8f31278ef2b66ed2" providerId="Windows Live" clId="Web-{79908DC9-7644-3AF8-C269-6E92021C950B}" dt="2025-04-30T16:53:10.089" v="8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Sadia Islam" userId="8f31278ef2b66ed2" providerId="Windows Live" clId="Web-{79908DC9-7644-3AF8-C269-6E92021C950B}" dt="2025-04-30T16:53:10.089" v="89"/>
        <pc:sldMasterMkLst>
          <pc:docMk/>
          <pc:sldMasterMk cId="2254247289" sldId="2147483685"/>
        </pc:sldMasterMkLst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2342537361" sldId="2147483674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1198374194" sldId="2147483675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4233352361" sldId="2147483676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2691715005" sldId="2147483677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2955982553" sldId="2147483678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2566509146" sldId="2147483679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2800635090" sldId="2147483680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332975444" sldId="2147483681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3629491405" sldId="2147483682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747471456" sldId="2147483683"/>
          </pc:sldLayoutMkLst>
        </pc:sldLayoutChg>
        <pc:sldLayoutChg chg="add">
          <pc:chgData name="Sadia Islam" userId="8f31278ef2b66ed2" providerId="Windows Live" clId="Web-{79908DC9-7644-3AF8-C269-6E92021C950B}" dt="2025-04-30T16:53:10.089" v="89"/>
          <pc:sldLayoutMkLst>
            <pc:docMk/>
            <pc:sldMasterMk cId="2254247289" sldId="2147483685"/>
            <pc:sldLayoutMk cId="3187360502" sldId="2147483684"/>
          </pc:sldLayoutMkLst>
        </pc:sldLayoutChg>
      </pc:sldMasterChg>
    </pc:docChg>
  </pc:docChgLst>
  <pc:docChgLst>
    <pc:chgData name="Sadia Islam" userId="8f31278ef2b66ed2" providerId="Windows Live" clId="Web-{6F6FEA9D-8430-B001-3E24-5F9D62A0638A}"/>
    <pc:docChg chg="addSld delSld modSld">
      <pc:chgData name="Sadia Islam" userId="8f31278ef2b66ed2" providerId="Windows Live" clId="Web-{6F6FEA9D-8430-B001-3E24-5F9D62A0638A}" dt="2025-05-01T14:36:04.449" v="245" actId="20577"/>
      <pc:docMkLst>
        <pc:docMk/>
      </pc:docMkLst>
      <pc:sldChg chg="addSp modSp del">
        <pc:chgData name="Sadia Islam" userId="8f31278ef2b66ed2" providerId="Windows Live" clId="Web-{6F6FEA9D-8430-B001-3E24-5F9D62A0638A}" dt="2025-05-01T14:21:31.434" v="188"/>
        <pc:sldMkLst>
          <pc:docMk/>
          <pc:sldMk cId="109857222" sldId="257"/>
        </pc:sldMkLst>
        <pc:spChg chg="mod">
          <ac:chgData name="Sadia Islam" userId="8f31278ef2b66ed2" providerId="Windows Live" clId="Web-{6F6FEA9D-8430-B001-3E24-5F9D62A0638A}" dt="2025-05-01T13:53:29.715" v="11" actId="14100"/>
          <ac:spMkLst>
            <pc:docMk/>
            <pc:sldMk cId="109857222" sldId="257"/>
            <ac:spMk id="2" creationId="{00000000-0000-0000-0000-000000000000}"/>
          </ac:spMkLst>
        </pc:spChg>
        <pc:spChg chg="mod">
          <ac:chgData name="Sadia Islam" userId="8f31278ef2b66ed2" providerId="Windows Live" clId="Web-{6F6FEA9D-8430-B001-3E24-5F9D62A0638A}" dt="2025-05-01T13:53:48.090" v="14" actId="20577"/>
          <ac:spMkLst>
            <pc:docMk/>
            <pc:sldMk cId="109857222" sldId="257"/>
            <ac:spMk id="3" creationId="{00000000-0000-0000-0000-000000000000}"/>
          </ac:spMkLst>
        </pc:spChg>
        <pc:spChg chg="add mod">
          <ac:chgData name="Sadia Islam" userId="8f31278ef2b66ed2" providerId="Windows Live" clId="Web-{6F6FEA9D-8430-B001-3E24-5F9D62A0638A}" dt="2025-05-01T14:12:04.008" v="144" actId="20577"/>
          <ac:spMkLst>
            <pc:docMk/>
            <pc:sldMk cId="109857222" sldId="257"/>
            <ac:spMk id="6" creationId="{912EA022-13B5-CDE8-5778-87EEA3B9F004}"/>
          </ac:spMkLst>
        </pc:spChg>
        <pc:spChg chg="mod">
          <ac:chgData name="Sadia Islam" userId="8f31278ef2b66ed2" providerId="Windows Live" clId="Web-{6F6FEA9D-8430-B001-3E24-5F9D62A0638A}" dt="2025-05-01T14:12:07.305" v="145" actId="20577"/>
          <ac:spMkLst>
            <pc:docMk/>
            <pc:sldMk cId="109857222" sldId="257"/>
            <ac:spMk id="7" creationId="{80E7C3FD-D2FC-C484-32AA-5149FA24137D}"/>
          </ac:spMkLst>
        </pc:spChg>
      </pc:sldChg>
      <pc:sldChg chg="addSp delSp modSp mod setBg">
        <pc:chgData name="Sadia Islam" userId="8f31278ef2b66ed2" providerId="Windows Live" clId="Web-{6F6FEA9D-8430-B001-3E24-5F9D62A0638A}" dt="2025-05-01T14:16:01.204" v="166" actId="20577"/>
        <pc:sldMkLst>
          <pc:docMk/>
          <pc:sldMk cId="661602585" sldId="258"/>
        </pc:sldMkLst>
        <pc:spChg chg="mod">
          <ac:chgData name="Sadia Islam" userId="8f31278ef2b66ed2" providerId="Windows Live" clId="Web-{6F6FEA9D-8430-B001-3E24-5F9D62A0638A}" dt="2025-05-01T14:15:15.780" v="162" actId="20577"/>
          <ac:spMkLst>
            <pc:docMk/>
            <pc:sldMk cId="661602585" sldId="258"/>
            <ac:spMk id="2" creationId="{47F203A1-BE19-FCFD-A084-D53036EB625C}"/>
          </ac:spMkLst>
        </pc:spChg>
        <pc:spChg chg="add del">
          <ac:chgData name="Sadia Islam" userId="8f31278ef2b66ed2" providerId="Windows Live" clId="Web-{6F6FEA9D-8430-B001-3E24-5F9D62A0638A}" dt="2025-05-01T13:51:22.117" v="4"/>
          <ac:spMkLst>
            <pc:docMk/>
            <pc:sldMk cId="661602585" sldId="258"/>
            <ac:spMk id="3" creationId="{73CAAB3D-8092-F70F-9F59-4119D5E40358}"/>
          </ac:spMkLst>
        </pc:spChg>
        <pc:spChg chg="add del">
          <ac:chgData name="Sadia Islam" userId="8f31278ef2b66ed2" providerId="Windows Live" clId="Web-{6F6FEA9D-8430-B001-3E24-5F9D62A0638A}" dt="2025-05-01T13:50:49.006" v="1"/>
          <ac:spMkLst>
            <pc:docMk/>
            <pc:sldMk cId="661602585" sldId="258"/>
            <ac:spMk id="9" creationId="{600DC1B0-7E1A-BD02-3F93-19E6B1B75075}"/>
          </ac:spMkLst>
        </pc:spChg>
        <pc:graphicFrameChg chg="add del">
          <ac:chgData name="Sadia Islam" userId="8f31278ef2b66ed2" providerId="Windows Live" clId="Web-{6F6FEA9D-8430-B001-3E24-5F9D62A0638A}" dt="2025-05-01T13:50:49.006" v="1"/>
          <ac:graphicFrameMkLst>
            <pc:docMk/>
            <pc:sldMk cId="661602585" sldId="258"/>
            <ac:graphicFrameMk id="5" creationId="{48F8342B-6D89-AB03-0195-C0CFD12F755F}"/>
          </ac:graphicFrameMkLst>
        </pc:graphicFrameChg>
        <pc:graphicFrameChg chg="add del">
          <ac:chgData name="Sadia Islam" userId="8f31278ef2b66ed2" providerId="Windows Live" clId="Web-{6F6FEA9D-8430-B001-3E24-5F9D62A0638A}" dt="2025-05-01T13:51:22.101" v="3"/>
          <ac:graphicFrameMkLst>
            <pc:docMk/>
            <pc:sldMk cId="661602585" sldId="258"/>
            <ac:graphicFrameMk id="11" creationId="{65AC11C0-9D9C-4680-7379-5638812E8ABF}"/>
          </ac:graphicFrameMkLst>
        </pc:graphicFrameChg>
        <pc:graphicFrameChg chg="add mod modGraphic">
          <ac:chgData name="Sadia Islam" userId="8f31278ef2b66ed2" providerId="Windows Live" clId="Web-{6F6FEA9D-8430-B001-3E24-5F9D62A0638A}" dt="2025-05-01T14:16:01.204" v="166" actId="20577"/>
          <ac:graphicFrameMkLst>
            <pc:docMk/>
            <pc:sldMk cId="661602585" sldId="258"/>
            <ac:graphicFrameMk id="13" creationId="{DC37FD64-6B1D-B281-7B4F-0AB333C491CF}"/>
          </ac:graphicFrameMkLst>
        </pc:graphicFrameChg>
      </pc:sldChg>
      <pc:sldChg chg="addSp delSp modSp new mod setBg">
        <pc:chgData name="Sadia Islam" userId="8f31278ef2b66ed2" providerId="Windows Live" clId="Web-{6F6FEA9D-8430-B001-3E24-5F9D62A0638A}" dt="2025-05-01T14:20:10.197" v="184" actId="20577"/>
        <pc:sldMkLst>
          <pc:docMk/>
          <pc:sldMk cId="846132227" sldId="259"/>
        </pc:sldMkLst>
        <pc:spChg chg="mod">
          <ac:chgData name="Sadia Islam" userId="8f31278ef2b66ed2" providerId="Windows Live" clId="Web-{6F6FEA9D-8430-B001-3E24-5F9D62A0638A}" dt="2025-05-01T14:20:10.197" v="184" actId="20577"/>
          <ac:spMkLst>
            <pc:docMk/>
            <pc:sldMk cId="846132227" sldId="259"/>
            <ac:spMk id="2" creationId="{2A1B4D7B-5320-172E-BF84-37E5404DDD90}"/>
          </ac:spMkLst>
        </pc:spChg>
        <pc:spChg chg="del mod">
          <ac:chgData name="Sadia Islam" userId="8f31278ef2b66ed2" providerId="Windows Live" clId="Web-{6F6FEA9D-8430-B001-3E24-5F9D62A0638A}" dt="2025-05-01T14:19:03.069" v="179"/>
          <ac:spMkLst>
            <pc:docMk/>
            <pc:sldMk cId="846132227" sldId="259"/>
            <ac:spMk id="3" creationId="{21AC2ABA-2EFB-8D79-C316-75505AC45276}"/>
          </ac:spMkLst>
        </pc:spChg>
        <pc:spChg chg="add">
          <ac:chgData name="Sadia Islam" userId="8f31278ef2b66ed2" providerId="Windows Live" clId="Web-{6F6FEA9D-8430-B001-3E24-5F9D62A0638A}" dt="2025-05-01T14:17:38.410" v="176"/>
          <ac:spMkLst>
            <pc:docMk/>
            <pc:sldMk cId="846132227" sldId="259"/>
            <ac:spMk id="8" creationId="{604B8143-3907-5396-F19C-4EDBFE8DED3F}"/>
          </ac:spMkLst>
        </pc:spChg>
        <pc:graphicFrameChg chg="add mod modGraphic">
          <ac:chgData name="Sadia Islam" userId="8f31278ef2b66ed2" providerId="Windows Live" clId="Web-{6F6FEA9D-8430-B001-3E24-5F9D62A0638A}" dt="2025-05-01T14:19:45.243" v="182" actId="1076"/>
          <ac:graphicFrameMkLst>
            <pc:docMk/>
            <pc:sldMk cId="846132227" sldId="259"/>
            <ac:graphicFrameMk id="10" creationId="{238EECC0-D138-2914-D152-4A527EB64720}"/>
          </ac:graphicFrameMkLst>
        </pc:graphicFrameChg>
      </pc:sldChg>
      <pc:sldChg chg="new del">
        <pc:chgData name="Sadia Islam" userId="8f31278ef2b66ed2" providerId="Windows Live" clId="Web-{6F6FEA9D-8430-B001-3E24-5F9D62A0638A}" dt="2025-05-01T14:21:28.762" v="187"/>
        <pc:sldMkLst>
          <pc:docMk/>
          <pc:sldMk cId="3721502234" sldId="260"/>
        </pc:sldMkLst>
      </pc:sldChg>
      <pc:sldChg chg="modSp add mod replId setBg">
        <pc:chgData name="Sadia Islam" userId="8f31278ef2b66ed2" providerId="Windows Live" clId="Web-{6F6FEA9D-8430-B001-3E24-5F9D62A0638A}" dt="2025-05-01T14:31:15.204" v="232" actId="1076"/>
        <pc:sldMkLst>
          <pc:docMk/>
          <pc:sldMk cId="1211940957" sldId="261"/>
        </pc:sldMkLst>
        <pc:spChg chg="mod">
          <ac:chgData name="Sadia Islam" userId="8f31278ef2b66ed2" providerId="Windows Live" clId="Web-{6F6FEA9D-8430-B001-3E24-5F9D62A0638A}" dt="2025-05-01T14:31:07.157" v="231" actId="1076"/>
          <ac:spMkLst>
            <pc:docMk/>
            <pc:sldMk cId="1211940957" sldId="261"/>
            <ac:spMk id="3" creationId="{E1B81601-302B-F051-9DAD-EB1EA669F94B}"/>
          </ac:spMkLst>
        </pc:spChg>
        <pc:spChg chg="mod">
          <ac:chgData name="Sadia Islam" userId="8f31278ef2b66ed2" providerId="Windows Live" clId="Web-{6F6FEA9D-8430-B001-3E24-5F9D62A0638A}" dt="2025-05-01T14:31:15.204" v="232" actId="1076"/>
          <ac:spMkLst>
            <pc:docMk/>
            <pc:sldMk cId="1211940957" sldId="261"/>
            <ac:spMk id="6" creationId="{A8A00EF9-A7FB-209D-2411-F814C996F6CC}"/>
          </ac:spMkLst>
        </pc:spChg>
        <pc:spChg chg="mod">
          <ac:chgData name="Sadia Islam" userId="8f31278ef2b66ed2" providerId="Windows Live" clId="Web-{6F6FEA9D-8430-B001-3E24-5F9D62A0638A}" dt="2025-05-01T14:30:00.592" v="229" actId="1076"/>
          <ac:spMkLst>
            <pc:docMk/>
            <pc:sldMk cId="1211940957" sldId="261"/>
            <ac:spMk id="7" creationId="{095342A7-BE6A-C287-DB2D-3AA87B94823B}"/>
          </ac:spMkLst>
        </pc:spChg>
      </pc:sldChg>
      <pc:sldChg chg="addSp delSp modSp new del">
        <pc:chgData name="Sadia Islam" userId="8f31278ef2b66ed2" providerId="Windows Live" clId="Web-{6F6FEA9D-8430-B001-3E24-5F9D62A0638A}" dt="2025-05-01T14:29:18.122" v="227"/>
        <pc:sldMkLst>
          <pc:docMk/>
          <pc:sldMk cId="1218320375" sldId="262"/>
        </pc:sldMkLst>
        <pc:spChg chg="mod">
          <ac:chgData name="Sadia Islam" userId="8f31278ef2b66ed2" providerId="Windows Live" clId="Web-{6F6FEA9D-8430-B001-3E24-5F9D62A0638A}" dt="2025-05-01T14:23:11.875" v="218" actId="1076"/>
          <ac:spMkLst>
            <pc:docMk/>
            <pc:sldMk cId="1218320375" sldId="262"/>
            <ac:spMk id="2" creationId="{9ED55BDE-4066-0E45-D7EB-88F73092F1F4}"/>
          </ac:spMkLst>
        </pc:spChg>
        <pc:spChg chg="del">
          <ac:chgData name="Sadia Islam" userId="8f31278ef2b66ed2" providerId="Windows Live" clId="Web-{6F6FEA9D-8430-B001-3E24-5F9D62A0638A}" dt="2025-05-01T14:22:20.936" v="212"/>
          <ac:spMkLst>
            <pc:docMk/>
            <pc:sldMk cId="1218320375" sldId="262"/>
            <ac:spMk id="3" creationId="{71FBB042-2BB5-69B5-1B6C-B5357DBF2543}"/>
          </ac:spMkLst>
        </pc:spChg>
        <pc:spChg chg="add mod">
          <ac:chgData name="Sadia Islam" userId="8f31278ef2b66ed2" providerId="Windows Live" clId="Web-{6F6FEA9D-8430-B001-3E24-5F9D62A0638A}" dt="2025-05-01T14:23:06.343" v="217" actId="1076"/>
          <ac:spMkLst>
            <pc:docMk/>
            <pc:sldMk cId="1218320375" sldId="262"/>
            <ac:spMk id="5" creationId="{B6BCB76B-A73C-6885-0AC7-3FB77DAC9685}"/>
          </ac:spMkLst>
        </pc:spChg>
      </pc:sldChg>
      <pc:sldChg chg="modSp new">
        <pc:chgData name="Sadia Islam" userId="8f31278ef2b66ed2" providerId="Windows Live" clId="Web-{6F6FEA9D-8430-B001-3E24-5F9D62A0638A}" dt="2025-05-01T14:36:04.449" v="245" actId="20577"/>
        <pc:sldMkLst>
          <pc:docMk/>
          <pc:sldMk cId="3327467657" sldId="262"/>
        </pc:sldMkLst>
        <pc:spChg chg="mod">
          <ac:chgData name="Sadia Islam" userId="8f31278ef2b66ed2" providerId="Windows Live" clId="Web-{6F6FEA9D-8430-B001-3E24-5F9D62A0638A}" dt="2025-05-01T14:36:01.495" v="244" actId="20577"/>
          <ac:spMkLst>
            <pc:docMk/>
            <pc:sldMk cId="3327467657" sldId="262"/>
            <ac:spMk id="2" creationId="{DA401488-49F9-CC31-04C3-A26A9B9AB356}"/>
          </ac:spMkLst>
        </pc:spChg>
        <pc:spChg chg="mod">
          <ac:chgData name="Sadia Islam" userId="8f31278ef2b66ed2" providerId="Windows Live" clId="Web-{6F6FEA9D-8430-B001-3E24-5F9D62A0638A}" dt="2025-05-01T14:36:04.449" v="245" actId="20577"/>
          <ac:spMkLst>
            <pc:docMk/>
            <pc:sldMk cId="3327467657" sldId="262"/>
            <ac:spMk id="3" creationId="{D4301D53-C94C-CB61-2762-516F95F12559}"/>
          </ac:spMkLst>
        </pc:spChg>
      </pc:sldChg>
    </pc:docChg>
  </pc:docChgLst>
  <pc:docChgLst>
    <pc:chgData name="Sadia Islam" userId="8f31278ef2b66ed2" providerId="Windows Live" clId="Web-{F2BD23FC-F57F-D6DE-9902-2702D7704E4D}"/>
    <pc:docChg chg="addSld modSld">
      <pc:chgData name="Sadia Islam" userId="8f31278ef2b66ed2" providerId="Windows Live" clId="Web-{F2BD23FC-F57F-D6DE-9902-2702D7704E4D}" dt="2025-05-01T13:44:25.502" v="32" actId="20577"/>
      <pc:docMkLst>
        <pc:docMk/>
      </pc:docMkLst>
      <pc:sldChg chg="modSp mod setBg">
        <pc:chgData name="Sadia Islam" userId="8f31278ef2b66ed2" providerId="Windows Live" clId="Web-{F2BD23FC-F57F-D6DE-9902-2702D7704E4D}" dt="2025-05-01T13:41:30.142" v="6" actId="20577"/>
        <pc:sldMkLst>
          <pc:docMk/>
          <pc:sldMk cId="109857222" sldId="257"/>
        </pc:sldMkLst>
        <pc:spChg chg="mod">
          <ac:chgData name="Sadia Islam" userId="8f31278ef2b66ed2" providerId="Windows Live" clId="Web-{F2BD23FC-F57F-D6DE-9902-2702D7704E4D}" dt="2025-05-01T13:41:22.111" v="4" actId="20577"/>
          <ac:spMkLst>
            <pc:docMk/>
            <pc:sldMk cId="109857222" sldId="257"/>
            <ac:spMk id="2" creationId="{00000000-0000-0000-0000-000000000000}"/>
          </ac:spMkLst>
        </pc:spChg>
        <pc:spChg chg="mod">
          <ac:chgData name="Sadia Islam" userId="8f31278ef2b66ed2" providerId="Windows Live" clId="Web-{F2BD23FC-F57F-D6DE-9902-2702D7704E4D}" dt="2025-05-01T13:41:30.142" v="6" actId="20577"/>
          <ac:spMkLst>
            <pc:docMk/>
            <pc:sldMk cId="109857222" sldId="257"/>
            <ac:spMk id="3" creationId="{00000000-0000-0000-0000-000000000000}"/>
          </ac:spMkLst>
        </pc:spChg>
      </pc:sldChg>
      <pc:sldChg chg="modSp new">
        <pc:chgData name="Sadia Islam" userId="8f31278ef2b66ed2" providerId="Windows Live" clId="Web-{F2BD23FC-F57F-D6DE-9902-2702D7704E4D}" dt="2025-05-01T13:44:25.502" v="32" actId="20577"/>
        <pc:sldMkLst>
          <pc:docMk/>
          <pc:sldMk cId="661602585" sldId="258"/>
        </pc:sldMkLst>
        <pc:spChg chg="mod">
          <ac:chgData name="Sadia Islam" userId="8f31278ef2b66ed2" providerId="Windows Live" clId="Web-{F2BD23FC-F57F-D6DE-9902-2702D7704E4D}" dt="2025-05-01T13:42:19.736" v="12" actId="20577"/>
          <ac:spMkLst>
            <pc:docMk/>
            <pc:sldMk cId="661602585" sldId="258"/>
            <ac:spMk id="2" creationId="{47F203A1-BE19-FCFD-A084-D53036EB625C}"/>
          </ac:spMkLst>
        </pc:spChg>
        <pc:spChg chg="mod">
          <ac:chgData name="Sadia Islam" userId="8f31278ef2b66ed2" providerId="Windows Live" clId="Web-{F2BD23FC-F57F-D6DE-9902-2702D7704E4D}" dt="2025-05-01T13:44:25.502" v="32" actId="20577"/>
          <ac:spMkLst>
            <pc:docMk/>
            <pc:sldMk cId="661602585" sldId="258"/>
            <ac:spMk id="3" creationId="{73CAAB3D-8092-F70F-9F59-4119D5E40358}"/>
          </ac:spMkLst>
        </pc:spChg>
      </pc:sldChg>
    </pc:docChg>
  </pc:docChgLst>
  <pc:docChgLst>
    <pc:chgData name="Sadia Islam" userId="8f31278ef2b66ed2" providerId="Windows Live" clId="Web-{EB0E5E7E-B24A-9EE2-798F-0148C88DD46F}"/>
    <pc:docChg chg="modSld">
      <pc:chgData name="Sadia Islam" userId="8f31278ef2b66ed2" providerId="Windows Live" clId="Web-{EB0E5E7E-B24A-9EE2-798F-0148C88DD46F}" dt="2025-04-30T16:58:21.610" v="0"/>
      <pc:docMkLst>
        <pc:docMk/>
      </pc:docMkLst>
      <pc:sldChg chg="mod setBg">
        <pc:chgData name="Sadia Islam" userId="8f31278ef2b66ed2" providerId="Windows Live" clId="Web-{EB0E5E7E-B24A-9EE2-798F-0148C88DD46F}" dt="2025-04-30T16:58:21.610" v="0"/>
        <pc:sldMkLst>
          <pc:docMk/>
          <pc:sldMk cId="109857222" sldId="256"/>
        </pc:sldMkLst>
      </pc:sldChg>
    </pc:docChg>
  </pc:docChgLst>
  <pc:docChgLst>
    <pc:chgData name="Sadia Islam" userId="8f31278ef2b66ed2" providerId="Windows Live" clId="Web-{5ADF4E6B-A54B-3E0E-42BA-7A153B8BA8B2}"/>
    <pc:docChg chg="addSld delSld modSld">
      <pc:chgData name="Sadia Islam" userId="8f31278ef2b66ed2" providerId="Windows Live" clId="Web-{5ADF4E6B-A54B-3E0E-42BA-7A153B8BA8B2}" dt="2025-04-30T17:18:29.932" v="91" actId="20577"/>
      <pc:docMkLst>
        <pc:docMk/>
      </pc:docMkLst>
      <pc:sldChg chg="del">
        <pc:chgData name="Sadia Islam" userId="8f31278ef2b66ed2" providerId="Windows Live" clId="Web-{5ADF4E6B-A54B-3E0E-42BA-7A153B8BA8B2}" dt="2025-04-30T16:59:42.915" v="0"/>
        <pc:sldMkLst>
          <pc:docMk/>
          <pc:sldMk cId="109857222" sldId="256"/>
        </pc:sldMkLst>
      </pc:sldChg>
      <pc:sldChg chg="new del">
        <pc:chgData name="Sadia Islam" userId="8f31278ef2b66ed2" providerId="Windows Live" clId="Web-{5ADF4E6B-A54B-3E0E-42BA-7A153B8BA8B2}" dt="2025-04-30T17:00:00.509" v="3"/>
        <pc:sldMkLst>
          <pc:docMk/>
          <pc:sldMk cId="2115955397" sldId="256"/>
        </pc:sldMkLst>
      </pc:sldChg>
      <pc:sldChg chg="addSp delSp modSp add">
        <pc:chgData name="Sadia Islam" userId="8f31278ef2b66ed2" providerId="Windows Live" clId="Web-{5ADF4E6B-A54B-3E0E-42BA-7A153B8BA8B2}" dt="2025-04-30T17:18:29.932" v="91" actId="20577"/>
        <pc:sldMkLst>
          <pc:docMk/>
          <pc:sldMk cId="109857222" sldId="257"/>
        </pc:sldMkLst>
        <pc:spChg chg="mod">
          <ac:chgData name="Sadia Islam" userId="8f31278ef2b66ed2" providerId="Windows Live" clId="Web-{5ADF4E6B-A54B-3E0E-42BA-7A153B8BA8B2}" dt="2025-04-30T17:04:31.392" v="24" actId="20577"/>
          <ac:spMkLst>
            <pc:docMk/>
            <pc:sldMk cId="109857222" sldId="257"/>
            <ac:spMk id="2" creationId="{00000000-0000-0000-0000-000000000000}"/>
          </ac:spMkLst>
        </pc:spChg>
        <pc:spChg chg="mod">
          <ac:chgData name="Sadia Islam" userId="8f31278ef2b66ed2" providerId="Windows Live" clId="Web-{5ADF4E6B-A54B-3E0E-42BA-7A153B8BA8B2}" dt="2025-04-30T17:05:51.191" v="47" actId="1076"/>
          <ac:spMkLst>
            <pc:docMk/>
            <pc:sldMk cId="109857222" sldId="257"/>
            <ac:spMk id="3" creationId="{00000000-0000-0000-0000-000000000000}"/>
          </ac:spMkLst>
        </pc:spChg>
        <pc:spChg chg="add del">
          <ac:chgData name="Sadia Islam" userId="8f31278ef2b66ed2" providerId="Windows Live" clId="Web-{5ADF4E6B-A54B-3E0E-42BA-7A153B8BA8B2}" dt="2025-04-30T17:06:28.208" v="50"/>
          <ac:spMkLst>
            <pc:docMk/>
            <pc:sldMk cId="109857222" sldId="257"/>
            <ac:spMk id="4" creationId="{2EB206F9-35D6-C134-8614-F0055B382759}"/>
          </ac:spMkLst>
        </pc:spChg>
        <pc:spChg chg="add mod">
          <ac:chgData name="Sadia Islam" userId="8f31278ef2b66ed2" providerId="Windows Live" clId="Web-{5ADF4E6B-A54B-3E0E-42BA-7A153B8BA8B2}" dt="2025-04-30T17:06:50.974" v="53" actId="14100"/>
          <ac:spMkLst>
            <pc:docMk/>
            <pc:sldMk cId="109857222" sldId="257"/>
            <ac:spMk id="5" creationId="{70A3DB86-A914-1652-FE49-7B603C7AA793}"/>
          </ac:spMkLst>
        </pc:spChg>
        <pc:spChg chg="add del">
          <ac:chgData name="Sadia Islam" userId="8f31278ef2b66ed2" providerId="Windows Live" clId="Web-{5ADF4E6B-A54B-3E0E-42BA-7A153B8BA8B2}" dt="2025-04-30T17:07:03.115" v="55"/>
          <ac:spMkLst>
            <pc:docMk/>
            <pc:sldMk cId="109857222" sldId="257"/>
            <ac:spMk id="6" creationId="{7D37BB6F-FC0E-6D78-CF2A-0940377224EE}"/>
          </ac:spMkLst>
        </pc:spChg>
        <pc:spChg chg="add mod">
          <ac:chgData name="Sadia Islam" userId="8f31278ef2b66ed2" providerId="Windows Live" clId="Web-{5ADF4E6B-A54B-3E0E-42BA-7A153B8BA8B2}" dt="2025-04-30T17:18:29.932" v="91" actId="20577"/>
          <ac:spMkLst>
            <pc:docMk/>
            <pc:sldMk cId="109857222" sldId="257"/>
            <ac:spMk id="7" creationId="{80E7C3FD-D2FC-C484-32AA-5149FA24137D}"/>
          </ac:spMkLst>
        </pc:spChg>
      </pc:sldChg>
    </pc:docChg>
  </pc:docChgLst>
  <pc:docChgLst>
    <pc:chgData name="Sadia Islam" userId="8f31278ef2b66ed2" providerId="Windows Live" clId="Web-{E0FB4A7F-2B9C-B82B-8FED-FCE862F8E211}"/>
    <pc:docChg chg="mod addSld delSld modSld modMainMaster">
      <pc:chgData name="Sadia Islam" userId="8f31278ef2b66ed2" providerId="Windows Live" clId="Web-{E0FB4A7F-2B9C-B82B-8FED-FCE862F8E211}" dt="2025-05-01T18:00:18.589" v="449"/>
      <pc:docMkLst>
        <pc:docMk/>
      </pc:docMkLst>
      <pc:sldChg chg="modSp del">
        <pc:chgData name="Sadia Islam" userId="8f31278ef2b66ed2" providerId="Windows Live" clId="Web-{E0FB4A7F-2B9C-B82B-8FED-FCE862F8E211}" dt="2025-05-01T17:59:35.634" v="441"/>
        <pc:sldMkLst>
          <pc:docMk/>
          <pc:sldMk cId="661602585" sldId="258"/>
        </pc:sldMkLst>
        <pc:graphicFrameChg chg="modGraphic">
          <ac:chgData name="Sadia Islam" userId="8f31278ef2b66ed2" providerId="Windows Live" clId="Web-{E0FB4A7F-2B9C-B82B-8FED-FCE862F8E211}" dt="2025-05-01T17:47:29.936" v="372" actId="20577"/>
          <ac:graphicFrameMkLst>
            <pc:docMk/>
            <pc:sldMk cId="661602585" sldId="258"/>
            <ac:graphicFrameMk id="13" creationId="{DC37FD64-6B1D-B281-7B4F-0AB333C491CF}"/>
          </ac:graphicFrameMkLst>
        </pc:graphicFrameChg>
      </pc:sldChg>
      <pc:sldChg chg="addSp modSp">
        <pc:chgData name="Sadia Islam" userId="8f31278ef2b66ed2" providerId="Windows Live" clId="Web-{E0FB4A7F-2B9C-B82B-8FED-FCE862F8E211}" dt="2025-05-01T18:00:03.385" v="444"/>
        <pc:sldMkLst>
          <pc:docMk/>
          <pc:sldMk cId="846132227" sldId="259"/>
        </pc:sldMkLst>
        <pc:spChg chg="add mod">
          <ac:chgData name="Sadia Islam" userId="8f31278ef2b66ed2" providerId="Windows Live" clId="Web-{E0FB4A7F-2B9C-B82B-8FED-FCE862F8E211}" dt="2025-05-01T18:00:03.385" v="444"/>
          <ac:spMkLst>
            <pc:docMk/>
            <pc:sldMk cId="846132227" sldId="259"/>
            <ac:spMk id="18" creationId="{4333432E-4037-290D-3085-02A8F13DC883}"/>
          </ac:spMkLst>
        </pc:spChg>
      </pc:sldChg>
      <pc:sldChg chg="addSp delSp modSp mod setBg">
        <pc:chgData name="Sadia Islam" userId="8f31278ef2b66ed2" providerId="Windows Live" clId="Web-{E0FB4A7F-2B9C-B82B-8FED-FCE862F8E211}" dt="2025-05-01T17:44:54.086" v="355" actId="1076"/>
        <pc:sldMkLst>
          <pc:docMk/>
          <pc:sldMk cId="1211940957" sldId="261"/>
        </pc:sldMkLst>
        <pc:spChg chg="mod">
          <ac:chgData name="Sadia Islam" userId="8f31278ef2b66ed2" providerId="Windows Live" clId="Web-{E0FB4A7F-2B9C-B82B-8FED-FCE862F8E211}" dt="2025-05-01T17:41:48.673" v="304" actId="14100"/>
          <ac:spMkLst>
            <pc:docMk/>
            <pc:sldMk cId="1211940957" sldId="261"/>
            <ac:spMk id="2" creationId="{83BC0933-7DE3-26CA-B4D1-0E3C2AE37879}"/>
          </ac:spMkLst>
        </pc:spChg>
        <pc:spChg chg="add del">
          <ac:chgData name="Sadia Islam" userId="8f31278ef2b66ed2" providerId="Windows Live" clId="Web-{E0FB4A7F-2B9C-B82B-8FED-FCE862F8E211}" dt="2025-05-01T17:41:29.172" v="301"/>
          <ac:spMkLst>
            <pc:docMk/>
            <pc:sldMk cId="1211940957" sldId="261"/>
            <ac:spMk id="3" creationId="{6DBB030B-C020-AD3C-8D00-CC28CCA7AC24}"/>
          </ac:spMkLst>
        </pc:spChg>
        <pc:spChg chg="del mod">
          <ac:chgData name="Sadia Islam" userId="8f31278ef2b66ed2" providerId="Windows Live" clId="Web-{E0FB4A7F-2B9C-B82B-8FED-FCE862F8E211}" dt="2025-05-01T16:10:09.579" v="16"/>
          <ac:spMkLst>
            <pc:docMk/>
            <pc:sldMk cId="1211940957" sldId="261"/>
            <ac:spMk id="3" creationId="{E1B81601-302B-F051-9DAD-EB1EA669F94B}"/>
          </ac:spMkLst>
        </pc:spChg>
        <pc:spChg chg="del">
          <ac:chgData name="Sadia Islam" userId="8f31278ef2b66ed2" providerId="Windows Live" clId="Web-{E0FB4A7F-2B9C-B82B-8FED-FCE862F8E211}" dt="2025-05-01T17:35:20.346" v="255"/>
          <ac:spMkLst>
            <pc:docMk/>
            <pc:sldMk cId="1211940957" sldId="261"/>
            <ac:spMk id="4" creationId="{A443E176-0049-94E8-3E9A-5D506D4C34E3}"/>
          </ac:spMkLst>
        </pc:spChg>
        <pc:spChg chg="mod">
          <ac:chgData name="Sadia Islam" userId="8f31278ef2b66ed2" providerId="Windows Live" clId="Web-{E0FB4A7F-2B9C-B82B-8FED-FCE862F8E211}" dt="2025-05-01T17:38:30.821" v="299" actId="14100"/>
          <ac:spMkLst>
            <pc:docMk/>
            <pc:sldMk cId="1211940957" sldId="261"/>
            <ac:spMk id="6" creationId="{A8A00EF9-A7FB-209D-2411-F814C996F6CC}"/>
          </ac:spMkLst>
        </pc:spChg>
        <pc:spChg chg="mod">
          <ac:chgData name="Sadia Islam" userId="8f31278ef2b66ed2" providerId="Windows Live" clId="Web-{E0FB4A7F-2B9C-B82B-8FED-FCE862F8E211}" dt="2025-05-01T17:44:47.508" v="354" actId="20577"/>
          <ac:spMkLst>
            <pc:docMk/>
            <pc:sldMk cId="1211940957" sldId="261"/>
            <ac:spMk id="7" creationId="{095342A7-BE6A-C287-DB2D-3AA87B94823B}"/>
          </ac:spMkLst>
        </pc:spChg>
        <pc:spChg chg="add del">
          <ac:chgData name="Sadia Islam" userId="8f31278ef2b66ed2" providerId="Windows Live" clId="Web-{E0FB4A7F-2B9C-B82B-8FED-FCE862F8E211}" dt="2025-05-01T17:41:44.814" v="303"/>
          <ac:spMkLst>
            <pc:docMk/>
            <pc:sldMk cId="1211940957" sldId="261"/>
            <ac:spMk id="9" creationId="{080E2261-D66E-A26C-7152-01D50F1A4C0A}"/>
          </ac:spMkLst>
        </pc:spChg>
        <pc:spChg chg="add mod">
          <ac:chgData name="Sadia Islam" userId="8f31278ef2b66ed2" providerId="Windows Live" clId="Web-{E0FB4A7F-2B9C-B82B-8FED-FCE862F8E211}" dt="2025-05-01T17:44:54.086" v="355" actId="1076"/>
          <ac:spMkLst>
            <pc:docMk/>
            <pc:sldMk cId="1211940957" sldId="261"/>
            <ac:spMk id="10" creationId="{006D8730-8E8B-87E0-3589-49A4F3D2BB00}"/>
          </ac:spMkLst>
        </pc:spChg>
        <pc:picChg chg="add mod">
          <ac:chgData name="Sadia Islam" userId="8f31278ef2b66ed2" providerId="Windows Live" clId="Web-{E0FB4A7F-2B9C-B82B-8FED-FCE862F8E211}" dt="2025-05-01T17:34:29.453" v="250" actId="14100"/>
          <ac:picMkLst>
            <pc:docMk/>
            <pc:sldMk cId="1211940957" sldId="261"/>
            <ac:picMk id="8" creationId="{F261044A-0BFA-1156-7C08-F1131F27001E}"/>
          </ac:picMkLst>
        </pc:picChg>
      </pc:sldChg>
      <pc:sldChg chg="addSp delSp modSp mod setBg">
        <pc:chgData name="Sadia Islam" userId="8f31278ef2b66ed2" providerId="Windows Live" clId="Web-{E0FB4A7F-2B9C-B82B-8FED-FCE862F8E211}" dt="2025-05-01T18:00:03.385" v="444"/>
        <pc:sldMkLst>
          <pc:docMk/>
          <pc:sldMk cId="3327467657" sldId="262"/>
        </pc:sldMkLst>
        <pc:spChg chg="mod">
          <ac:chgData name="Sadia Islam" userId="8f31278ef2b66ed2" providerId="Windows Live" clId="Web-{E0FB4A7F-2B9C-B82B-8FED-FCE862F8E211}" dt="2025-05-01T17:05:27.692" v="55"/>
          <ac:spMkLst>
            <pc:docMk/>
            <pc:sldMk cId="3327467657" sldId="262"/>
            <ac:spMk id="2" creationId="{DA401488-49F9-CC31-04C3-A26A9B9AB356}"/>
          </ac:spMkLst>
        </pc:spChg>
        <pc:spChg chg="mod ord">
          <ac:chgData name="Sadia Islam" userId="8f31278ef2b66ed2" providerId="Windows Live" clId="Web-{E0FB4A7F-2B9C-B82B-8FED-FCE862F8E211}" dt="2025-05-01T17:07:12.461" v="66" actId="1076"/>
          <ac:spMkLst>
            <pc:docMk/>
            <pc:sldMk cId="3327467657" sldId="262"/>
            <ac:spMk id="3" creationId="{D4301D53-C94C-CB61-2762-516F95F12559}"/>
          </ac:spMkLst>
        </pc:spChg>
        <pc:spChg chg="add mod">
          <ac:chgData name="Sadia Islam" userId="8f31278ef2b66ed2" providerId="Windows Live" clId="Web-{E0FB4A7F-2B9C-B82B-8FED-FCE862F8E211}" dt="2025-05-01T18:00:03.385" v="444"/>
          <ac:spMkLst>
            <pc:docMk/>
            <pc:sldMk cId="3327467657" sldId="262"/>
            <ac:spMk id="7" creationId="{27377070-4F18-2252-BBBC-6DD3AE1E73E9}"/>
          </ac:spMkLst>
        </pc:spChg>
        <pc:spChg chg="add del">
          <ac:chgData name="Sadia Islam" userId="8f31278ef2b66ed2" providerId="Windows Live" clId="Web-{E0FB4A7F-2B9C-B82B-8FED-FCE862F8E211}" dt="2025-05-01T17:02:05.028" v="39"/>
          <ac:spMkLst>
            <pc:docMk/>
            <pc:sldMk cId="3327467657" sldId="262"/>
            <ac:spMk id="9" creationId="{37B65277-82C6-6D08-6DCA-4A7DCC3B7136}"/>
          </ac:spMkLst>
        </pc:spChg>
        <pc:spChg chg="add del">
          <ac:chgData name="Sadia Islam" userId="8f31278ef2b66ed2" providerId="Windows Live" clId="Web-{E0FB4A7F-2B9C-B82B-8FED-FCE862F8E211}" dt="2025-05-01T17:02:07.559" v="41"/>
          <ac:spMkLst>
            <pc:docMk/>
            <pc:sldMk cId="3327467657" sldId="262"/>
            <ac:spMk id="11" creationId="{CBB0869A-0BE5-B3E9-F73D-2F3691E4D932}"/>
          </ac:spMkLst>
        </pc:spChg>
        <pc:spChg chg="add del">
          <ac:chgData name="Sadia Islam" userId="8f31278ef2b66ed2" providerId="Windows Live" clId="Web-{E0FB4A7F-2B9C-B82B-8FED-FCE862F8E211}" dt="2025-05-01T17:04:08.751" v="49"/>
          <ac:spMkLst>
            <pc:docMk/>
            <pc:sldMk cId="3327467657" sldId="262"/>
            <ac:spMk id="13" creationId="{BA2AFC67-0973-EC0D-F14E-710D701B20BD}"/>
          </ac:spMkLst>
        </pc:spChg>
        <pc:spChg chg="add del">
          <ac:chgData name="Sadia Islam" userId="8f31278ef2b66ed2" providerId="Windows Live" clId="Web-{E0FB4A7F-2B9C-B82B-8FED-FCE862F8E211}" dt="2025-05-01T17:03:39.735" v="46"/>
          <ac:spMkLst>
            <pc:docMk/>
            <pc:sldMk cId="3327467657" sldId="262"/>
            <ac:spMk id="18" creationId="{CBB0869A-0BE5-B3E9-F73D-2F3691E4D932}"/>
          </ac:spMkLst>
        </pc:spChg>
        <pc:spChg chg="add del">
          <ac:chgData name="Sadia Islam" userId="8f31278ef2b66ed2" providerId="Windows Live" clId="Web-{E0FB4A7F-2B9C-B82B-8FED-FCE862F8E211}" dt="2025-05-01T17:04:08.751" v="48"/>
          <ac:spMkLst>
            <pc:docMk/>
            <pc:sldMk cId="3327467657" sldId="262"/>
            <ac:spMk id="20" creationId="{37B65277-82C6-6D08-6DCA-4A7DCC3B7136}"/>
          </ac:spMkLst>
        </pc:spChg>
        <pc:spChg chg="add del">
          <ac:chgData name="Sadia Islam" userId="8f31278ef2b66ed2" providerId="Windows Live" clId="Web-{E0FB4A7F-2B9C-B82B-8FED-FCE862F8E211}" dt="2025-05-01T17:05:27.692" v="55"/>
          <ac:spMkLst>
            <pc:docMk/>
            <pc:sldMk cId="3327467657" sldId="262"/>
            <ac:spMk id="22" creationId="{4AB9B8B4-6AA0-6EC2-5180-35BA3CFC286B}"/>
          </ac:spMkLst>
        </pc:spChg>
        <pc:spChg chg="add del">
          <ac:chgData name="Sadia Islam" userId="8f31278ef2b66ed2" providerId="Windows Live" clId="Web-{E0FB4A7F-2B9C-B82B-8FED-FCE862F8E211}" dt="2025-05-01T17:05:27.692" v="54"/>
          <ac:spMkLst>
            <pc:docMk/>
            <pc:sldMk cId="3327467657" sldId="262"/>
            <ac:spMk id="27" creationId="{37B65277-82C6-6D08-6DCA-4A7DCC3B7136}"/>
          </ac:spMkLst>
        </pc:spChg>
        <pc:spChg chg="add">
          <ac:chgData name="Sadia Islam" userId="8f31278ef2b66ed2" providerId="Windows Live" clId="Web-{E0FB4A7F-2B9C-B82B-8FED-FCE862F8E211}" dt="2025-05-01T17:05:27.692" v="55"/>
          <ac:spMkLst>
            <pc:docMk/>
            <pc:sldMk cId="3327467657" sldId="262"/>
            <ac:spMk id="29" creationId="{43867147-1C83-BF71-39B0-B590EE7F349F}"/>
          </ac:spMkLst>
        </pc:spChg>
        <pc:picChg chg="add del mod">
          <ac:chgData name="Sadia Islam" userId="8f31278ef2b66ed2" providerId="Windows Live" clId="Web-{E0FB4A7F-2B9C-B82B-8FED-FCE862F8E211}" dt="2025-05-01T17:03:21.937" v="43"/>
          <ac:picMkLst>
            <pc:docMk/>
            <pc:sldMk cId="3327467657" sldId="262"/>
            <ac:picMk id="4" creationId="{696C2CFB-4EBC-95EE-8739-F4FAE239DD15}"/>
          </ac:picMkLst>
        </pc:picChg>
        <pc:picChg chg="add del mod ord">
          <ac:chgData name="Sadia Islam" userId="8f31278ef2b66ed2" providerId="Windows Live" clId="Web-{E0FB4A7F-2B9C-B82B-8FED-FCE862F8E211}" dt="2025-05-01T17:06:16.740" v="63"/>
          <ac:picMkLst>
            <pc:docMk/>
            <pc:sldMk cId="3327467657" sldId="262"/>
            <ac:picMk id="5" creationId="{C9DA6605-EB25-8905-FD38-0F11A80C42CF}"/>
          </ac:picMkLst>
        </pc:picChg>
        <pc:picChg chg="add mod">
          <ac:chgData name="Sadia Islam" userId="8f31278ef2b66ed2" providerId="Windows Live" clId="Web-{E0FB4A7F-2B9C-B82B-8FED-FCE862F8E211}" dt="2025-05-01T17:06:29.256" v="65" actId="1076"/>
          <ac:picMkLst>
            <pc:docMk/>
            <pc:sldMk cId="3327467657" sldId="262"/>
            <ac:picMk id="6" creationId="{AB50A6E8-FA74-CF9A-F2E1-CEE151A42A02}"/>
          </ac:picMkLst>
        </pc:picChg>
      </pc:sldChg>
      <pc:sldChg chg="addSp delSp modSp new">
        <pc:chgData name="Sadia Islam" userId="8f31278ef2b66ed2" providerId="Windows Live" clId="Web-{E0FB4A7F-2B9C-B82B-8FED-FCE862F8E211}" dt="2025-05-01T18:00:03.385" v="444"/>
        <pc:sldMkLst>
          <pc:docMk/>
          <pc:sldMk cId="713104620" sldId="263"/>
        </pc:sldMkLst>
        <pc:spChg chg="mod">
          <ac:chgData name="Sadia Islam" userId="8f31278ef2b66ed2" providerId="Windows Live" clId="Web-{E0FB4A7F-2B9C-B82B-8FED-FCE862F8E211}" dt="2025-05-01T17:16:49.439" v="117" actId="20577"/>
          <ac:spMkLst>
            <pc:docMk/>
            <pc:sldMk cId="713104620" sldId="263"/>
            <ac:spMk id="2" creationId="{27156F4A-6105-2B0B-B00E-B850563D75D6}"/>
          </ac:spMkLst>
        </pc:spChg>
        <pc:spChg chg="del">
          <ac:chgData name="Sadia Islam" userId="8f31278ef2b66ed2" providerId="Windows Live" clId="Web-{E0FB4A7F-2B9C-B82B-8FED-FCE862F8E211}" dt="2025-05-01T17:05:56.458" v="59"/>
          <ac:spMkLst>
            <pc:docMk/>
            <pc:sldMk cId="713104620" sldId="263"/>
            <ac:spMk id="3" creationId="{65698CCC-45BB-A062-46E8-486FDB0C6109}"/>
          </ac:spMkLst>
        </pc:spChg>
        <pc:spChg chg="add mod">
          <ac:chgData name="Sadia Islam" userId="8f31278ef2b66ed2" providerId="Windows Live" clId="Web-{E0FB4A7F-2B9C-B82B-8FED-FCE862F8E211}" dt="2025-05-01T17:15:59.109" v="116" actId="14100"/>
          <ac:spMkLst>
            <pc:docMk/>
            <pc:sldMk cId="713104620" sldId="263"/>
            <ac:spMk id="6" creationId="{EACD56E4-9EDF-6137-48CA-68456C4A78D3}"/>
          </ac:spMkLst>
        </pc:spChg>
        <pc:spChg chg="add mod">
          <ac:chgData name="Sadia Islam" userId="8f31278ef2b66ed2" providerId="Windows Live" clId="Web-{E0FB4A7F-2B9C-B82B-8FED-FCE862F8E211}" dt="2025-05-01T18:00:03.385" v="444"/>
          <ac:spMkLst>
            <pc:docMk/>
            <pc:sldMk cId="713104620" sldId="263"/>
            <ac:spMk id="7" creationId="{4F942013-0A9E-1FC6-00C2-187D761367D0}"/>
          </ac:spMkLst>
        </pc:spChg>
        <pc:picChg chg="add del mod ord">
          <ac:chgData name="Sadia Islam" userId="8f31278ef2b66ed2" providerId="Windows Live" clId="Web-{E0FB4A7F-2B9C-B82B-8FED-FCE862F8E211}" dt="2025-05-01T17:12:53.786" v="67"/>
          <ac:picMkLst>
            <pc:docMk/>
            <pc:sldMk cId="713104620" sldId="263"/>
            <ac:picMk id="4" creationId="{D7657C21-6B6D-933A-4AF7-7C2BD6D4501A}"/>
          </ac:picMkLst>
        </pc:picChg>
      </pc:sldChg>
      <pc:sldChg chg="addSp delSp modSp new">
        <pc:chgData name="Sadia Islam" userId="8f31278ef2b66ed2" providerId="Windows Live" clId="Web-{E0FB4A7F-2B9C-B82B-8FED-FCE862F8E211}" dt="2025-05-01T18:00:03.385" v="444"/>
        <pc:sldMkLst>
          <pc:docMk/>
          <pc:sldMk cId="3034442337" sldId="264"/>
        </pc:sldMkLst>
        <pc:spChg chg="mod">
          <ac:chgData name="Sadia Islam" userId="8f31278ef2b66ed2" providerId="Windows Live" clId="Web-{E0FB4A7F-2B9C-B82B-8FED-FCE862F8E211}" dt="2025-05-01T17:17:50.457" v="131" actId="20577"/>
          <ac:spMkLst>
            <pc:docMk/>
            <pc:sldMk cId="3034442337" sldId="264"/>
            <ac:spMk id="2" creationId="{1C3064EA-B6CD-1E8A-EF3C-429296151E75}"/>
          </ac:spMkLst>
        </pc:spChg>
        <pc:spChg chg="mod">
          <ac:chgData name="Sadia Islam" userId="8f31278ef2b66ed2" providerId="Windows Live" clId="Web-{E0FB4A7F-2B9C-B82B-8FED-FCE862F8E211}" dt="2025-05-01T17:23:17.329" v="219" actId="20577"/>
          <ac:spMkLst>
            <pc:docMk/>
            <pc:sldMk cId="3034442337" sldId="264"/>
            <ac:spMk id="3" creationId="{917DBC01-153B-B4CF-1F39-E5EA8BF1051E}"/>
          </ac:spMkLst>
        </pc:spChg>
        <pc:spChg chg="add del">
          <ac:chgData name="Sadia Islam" userId="8f31278ef2b66ed2" providerId="Windows Live" clId="Web-{E0FB4A7F-2B9C-B82B-8FED-FCE862F8E211}" dt="2025-05-01T17:19:56.790" v="163"/>
          <ac:spMkLst>
            <pc:docMk/>
            <pc:sldMk cId="3034442337" sldId="264"/>
            <ac:spMk id="4" creationId="{4BC1879F-C932-7673-E77E-E0BF61F29EF3}"/>
          </ac:spMkLst>
        </pc:spChg>
        <pc:spChg chg="add mod">
          <ac:chgData name="Sadia Islam" userId="8f31278ef2b66ed2" providerId="Windows Live" clId="Web-{E0FB4A7F-2B9C-B82B-8FED-FCE862F8E211}" dt="2025-05-01T18:00:03.385" v="444"/>
          <ac:spMkLst>
            <pc:docMk/>
            <pc:sldMk cId="3034442337" sldId="264"/>
            <ac:spMk id="5" creationId="{139FEA52-37FE-79BD-CFB9-EC3D401CCFAF}"/>
          </ac:spMkLst>
        </pc:spChg>
      </pc:sldChg>
      <pc:sldChg chg="addSp modSp new mod setBg">
        <pc:chgData name="Sadia Islam" userId="8f31278ef2b66ed2" providerId="Windows Live" clId="Web-{E0FB4A7F-2B9C-B82B-8FED-FCE862F8E211}" dt="2025-05-01T18:00:03.385" v="444"/>
        <pc:sldMkLst>
          <pc:docMk/>
          <pc:sldMk cId="1310962200" sldId="265"/>
        </pc:sldMkLst>
        <pc:spChg chg="mod">
          <ac:chgData name="Sadia Islam" userId="8f31278ef2b66ed2" providerId="Windows Live" clId="Web-{E0FB4A7F-2B9C-B82B-8FED-FCE862F8E211}" dt="2025-05-01T17:32:58.663" v="243" actId="20577"/>
          <ac:spMkLst>
            <pc:docMk/>
            <pc:sldMk cId="1310962200" sldId="265"/>
            <ac:spMk id="2" creationId="{2472124C-AE18-ACCB-9B4D-DDE637DF853F}"/>
          </ac:spMkLst>
        </pc:spChg>
        <pc:spChg chg="mod">
          <ac:chgData name="Sadia Islam" userId="8f31278ef2b66ed2" providerId="Windows Live" clId="Web-{E0FB4A7F-2B9C-B82B-8FED-FCE862F8E211}" dt="2025-05-01T17:32:48.787" v="242" actId="20577"/>
          <ac:spMkLst>
            <pc:docMk/>
            <pc:sldMk cId="1310962200" sldId="265"/>
            <ac:spMk id="3" creationId="{57B3748C-64E9-B9DD-217E-B98D45EB8D6E}"/>
          </ac:spMkLst>
        </pc:spChg>
        <pc:spChg chg="add mod">
          <ac:chgData name="Sadia Islam" userId="8f31278ef2b66ed2" providerId="Windows Live" clId="Web-{E0FB4A7F-2B9C-B82B-8FED-FCE862F8E211}" dt="2025-05-01T18:00:03.385" v="444"/>
          <ac:spMkLst>
            <pc:docMk/>
            <pc:sldMk cId="1310962200" sldId="265"/>
            <ac:spMk id="4" creationId="{4CD954F6-F572-2E16-6779-7B44B21654C0}"/>
          </ac:spMkLst>
        </pc:spChg>
        <pc:spChg chg="add">
          <ac:chgData name="Sadia Islam" userId="8f31278ef2b66ed2" providerId="Windows Live" clId="Web-{E0FB4A7F-2B9C-B82B-8FED-FCE862F8E211}" dt="2025-05-01T17:32:29.365" v="241"/>
          <ac:spMkLst>
            <pc:docMk/>
            <pc:sldMk cId="1310962200" sldId="265"/>
            <ac:spMk id="8" creationId="{095B79CA-1CB8-A133-67D7-E2B7AC1F9454}"/>
          </ac:spMkLst>
        </pc:spChg>
      </pc:sldChg>
      <pc:sldChg chg="addSp delSp modSp new mod setBg">
        <pc:chgData name="Sadia Islam" userId="8f31278ef2b66ed2" providerId="Windows Live" clId="Web-{E0FB4A7F-2B9C-B82B-8FED-FCE862F8E211}" dt="2025-05-01T18:00:16.136" v="448"/>
        <pc:sldMkLst>
          <pc:docMk/>
          <pc:sldMk cId="3081568146" sldId="266"/>
        </pc:sldMkLst>
        <pc:spChg chg="mod">
          <ac:chgData name="Sadia Islam" userId="8f31278ef2b66ed2" providerId="Windows Live" clId="Web-{E0FB4A7F-2B9C-B82B-8FED-FCE862F8E211}" dt="2025-05-01T17:56:55.378" v="425" actId="1076"/>
          <ac:spMkLst>
            <pc:docMk/>
            <pc:sldMk cId="3081568146" sldId="266"/>
            <ac:spMk id="2" creationId="{86585B43-44A1-1924-8F0F-1DD9C3993EE9}"/>
          </ac:spMkLst>
        </pc:spChg>
        <pc:spChg chg="add del mod">
          <ac:chgData name="Sadia Islam" userId="8f31278ef2b66ed2" providerId="Windows Live" clId="Web-{E0FB4A7F-2B9C-B82B-8FED-FCE862F8E211}" dt="2025-05-01T17:52:35.369" v="394"/>
          <ac:spMkLst>
            <pc:docMk/>
            <pc:sldMk cId="3081568146" sldId="266"/>
            <ac:spMk id="3" creationId="{3D54AACA-D3A9-4E08-C4F0-7439F4A84355}"/>
          </ac:spMkLst>
        </pc:spChg>
        <pc:spChg chg="add">
          <ac:chgData name="Sadia Islam" userId="8f31278ef2b66ed2" providerId="Windows Live" clId="Web-{E0FB4A7F-2B9C-B82B-8FED-FCE862F8E211}" dt="2025-05-01T17:49:55.363" v="391"/>
          <ac:spMkLst>
            <pc:docMk/>
            <pc:sldMk cId="3081568146" sldId="266"/>
            <ac:spMk id="8" creationId="{20E7A827-4DD7-8A5A-4519-32BDA5CDBA31}"/>
          </ac:spMkLst>
        </pc:spChg>
        <pc:spChg chg="add">
          <ac:chgData name="Sadia Islam" userId="8f31278ef2b66ed2" providerId="Windows Live" clId="Web-{E0FB4A7F-2B9C-B82B-8FED-FCE862F8E211}" dt="2025-05-01T17:49:55.363" v="391"/>
          <ac:spMkLst>
            <pc:docMk/>
            <pc:sldMk cId="3081568146" sldId="266"/>
            <ac:spMk id="10" creationId="{1A75348D-3376-10BB-E89D-A72720D88A92}"/>
          </ac:spMkLst>
        </pc:spChg>
        <pc:spChg chg="add del mod">
          <ac:chgData name="Sadia Islam" userId="8f31278ef2b66ed2" providerId="Windows Live" clId="Web-{E0FB4A7F-2B9C-B82B-8FED-FCE862F8E211}" dt="2025-05-01T17:53:59.513" v="401"/>
          <ac:spMkLst>
            <pc:docMk/>
            <pc:sldMk cId="3081568146" sldId="266"/>
            <ac:spMk id="45" creationId="{4F9125DE-6837-1A15-4AEB-DB6AA31A2958}"/>
          </ac:spMkLst>
        </pc:spChg>
        <pc:spChg chg="add mod">
          <ac:chgData name="Sadia Islam" userId="8f31278ef2b66ed2" providerId="Windows Live" clId="Web-{E0FB4A7F-2B9C-B82B-8FED-FCE862F8E211}" dt="2025-05-01T17:56:22.237" v="421" actId="1076"/>
          <ac:spMkLst>
            <pc:docMk/>
            <pc:sldMk cId="3081568146" sldId="266"/>
            <ac:spMk id="56" creationId="{9AECD57D-21BA-D3FB-7447-A0928F161851}"/>
          </ac:spMkLst>
        </pc:spChg>
        <pc:spChg chg="add mod">
          <ac:chgData name="Sadia Islam" userId="8f31278ef2b66ed2" providerId="Windows Live" clId="Web-{E0FB4A7F-2B9C-B82B-8FED-FCE862F8E211}" dt="2025-05-01T17:57:50.568" v="434" actId="1076"/>
          <ac:spMkLst>
            <pc:docMk/>
            <pc:sldMk cId="3081568146" sldId="266"/>
            <ac:spMk id="67" creationId="{9F727479-0F86-C50B-9AB8-7B8ACD540E7B}"/>
          </ac:spMkLst>
        </pc:spChg>
        <pc:spChg chg="add mod">
          <ac:chgData name="Sadia Islam" userId="8f31278ef2b66ed2" providerId="Windows Live" clId="Web-{E0FB4A7F-2B9C-B82B-8FED-FCE862F8E211}" dt="2025-05-01T17:59:50.854" v="442"/>
          <ac:spMkLst>
            <pc:docMk/>
            <pc:sldMk cId="3081568146" sldId="266"/>
            <ac:spMk id="128" creationId="{F8D4D3F1-CFD4-52EE-19FE-0A0A7848B090}"/>
          </ac:spMkLst>
        </pc:spChg>
        <pc:spChg chg="add del mod">
          <ac:chgData name="Sadia Islam" userId="8f31278ef2b66ed2" providerId="Windows Live" clId="Web-{E0FB4A7F-2B9C-B82B-8FED-FCE862F8E211}" dt="2025-05-01T18:00:16.136" v="448"/>
          <ac:spMkLst>
            <pc:docMk/>
            <pc:sldMk cId="3081568146" sldId="266"/>
            <ac:spMk id="129" creationId="{7AC45EDA-9969-91A8-6609-16F8ED6C678E}"/>
          </ac:spMkLst>
        </pc:spChg>
        <pc:graphicFrameChg chg="add del">
          <ac:chgData name="Sadia Islam" userId="8f31278ef2b66ed2" providerId="Windows Live" clId="Web-{E0FB4A7F-2B9C-B82B-8FED-FCE862F8E211}" dt="2025-05-01T17:52:35.353" v="393"/>
          <ac:graphicFrameMkLst>
            <pc:docMk/>
            <pc:sldMk cId="3081568146" sldId="266"/>
            <ac:graphicFrameMk id="12" creationId="{A7D82902-B9E9-3D7F-DCE9-D7CDE4507104}"/>
          </ac:graphicFrameMkLst>
        </pc:graphicFrameChg>
        <pc:graphicFrameChg chg="add mod modGraphic">
          <ac:chgData name="Sadia Islam" userId="8f31278ef2b66ed2" providerId="Windows Live" clId="Web-{E0FB4A7F-2B9C-B82B-8FED-FCE862F8E211}" dt="2025-05-01T17:59:18.915" v="440" actId="20577"/>
          <ac:graphicFrameMkLst>
            <pc:docMk/>
            <pc:sldMk cId="3081568146" sldId="266"/>
            <ac:graphicFrameMk id="14" creationId="{C469B5C8-67DF-9127-B872-FD3262614EDE}"/>
          </ac:graphicFrameMkLst>
        </pc:graphicFrameChg>
      </pc:sldChg>
      <pc:sldMasterChg chg="mod modSldLayout">
        <pc:chgData name="Sadia Islam" userId="8f31278ef2b66ed2" providerId="Windows Live" clId="Web-{E0FB4A7F-2B9C-B82B-8FED-FCE862F8E211}" dt="2025-05-01T18:00:18.589" v="449"/>
        <pc:sldMasterMkLst>
          <pc:docMk/>
          <pc:sldMasterMk cId="2254247289" sldId="2147483685"/>
        </pc:sldMasterMkLst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2342537361" sldId="2147483674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1198374194" sldId="2147483675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4233352361" sldId="2147483676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2691715005" sldId="2147483677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2955982553" sldId="2147483678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2566509146" sldId="2147483679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2800635090" sldId="2147483680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332975444" sldId="2147483681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3629491405" sldId="2147483682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747471456" sldId="2147483683"/>
          </pc:sldLayoutMkLst>
        </pc:sldLayoutChg>
        <pc:sldLayoutChg chg="mod">
          <pc:chgData name="Sadia Islam" userId="8f31278ef2b66ed2" providerId="Windows Live" clId="Web-{E0FB4A7F-2B9C-B82B-8FED-FCE862F8E211}" dt="2025-05-01T18:00:18.589" v="449"/>
          <pc:sldLayoutMkLst>
            <pc:docMk/>
            <pc:sldMasterMk cId="2254247289" sldId="2147483685"/>
            <pc:sldLayoutMk cId="3187360502" sldId="214748368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59503A-14E6-4144-A62B-1A5B02B2C1F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19071A-5034-4EE4-94EE-F13C139FD8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/>
              <a:cs typeface="Times New Roman"/>
            </a:rPr>
            <a:t>database entries on hospitals</a:t>
          </a:r>
        </a:p>
      </dgm:t>
    </dgm:pt>
    <dgm:pt modelId="{49BA8765-CA76-479F-86EB-9AA110B94942}" type="parTrans" cxnId="{1226125D-0067-4809-ADA5-2A3902CEA35B}">
      <dgm:prSet/>
      <dgm:spPr/>
      <dgm:t>
        <a:bodyPr/>
        <a:lstStyle/>
        <a:p>
          <a:endParaRPr lang="en-US"/>
        </a:p>
      </dgm:t>
    </dgm:pt>
    <dgm:pt modelId="{EB509978-6688-491A-8F2A-9CB41D430E25}" type="sibTrans" cxnId="{1226125D-0067-4809-ADA5-2A3902CEA35B}">
      <dgm:prSet/>
      <dgm:spPr/>
      <dgm:t>
        <a:bodyPr/>
        <a:lstStyle/>
        <a:p>
          <a:endParaRPr lang="en-US"/>
        </a:p>
      </dgm:t>
    </dgm:pt>
    <dgm:pt modelId="{C130E3A6-51E7-4C29-AC26-E3ADD55BA7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/>
              <a:cs typeface="Times New Roman"/>
            </a:rPr>
            <a:t>transactions in banks</a:t>
          </a:r>
        </a:p>
      </dgm:t>
    </dgm:pt>
    <dgm:pt modelId="{60B5EE9D-A9CC-43A0-BFE7-214B7D66E3EE}" type="parTrans" cxnId="{D2D2F1B4-8549-440D-B80F-016AF5AA6F04}">
      <dgm:prSet/>
      <dgm:spPr/>
      <dgm:t>
        <a:bodyPr/>
        <a:lstStyle/>
        <a:p>
          <a:endParaRPr lang="en-US"/>
        </a:p>
      </dgm:t>
    </dgm:pt>
    <dgm:pt modelId="{6E3B4B08-4AA3-49D6-90D4-BD3CEF4889F8}" type="sibTrans" cxnId="{D2D2F1B4-8549-440D-B80F-016AF5AA6F04}">
      <dgm:prSet/>
      <dgm:spPr/>
      <dgm:t>
        <a:bodyPr/>
        <a:lstStyle/>
        <a:p>
          <a:endParaRPr lang="en-US"/>
        </a:p>
      </dgm:t>
    </dgm:pt>
    <dgm:pt modelId="{5A3BF3B0-C798-47A1-BFF9-C1F22A21B1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/>
              <a:cs typeface="Times New Roman"/>
            </a:rPr>
            <a:t>Administrator work in universities</a:t>
          </a:r>
        </a:p>
      </dgm:t>
    </dgm:pt>
    <dgm:pt modelId="{E32E1F86-FD32-4602-8562-0C5A3253545A}" type="parTrans" cxnId="{F61DC4FC-CD7A-4E15-934F-969BB7B6D9C0}">
      <dgm:prSet/>
      <dgm:spPr/>
      <dgm:t>
        <a:bodyPr/>
        <a:lstStyle/>
        <a:p>
          <a:endParaRPr lang="en-US"/>
        </a:p>
      </dgm:t>
    </dgm:pt>
    <dgm:pt modelId="{D994D455-6CEE-483B-BC4B-F0A74F1E4BC2}" type="sibTrans" cxnId="{F61DC4FC-CD7A-4E15-934F-969BB7B6D9C0}">
      <dgm:prSet/>
      <dgm:spPr/>
      <dgm:t>
        <a:bodyPr/>
        <a:lstStyle/>
        <a:p>
          <a:endParaRPr lang="en-US"/>
        </a:p>
      </dgm:t>
    </dgm:pt>
    <dgm:pt modelId="{94AB7E83-41AB-4591-A7D9-08526F012379}" type="pres">
      <dgm:prSet presAssocID="{6459503A-14E6-4144-A62B-1A5B02B2C1FA}" presName="root" presStyleCnt="0">
        <dgm:presLayoutVars>
          <dgm:dir/>
          <dgm:resizeHandles val="exact"/>
        </dgm:presLayoutVars>
      </dgm:prSet>
      <dgm:spPr/>
    </dgm:pt>
    <dgm:pt modelId="{F91583DE-EFB1-4C06-B3BD-E52C746D7C1E}" type="pres">
      <dgm:prSet presAssocID="{0819071A-5034-4EE4-94EE-F13C139FD885}" presName="compNode" presStyleCnt="0"/>
      <dgm:spPr/>
    </dgm:pt>
    <dgm:pt modelId="{5120CBAE-2229-419D-8ABF-92379A50F2DB}" type="pres">
      <dgm:prSet presAssocID="{0819071A-5034-4EE4-94EE-F13C139FD88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E2B59B9-98B6-4D54-A08D-15993A3C1C57}" type="pres">
      <dgm:prSet presAssocID="{0819071A-5034-4EE4-94EE-F13C139FD8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D24379E-95AE-4493-8AB3-AA0151B0D0BE}" type="pres">
      <dgm:prSet presAssocID="{0819071A-5034-4EE4-94EE-F13C139FD885}" presName="spaceRect" presStyleCnt="0"/>
      <dgm:spPr/>
    </dgm:pt>
    <dgm:pt modelId="{B3621945-90FE-4924-8BB1-04F86860B4DE}" type="pres">
      <dgm:prSet presAssocID="{0819071A-5034-4EE4-94EE-F13C139FD885}" presName="textRect" presStyleLbl="revTx" presStyleIdx="0" presStyleCnt="3">
        <dgm:presLayoutVars>
          <dgm:chMax val="1"/>
          <dgm:chPref val="1"/>
        </dgm:presLayoutVars>
      </dgm:prSet>
      <dgm:spPr/>
    </dgm:pt>
    <dgm:pt modelId="{6115C4C9-6229-419E-91E7-B1710E8A6C4C}" type="pres">
      <dgm:prSet presAssocID="{EB509978-6688-491A-8F2A-9CB41D430E25}" presName="sibTrans" presStyleCnt="0"/>
      <dgm:spPr/>
    </dgm:pt>
    <dgm:pt modelId="{53662436-F44A-4521-B5A4-84D29BAB6AA5}" type="pres">
      <dgm:prSet presAssocID="{C130E3A6-51E7-4C29-AC26-E3ADD55BA738}" presName="compNode" presStyleCnt="0"/>
      <dgm:spPr/>
    </dgm:pt>
    <dgm:pt modelId="{2ABE071E-217E-4987-BFEB-22F6C34C4A45}" type="pres">
      <dgm:prSet presAssocID="{C130E3A6-51E7-4C29-AC26-E3ADD55BA73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0DEB73B-B0FE-48EB-9813-FF9696686298}" type="pres">
      <dgm:prSet presAssocID="{C130E3A6-51E7-4C29-AC26-E3ADD55BA7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DCAAF04-D669-44EB-BE24-125232923F33}" type="pres">
      <dgm:prSet presAssocID="{C130E3A6-51E7-4C29-AC26-E3ADD55BA738}" presName="spaceRect" presStyleCnt="0"/>
      <dgm:spPr/>
    </dgm:pt>
    <dgm:pt modelId="{C28C61F2-BE09-4A2E-A1F9-28AB57E99ACE}" type="pres">
      <dgm:prSet presAssocID="{C130E3A6-51E7-4C29-AC26-E3ADD55BA738}" presName="textRect" presStyleLbl="revTx" presStyleIdx="1" presStyleCnt="3">
        <dgm:presLayoutVars>
          <dgm:chMax val="1"/>
          <dgm:chPref val="1"/>
        </dgm:presLayoutVars>
      </dgm:prSet>
      <dgm:spPr/>
    </dgm:pt>
    <dgm:pt modelId="{BB4A9A2A-B74D-443B-9DD8-1020386C1FDA}" type="pres">
      <dgm:prSet presAssocID="{6E3B4B08-4AA3-49D6-90D4-BD3CEF4889F8}" presName="sibTrans" presStyleCnt="0"/>
      <dgm:spPr/>
    </dgm:pt>
    <dgm:pt modelId="{2C0C47FE-7A0C-4DE0-9D7B-9AF5E5A7CB00}" type="pres">
      <dgm:prSet presAssocID="{5A3BF3B0-C798-47A1-BFF9-C1F22A21B1F6}" presName="compNode" presStyleCnt="0"/>
      <dgm:spPr/>
    </dgm:pt>
    <dgm:pt modelId="{16F3AE62-DD87-47AE-AE2C-78BBE97490C4}" type="pres">
      <dgm:prSet presAssocID="{5A3BF3B0-C798-47A1-BFF9-C1F22A21B1F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68E713B-A98B-4670-8A85-357E41D75A87}" type="pres">
      <dgm:prSet presAssocID="{5A3BF3B0-C798-47A1-BFF9-C1F22A21B1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0137C27-2971-4115-BCE9-DA95AD6E9FF8}" type="pres">
      <dgm:prSet presAssocID="{5A3BF3B0-C798-47A1-BFF9-C1F22A21B1F6}" presName="spaceRect" presStyleCnt="0"/>
      <dgm:spPr/>
    </dgm:pt>
    <dgm:pt modelId="{CD19B34A-9FA9-464E-837B-C47B439F0C5D}" type="pres">
      <dgm:prSet presAssocID="{5A3BF3B0-C798-47A1-BFF9-C1F22A21B1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26125D-0067-4809-ADA5-2A3902CEA35B}" srcId="{6459503A-14E6-4144-A62B-1A5B02B2C1FA}" destId="{0819071A-5034-4EE4-94EE-F13C139FD885}" srcOrd="0" destOrd="0" parTransId="{49BA8765-CA76-479F-86EB-9AA110B94942}" sibTransId="{EB509978-6688-491A-8F2A-9CB41D430E25}"/>
    <dgm:cxn modelId="{74D83B77-59BB-470A-862B-BF3021CEE0A1}" type="presOf" srcId="{0819071A-5034-4EE4-94EE-F13C139FD885}" destId="{B3621945-90FE-4924-8BB1-04F86860B4DE}" srcOrd="0" destOrd="0" presId="urn:microsoft.com/office/officeart/2018/5/layout/IconLeafLabelList"/>
    <dgm:cxn modelId="{7A9FA987-B36C-4EA2-B97C-5414170088FA}" type="presOf" srcId="{6459503A-14E6-4144-A62B-1A5B02B2C1FA}" destId="{94AB7E83-41AB-4591-A7D9-08526F012379}" srcOrd="0" destOrd="0" presId="urn:microsoft.com/office/officeart/2018/5/layout/IconLeafLabelList"/>
    <dgm:cxn modelId="{C45A8599-B9E8-4FAE-8190-9FB043E2DFD5}" type="presOf" srcId="{C130E3A6-51E7-4C29-AC26-E3ADD55BA738}" destId="{C28C61F2-BE09-4A2E-A1F9-28AB57E99ACE}" srcOrd="0" destOrd="0" presId="urn:microsoft.com/office/officeart/2018/5/layout/IconLeafLabelList"/>
    <dgm:cxn modelId="{0861D6A9-94D7-48BE-9632-5FFF2D5517CB}" type="presOf" srcId="{5A3BF3B0-C798-47A1-BFF9-C1F22A21B1F6}" destId="{CD19B34A-9FA9-464E-837B-C47B439F0C5D}" srcOrd="0" destOrd="0" presId="urn:microsoft.com/office/officeart/2018/5/layout/IconLeafLabelList"/>
    <dgm:cxn modelId="{D2D2F1B4-8549-440D-B80F-016AF5AA6F04}" srcId="{6459503A-14E6-4144-A62B-1A5B02B2C1FA}" destId="{C130E3A6-51E7-4C29-AC26-E3ADD55BA738}" srcOrd="1" destOrd="0" parTransId="{60B5EE9D-A9CC-43A0-BFE7-214B7D66E3EE}" sibTransId="{6E3B4B08-4AA3-49D6-90D4-BD3CEF4889F8}"/>
    <dgm:cxn modelId="{F61DC4FC-CD7A-4E15-934F-969BB7B6D9C0}" srcId="{6459503A-14E6-4144-A62B-1A5B02B2C1FA}" destId="{5A3BF3B0-C798-47A1-BFF9-C1F22A21B1F6}" srcOrd="2" destOrd="0" parTransId="{E32E1F86-FD32-4602-8562-0C5A3253545A}" sibTransId="{D994D455-6CEE-483B-BC4B-F0A74F1E4BC2}"/>
    <dgm:cxn modelId="{D276612A-99CD-4E23-BCE2-21F3D66120AE}" type="presParOf" srcId="{94AB7E83-41AB-4591-A7D9-08526F012379}" destId="{F91583DE-EFB1-4C06-B3BD-E52C746D7C1E}" srcOrd="0" destOrd="0" presId="urn:microsoft.com/office/officeart/2018/5/layout/IconLeafLabelList"/>
    <dgm:cxn modelId="{AA9EC4E6-76B5-4FDE-9EAB-47CB9F17D6CE}" type="presParOf" srcId="{F91583DE-EFB1-4C06-B3BD-E52C746D7C1E}" destId="{5120CBAE-2229-419D-8ABF-92379A50F2DB}" srcOrd="0" destOrd="0" presId="urn:microsoft.com/office/officeart/2018/5/layout/IconLeafLabelList"/>
    <dgm:cxn modelId="{ED3791DD-AAF6-4A4A-897F-DCCF51F76951}" type="presParOf" srcId="{F91583DE-EFB1-4C06-B3BD-E52C746D7C1E}" destId="{AE2B59B9-98B6-4D54-A08D-15993A3C1C57}" srcOrd="1" destOrd="0" presId="urn:microsoft.com/office/officeart/2018/5/layout/IconLeafLabelList"/>
    <dgm:cxn modelId="{761953BB-ED46-4A9F-85B6-3E2000C6E88E}" type="presParOf" srcId="{F91583DE-EFB1-4C06-B3BD-E52C746D7C1E}" destId="{ED24379E-95AE-4493-8AB3-AA0151B0D0BE}" srcOrd="2" destOrd="0" presId="urn:microsoft.com/office/officeart/2018/5/layout/IconLeafLabelList"/>
    <dgm:cxn modelId="{00508C88-41D5-4E32-BFC9-CE3CA14417D3}" type="presParOf" srcId="{F91583DE-EFB1-4C06-B3BD-E52C746D7C1E}" destId="{B3621945-90FE-4924-8BB1-04F86860B4DE}" srcOrd="3" destOrd="0" presId="urn:microsoft.com/office/officeart/2018/5/layout/IconLeafLabelList"/>
    <dgm:cxn modelId="{C283B6F7-DEE8-4B37-8D70-8C48E22C38C1}" type="presParOf" srcId="{94AB7E83-41AB-4591-A7D9-08526F012379}" destId="{6115C4C9-6229-419E-91E7-B1710E8A6C4C}" srcOrd="1" destOrd="0" presId="urn:microsoft.com/office/officeart/2018/5/layout/IconLeafLabelList"/>
    <dgm:cxn modelId="{E99F675A-932D-4D32-B8E4-9761BD902640}" type="presParOf" srcId="{94AB7E83-41AB-4591-A7D9-08526F012379}" destId="{53662436-F44A-4521-B5A4-84D29BAB6AA5}" srcOrd="2" destOrd="0" presId="urn:microsoft.com/office/officeart/2018/5/layout/IconLeafLabelList"/>
    <dgm:cxn modelId="{7AF93939-FA36-48CF-91B3-6693F27CDC4D}" type="presParOf" srcId="{53662436-F44A-4521-B5A4-84D29BAB6AA5}" destId="{2ABE071E-217E-4987-BFEB-22F6C34C4A45}" srcOrd="0" destOrd="0" presId="urn:microsoft.com/office/officeart/2018/5/layout/IconLeafLabelList"/>
    <dgm:cxn modelId="{B4A33A14-40E6-4FA3-A504-2E14B2167A80}" type="presParOf" srcId="{53662436-F44A-4521-B5A4-84D29BAB6AA5}" destId="{80DEB73B-B0FE-48EB-9813-FF9696686298}" srcOrd="1" destOrd="0" presId="urn:microsoft.com/office/officeart/2018/5/layout/IconLeafLabelList"/>
    <dgm:cxn modelId="{95E0A415-8D99-4545-971E-B8628146DBCB}" type="presParOf" srcId="{53662436-F44A-4521-B5A4-84D29BAB6AA5}" destId="{7DCAAF04-D669-44EB-BE24-125232923F33}" srcOrd="2" destOrd="0" presId="urn:microsoft.com/office/officeart/2018/5/layout/IconLeafLabelList"/>
    <dgm:cxn modelId="{4ECFDE3C-1118-4A75-85BE-9A50BB58CB06}" type="presParOf" srcId="{53662436-F44A-4521-B5A4-84D29BAB6AA5}" destId="{C28C61F2-BE09-4A2E-A1F9-28AB57E99ACE}" srcOrd="3" destOrd="0" presId="urn:microsoft.com/office/officeart/2018/5/layout/IconLeafLabelList"/>
    <dgm:cxn modelId="{7B6F9C30-A409-4E97-B2FD-43C9EB4482AC}" type="presParOf" srcId="{94AB7E83-41AB-4591-A7D9-08526F012379}" destId="{BB4A9A2A-B74D-443B-9DD8-1020386C1FDA}" srcOrd="3" destOrd="0" presId="urn:microsoft.com/office/officeart/2018/5/layout/IconLeafLabelList"/>
    <dgm:cxn modelId="{039ACAAA-AF4B-40EA-9765-262BB4FF548A}" type="presParOf" srcId="{94AB7E83-41AB-4591-A7D9-08526F012379}" destId="{2C0C47FE-7A0C-4DE0-9D7B-9AF5E5A7CB00}" srcOrd="4" destOrd="0" presId="urn:microsoft.com/office/officeart/2018/5/layout/IconLeafLabelList"/>
    <dgm:cxn modelId="{9B863DCA-9CD3-4F04-BBDF-FA14DECFBCAC}" type="presParOf" srcId="{2C0C47FE-7A0C-4DE0-9D7B-9AF5E5A7CB00}" destId="{16F3AE62-DD87-47AE-AE2C-78BBE97490C4}" srcOrd="0" destOrd="0" presId="urn:microsoft.com/office/officeart/2018/5/layout/IconLeafLabelList"/>
    <dgm:cxn modelId="{9C2CEB53-DB31-4A84-9487-B65F65EF5E32}" type="presParOf" srcId="{2C0C47FE-7A0C-4DE0-9D7B-9AF5E5A7CB00}" destId="{268E713B-A98B-4670-8A85-357E41D75A87}" srcOrd="1" destOrd="0" presId="urn:microsoft.com/office/officeart/2018/5/layout/IconLeafLabelList"/>
    <dgm:cxn modelId="{F015AD45-8B53-4196-B75E-BFB381202ACE}" type="presParOf" srcId="{2C0C47FE-7A0C-4DE0-9D7B-9AF5E5A7CB00}" destId="{D0137C27-2971-4115-BCE9-DA95AD6E9FF8}" srcOrd="2" destOrd="0" presId="urn:microsoft.com/office/officeart/2018/5/layout/IconLeafLabelList"/>
    <dgm:cxn modelId="{7B45A01B-BBEB-4BF2-A61E-43C63D6F46F0}" type="presParOf" srcId="{2C0C47FE-7A0C-4DE0-9D7B-9AF5E5A7CB00}" destId="{CD19B34A-9FA9-464E-837B-C47B439F0C5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7ECFC7-883A-42D9-8531-266ECB6BD7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DFD723-A709-49A3-BFD1-F0245BA60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High Availability: If a link or device fails, network continues smoothly.</a:t>
          </a:r>
        </a:p>
      </dgm:t>
    </dgm:pt>
    <dgm:pt modelId="{72FDEDAA-2572-4E7D-A263-BA2B972F734D}" type="parTrans" cxnId="{175ADD70-9F06-4376-ABE9-86EB9B06082D}">
      <dgm:prSet/>
      <dgm:spPr/>
      <dgm:t>
        <a:bodyPr/>
        <a:lstStyle/>
        <a:p>
          <a:endParaRPr lang="en-US"/>
        </a:p>
      </dgm:t>
    </dgm:pt>
    <dgm:pt modelId="{ED774503-76E6-4C0F-8437-D05BDA70921F}" type="sibTrans" cxnId="{175ADD70-9F06-4376-ABE9-86EB9B06082D}">
      <dgm:prSet/>
      <dgm:spPr/>
      <dgm:t>
        <a:bodyPr/>
        <a:lstStyle/>
        <a:p>
          <a:endParaRPr lang="en-US"/>
        </a:p>
      </dgm:t>
    </dgm:pt>
    <dgm:pt modelId="{04DD693D-4837-46C8-93D5-6CEA4BED9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Automatic Recovery: No need for manual intervention.</a:t>
          </a:r>
        </a:p>
      </dgm:t>
    </dgm:pt>
    <dgm:pt modelId="{646B4204-0894-4186-BDF9-786818A05923}" type="parTrans" cxnId="{05865696-59F4-448A-919F-D5636C4C1D5F}">
      <dgm:prSet/>
      <dgm:spPr/>
      <dgm:t>
        <a:bodyPr/>
        <a:lstStyle/>
        <a:p>
          <a:endParaRPr lang="en-US"/>
        </a:p>
      </dgm:t>
    </dgm:pt>
    <dgm:pt modelId="{31DC0865-8073-43EB-A5B0-ED161DCF41E4}" type="sibTrans" cxnId="{05865696-59F4-448A-919F-D5636C4C1D5F}">
      <dgm:prSet/>
      <dgm:spPr/>
      <dgm:t>
        <a:bodyPr/>
        <a:lstStyle/>
        <a:p>
          <a:endParaRPr lang="en-US"/>
        </a:p>
      </dgm:t>
    </dgm:pt>
    <dgm:pt modelId="{705671B0-7DDD-455B-96E4-15EC35F21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Zero Downtime: For users, they don’t notice anything went wrong.</a:t>
          </a:r>
        </a:p>
      </dgm:t>
    </dgm:pt>
    <dgm:pt modelId="{6E4D8BB6-2A66-4966-8C05-B03A8EFC641D}" type="parTrans" cxnId="{50D6BC7C-10E3-43E2-BDD0-312D0573FC68}">
      <dgm:prSet/>
      <dgm:spPr/>
      <dgm:t>
        <a:bodyPr/>
        <a:lstStyle/>
        <a:p>
          <a:endParaRPr lang="en-US"/>
        </a:p>
      </dgm:t>
    </dgm:pt>
    <dgm:pt modelId="{91B08E81-18CF-4071-BAFD-57CE36AF0A88}" type="sibTrans" cxnId="{50D6BC7C-10E3-43E2-BDD0-312D0573FC68}">
      <dgm:prSet/>
      <dgm:spPr/>
      <dgm:t>
        <a:bodyPr/>
        <a:lstStyle/>
        <a:p>
          <a:endParaRPr lang="en-US"/>
        </a:p>
      </dgm:t>
    </dgm:pt>
    <dgm:pt modelId="{7610BEB9-B6B1-47A9-9BEF-2192C52179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Enhanced Network Reliability: Essential for mission-critical applications.</a:t>
          </a:r>
        </a:p>
      </dgm:t>
    </dgm:pt>
    <dgm:pt modelId="{6F30B5FA-8B99-4FD0-BCAF-ED94265013F5}" type="parTrans" cxnId="{54DC027C-5C72-4E05-9C0A-DEBA2AAC989C}">
      <dgm:prSet/>
      <dgm:spPr/>
      <dgm:t>
        <a:bodyPr/>
        <a:lstStyle/>
        <a:p>
          <a:endParaRPr lang="en-US"/>
        </a:p>
      </dgm:t>
    </dgm:pt>
    <dgm:pt modelId="{532784DC-7365-41E3-88C3-059C662BACD1}" type="sibTrans" cxnId="{54DC027C-5C72-4E05-9C0A-DEBA2AAC989C}">
      <dgm:prSet/>
      <dgm:spPr/>
      <dgm:t>
        <a:bodyPr/>
        <a:lstStyle/>
        <a:p>
          <a:endParaRPr lang="en-US"/>
        </a:p>
      </dgm:t>
    </dgm:pt>
    <dgm:pt modelId="{1C4BD2F8-EC8E-42B7-B2E3-3EBCFDAF19E4}" type="pres">
      <dgm:prSet presAssocID="{6A7ECFC7-883A-42D9-8531-266ECB6BD7ED}" presName="root" presStyleCnt="0">
        <dgm:presLayoutVars>
          <dgm:dir/>
          <dgm:resizeHandles val="exact"/>
        </dgm:presLayoutVars>
      </dgm:prSet>
      <dgm:spPr/>
    </dgm:pt>
    <dgm:pt modelId="{8866D6E7-5D59-49A2-90BD-D997B1F2CF9C}" type="pres">
      <dgm:prSet presAssocID="{06DFD723-A709-49A3-BFD1-F0245BA60423}" presName="compNode" presStyleCnt="0"/>
      <dgm:spPr/>
    </dgm:pt>
    <dgm:pt modelId="{DA580597-F008-47D0-90CF-58CA0771800A}" type="pres">
      <dgm:prSet presAssocID="{06DFD723-A709-49A3-BFD1-F0245BA60423}" presName="bgRect" presStyleLbl="bgShp" presStyleIdx="0" presStyleCnt="4"/>
      <dgm:spPr/>
    </dgm:pt>
    <dgm:pt modelId="{4DEA1173-289F-4EA0-9469-D212C9361A79}" type="pres">
      <dgm:prSet presAssocID="{06DFD723-A709-49A3-BFD1-F0245BA604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D0CCAE46-5CA0-466F-B14B-F9C9773A15F9}" type="pres">
      <dgm:prSet presAssocID="{06DFD723-A709-49A3-BFD1-F0245BA60423}" presName="spaceRect" presStyleCnt="0"/>
      <dgm:spPr/>
    </dgm:pt>
    <dgm:pt modelId="{33736AE3-4B0D-4845-9068-1462FC281069}" type="pres">
      <dgm:prSet presAssocID="{06DFD723-A709-49A3-BFD1-F0245BA60423}" presName="parTx" presStyleLbl="revTx" presStyleIdx="0" presStyleCnt="4">
        <dgm:presLayoutVars>
          <dgm:chMax val="0"/>
          <dgm:chPref val="0"/>
        </dgm:presLayoutVars>
      </dgm:prSet>
      <dgm:spPr/>
    </dgm:pt>
    <dgm:pt modelId="{33A5A54D-2A81-42E9-AA5F-B6D5F8DB91B0}" type="pres">
      <dgm:prSet presAssocID="{ED774503-76E6-4C0F-8437-D05BDA70921F}" presName="sibTrans" presStyleCnt="0"/>
      <dgm:spPr/>
    </dgm:pt>
    <dgm:pt modelId="{F05BB1AB-B085-454D-9086-CBCB449F461D}" type="pres">
      <dgm:prSet presAssocID="{04DD693D-4837-46C8-93D5-6CEA4BED944A}" presName="compNode" presStyleCnt="0"/>
      <dgm:spPr/>
    </dgm:pt>
    <dgm:pt modelId="{96ED788A-3E75-493A-9830-06F93683B9BF}" type="pres">
      <dgm:prSet presAssocID="{04DD693D-4837-46C8-93D5-6CEA4BED944A}" presName="bgRect" presStyleLbl="bgShp" presStyleIdx="1" presStyleCnt="4"/>
      <dgm:spPr/>
    </dgm:pt>
    <dgm:pt modelId="{5AC910E6-888F-4D55-B3B4-EAD0E214D896}" type="pres">
      <dgm:prSet presAssocID="{04DD693D-4837-46C8-93D5-6CEA4BED94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564F288-39F9-4CB7-9A29-380832B09BA3}" type="pres">
      <dgm:prSet presAssocID="{04DD693D-4837-46C8-93D5-6CEA4BED944A}" presName="spaceRect" presStyleCnt="0"/>
      <dgm:spPr/>
    </dgm:pt>
    <dgm:pt modelId="{9DCBCCD0-87C0-4642-8145-FF2C51BFC381}" type="pres">
      <dgm:prSet presAssocID="{04DD693D-4837-46C8-93D5-6CEA4BED944A}" presName="parTx" presStyleLbl="revTx" presStyleIdx="1" presStyleCnt="4">
        <dgm:presLayoutVars>
          <dgm:chMax val="0"/>
          <dgm:chPref val="0"/>
        </dgm:presLayoutVars>
      </dgm:prSet>
      <dgm:spPr/>
    </dgm:pt>
    <dgm:pt modelId="{C32DED77-888F-40EA-9402-1B1B86431996}" type="pres">
      <dgm:prSet presAssocID="{31DC0865-8073-43EB-A5B0-ED161DCF41E4}" presName="sibTrans" presStyleCnt="0"/>
      <dgm:spPr/>
    </dgm:pt>
    <dgm:pt modelId="{D4C884C5-61A3-45E2-8374-058B32F3EA17}" type="pres">
      <dgm:prSet presAssocID="{705671B0-7DDD-455B-96E4-15EC35F21D59}" presName="compNode" presStyleCnt="0"/>
      <dgm:spPr/>
    </dgm:pt>
    <dgm:pt modelId="{F755378D-E0DD-469C-B239-B910979BE32C}" type="pres">
      <dgm:prSet presAssocID="{705671B0-7DDD-455B-96E4-15EC35F21D59}" presName="bgRect" presStyleLbl="bgShp" presStyleIdx="2" presStyleCnt="4"/>
      <dgm:spPr/>
    </dgm:pt>
    <dgm:pt modelId="{A5291404-F9CE-48C5-BC18-19308E576417}" type="pres">
      <dgm:prSet presAssocID="{705671B0-7DDD-455B-96E4-15EC35F21D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A55070B3-59AA-42D8-AAB2-4E9FAF860FB0}" type="pres">
      <dgm:prSet presAssocID="{705671B0-7DDD-455B-96E4-15EC35F21D59}" presName="spaceRect" presStyleCnt="0"/>
      <dgm:spPr/>
    </dgm:pt>
    <dgm:pt modelId="{37C8EE95-569F-460A-8828-6F18303CA679}" type="pres">
      <dgm:prSet presAssocID="{705671B0-7DDD-455B-96E4-15EC35F21D59}" presName="parTx" presStyleLbl="revTx" presStyleIdx="2" presStyleCnt="4">
        <dgm:presLayoutVars>
          <dgm:chMax val="0"/>
          <dgm:chPref val="0"/>
        </dgm:presLayoutVars>
      </dgm:prSet>
      <dgm:spPr/>
    </dgm:pt>
    <dgm:pt modelId="{CB278FE0-F082-4D66-A60B-F7DD9965F805}" type="pres">
      <dgm:prSet presAssocID="{91B08E81-18CF-4071-BAFD-57CE36AF0A88}" presName="sibTrans" presStyleCnt="0"/>
      <dgm:spPr/>
    </dgm:pt>
    <dgm:pt modelId="{3914678B-500D-4B23-A734-288A10E5123E}" type="pres">
      <dgm:prSet presAssocID="{7610BEB9-B6B1-47A9-9BEF-2192C52179A6}" presName="compNode" presStyleCnt="0"/>
      <dgm:spPr/>
    </dgm:pt>
    <dgm:pt modelId="{C7E9B071-E7B1-4FA6-9ECB-07589BC88644}" type="pres">
      <dgm:prSet presAssocID="{7610BEB9-B6B1-47A9-9BEF-2192C52179A6}" presName="bgRect" presStyleLbl="bgShp" presStyleIdx="3" presStyleCnt="4"/>
      <dgm:spPr/>
    </dgm:pt>
    <dgm:pt modelId="{2CEC25BD-65C3-4959-85DA-7170AF7DDC1C}" type="pres">
      <dgm:prSet presAssocID="{7610BEB9-B6B1-47A9-9BEF-2192C52179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E4879A55-30AE-4839-B531-04B8B3D2D470}" type="pres">
      <dgm:prSet presAssocID="{7610BEB9-B6B1-47A9-9BEF-2192C52179A6}" presName="spaceRect" presStyleCnt="0"/>
      <dgm:spPr/>
    </dgm:pt>
    <dgm:pt modelId="{343AFA17-EB41-4AFE-9D05-D808B8B10D5B}" type="pres">
      <dgm:prSet presAssocID="{7610BEB9-B6B1-47A9-9BEF-2192C52179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839B1C-B94D-45F0-A4F2-9A46286015E7}" type="presOf" srcId="{06DFD723-A709-49A3-BFD1-F0245BA60423}" destId="{33736AE3-4B0D-4845-9068-1462FC281069}" srcOrd="0" destOrd="0" presId="urn:microsoft.com/office/officeart/2018/2/layout/IconVerticalSolidList"/>
    <dgm:cxn modelId="{4A61E835-DA76-4E50-9597-CFFA9410B58F}" type="presOf" srcId="{6A7ECFC7-883A-42D9-8531-266ECB6BD7ED}" destId="{1C4BD2F8-EC8E-42B7-B2E3-3EBCFDAF19E4}" srcOrd="0" destOrd="0" presId="urn:microsoft.com/office/officeart/2018/2/layout/IconVerticalSolidList"/>
    <dgm:cxn modelId="{DB197E6F-0DDC-4BFC-9077-B70057AA3B7B}" type="presOf" srcId="{705671B0-7DDD-455B-96E4-15EC35F21D59}" destId="{37C8EE95-569F-460A-8828-6F18303CA679}" srcOrd="0" destOrd="0" presId="urn:microsoft.com/office/officeart/2018/2/layout/IconVerticalSolidList"/>
    <dgm:cxn modelId="{539A2850-21A0-4A2D-BFDD-7F7AA267F99E}" type="presOf" srcId="{04DD693D-4837-46C8-93D5-6CEA4BED944A}" destId="{9DCBCCD0-87C0-4642-8145-FF2C51BFC381}" srcOrd="0" destOrd="0" presId="urn:microsoft.com/office/officeart/2018/2/layout/IconVerticalSolidList"/>
    <dgm:cxn modelId="{175ADD70-9F06-4376-ABE9-86EB9B06082D}" srcId="{6A7ECFC7-883A-42D9-8531-266ECB6BD7ED}" destId="{06DFD723-A709-49A3-BFD1-F0245BA60423}" srcOrd="0" destOrd="0" parTransId="{72FDEDAA-2572-4E7D-A263-BA2B972F734D}" sibTransId="{ED774503-76E6-4C0F-8437-D05BDA70921F}"/>
    <dgm:cxn modelId="{DCFA8779-CAA7-46ED-88FA-7DF234EA7C29}" type="presOf" srcId="{7610BEB9-B6B1-47A9-9BEF-2192C52179A6}" destId="{343AFA17-EB41-4AFE-9D05-D808B8B10D5B}" srcOrd="0" destOrd="0" presId="urn:microsoft.com/office/officeart/2018/2/layout/IconVerticalSolidList"/>
    <dgm:cxn modelId="{54DC027C-5C72-4E05-9C0A-DEBA2AAC989C}" srcId="{6A7ECFC7-883A-42D9-8531-266ECB6BD7ED}" destId="{7610BEB9-B6B1-47A9-9BEF-2192C52179A6}" srcOrd="3" destOrd="0" parTransId="{6F30B5FA-8B99-4FD0-BCAF-ED94265013F5}" sibTransId="{532784DC-7365-41E3-88C3-059C662BACD1}"/>
    <dgm:cxn modelId="{50D6BC7C-10E3-43E2-BDD0-312D0573FC68}" srcId="{6A7ECFC7-883A-42D9-8531-266ECB6BD7ED}" destId="{705671B0-7DDD-455B-96E4-15EC35F21D59}" srcOrd="2" destOrd="0" parTransId="{6E4D8BB6-2A66-4966-8C05-B03A8EFC641D}" sibTransId="{91B08E81-18CF-4071-BAFD-57CE36AF0A88}"/>
    <dgm:cxn modelId="{05865696-59F4-448A-919F-D5636C4C1D5F}" srcId="{6A7ECFC7-883A-42D9-8531-266ECB6BD7ED}" destId="{04DD693D-4837-46C8-93D5-6CEA4BED944A}" srcOrd="1" destOrd="0" parTransId="{646B4204-0894-4186-BDF9-786818A05923}" sibTransId="{31DC0865-8073-43EB-A5B0-ED161DCF41E4}"/>
    <dgm:cxn modelId="{CF26F0FD-C865-492A-BE57-2E8AEA68F3B5}" type="presParOf" srcId="{1C4BD2F8-EC8E-42B7-B2E3-3EBCFDAF19E4}" destId="{8866D6E7-5D59-49A2-90BD-D997B1F2CF9C}" srcOrd="0" destOrd="0" presId="urn:microsoft.com/office/officeart/2018/2/layout/IconVerticalSolidList"/>
    <dgm:cxn modelId="{BE366C3A-07AD-4745-B281-89CDA038CCBA}" type="presParOf" srcId="{8866D6E7-5D59-49A2-90BD-D997B1F2CF9C}" destId="{DA580597-F008-47D0-90CF-58CA0771800A}" srcOrd="0" destOrd="0" presId="urn:microsoft.com/office/officeart/2018/2/layout/IconVerticalSolidList"/>
    <dgm:cxn modelId="{7197A0EB-5036-4A5F-AA04-72B46F65DFE2}" type="presParOf" srcId="{8866D6E7-5D59-49A2-90BD-D997B1F2CF9C}" destId="{4DEA1173-289F-4EA0-9469-D212C9361A79}" srcOrd="1" destOrd="0" presId="urn:microsoft.com/office/officeart/2018/2/layout/IconVerticalSolidList"/>
    <dgm:cxn modelId="{0A7BE87C-8296-43C4-ADB7-08E7AFB79138}" type="presParOf" srcId="{8866D6E7-5D59-49A2-90BD-D997B1F2CF9C}" destId="{D0CCAE46-5CA0-466F-B14B-F9C9773A15F9}" srcOrd="2" destOrd="0" presId="urn:microsoft.com/office/officeart/2018/2/layout/IconVerticalSolidList"/>
    <dgm:cxn modelId="{ADCCF60E-49E4-43C9-9B64-D95E7A4366C6}" type="presParOf" srcId="{8866D6E7-5D59-49A2-90BD-D997B1F2CF9C}" destId="{33736AE3-4B0D-4845-9068-1462FC281069}" srcOrd="3" destOrd="0" presId="urn:microsoft.com/office/officeart/2018/2/layout/IconVerticalSolidList"/>
    <dgm:cxn modelId="{0B426182-57AD-455D-8381-EFDBF52EF8DC}" type="presParOf" srcId="{1C4BD2F8-EC8E-42B7-B2E3-3EBCFDAF19E4}" destId="{33A5A54D-2A81-42E9-AA5F-B6D5F8DB91B0}" srcOrd="1" destOrd="0" presId="urn:microsoft.com/office/officeart/2018/2/layout/IconVerticalSolidList"/>
    <dgm:cxn modelId="{BA366B2F-18DC-4C12-9E56-6C7EE392F20D}" type="presParOf" srcId="{1C4BD2F8-EC8E-42B7-B2E3-3EBCFDAF19E4}" destId="{F05BB1AB-B085-454D-9086-CBCB449F461D}" srcOrd="2" destOrd="0" presId="urn:microsoft.com/office/officeart/2018/2/layout/IconVerticalSolidList"/>
    <dgm:cxn modelId="{06FB8B59-32B1-4AB5-9000-38A4063C6FAF}" type="presParOf" srcId="{F05BB1AB-B085-454D-9086-CBCB449F461D}" destId="{96ED788A-3E75-493A-9830-06F93683B9BF}" srcOrd="0" destOrd="0" presId="urn:microsoft.com/office/officeart/2018/2/layout/IconVerticalSolidList"/>
    <dgm:cxn modelId="{4A0E5525-4DB4-4B9A-B684-0CCD6DED71EA}" type="presParOf" srcId="{F05BB1AB-B085-454D-9086-CBCB449F461D}" destId="{5AC910E6-888F-4D55-B3B4-EAD0E214D896}" srcOrd="1" destOrd="0" presId="urn:microsoft.com/office/officeart/2018/2/layout/IconVerticalSolidList"/>
    <dgm:cxn modelId="{413AAF97-80C9-41CB-8EF8-61B49B906E56}" type="presParOf" srcId="{F05BB1AB-B085-454D-9086-CBCB449F461D}" destId="{0564F288-39F9-4CB7-9A29-380832B09BA3}" srcOrd="2" destOrd="0" presId="urn:microsoft.com/office/officeart/2018/2/layout/IconVerticalSolidList"/>
    <dgm:cxn modelId="{C62077CB-1C57-43C1-B2E5-5A5E3AEFAF58}" type="presParOf" srcId="{F05BB1AB-B085-454D-9086-CBCB449F461D}" destId="{9DCBCCD0-87C0-4642-8145-FF2C51BFC381}" srcOrd="3" destOrd="0" presId="urn:microsoft.com/office/officeart/2018/2/layout/IconVerticalSolidList"/>
    <dgm:cxn modelId="{43D85452-69F5-4CDA-8591-279FD46DB1E5}" type="presParOf" srcId="{1C4BD2F8-EC8E-42B7-B2E3-3EBCFDAF19E4}" destId="{C32DED77-888F-40EA-9402-1B1B86431996}" srcOrd="3" destOrd="0" presId="urn:microsoft.com/office/officeart/2018/2/layout/IconVerticalSolidList"/>
    <dgm:cxn modelId="{93927F06-A4B0-4E61-9A72-07473CA3F0A9}" type="presParOf" srcId="{1C4BD2F8-EC8E-42B7-B2E3-3EBCFDAF19E4}" destId="{D4C884C5-61A3-45E2-8374-058B32F3EA17}" srcOrd="4" destOrd="0" presId="urn:microsoft.com/office/officeart/2018/2/layout/IconVerticalSolidList"/>
    <dgm:cxn modelId="{E4FDE825-1360-4BE2-ACF4-7DEB89A4A756}" type="presParOf" srcId="{D4C884C5-61A3-45E2-8374-058B32F3EA17}" destId="{F755378D-E0DD-469C-B239-B910979BE32C}" srcOrd="0" destOrd="0" presId="urn:microsoft.com/office/officeart/2018/2/layout/IconVerticalSolidList"/>
    <dgm:cxn modelId="{F87B2268-E9E4-4CF7-A275-BBB2C219A30F}" type="presParOf" srcId="{D4C884C5-61A3-45E2-8374-058B32F3EA17}" destId="{A5291404-F9CE-48C5-BC18-19308E576417}" srcOrd="1" destOrd="0" presId="urn:microsoft.com/office/officeart/2018/2/layout/IconVerticalSolidList"/>
    <dgm:cxn modelId="{71BAAEE0-EE15-4BF3-BA99-A20C27646CFB}" type="presParOf" srcId="{D4C884C5-61A3-45E2-8374-058B32F3EA17}" destId="{A55070B3-59AA-42D8-AAB2-4E9FAF860FB0}" srcOrd="2" destOrd="0" presId="urn:microsoft.com/office/officeart/2018/2/layout/IconVerticalSolidList"/>
    <dgm:cxn modelId="{B685E134-AEB8-4534-8ABB-7BC649888DDC}" type="presParOf" srcId="{D4C884C5-61A3-45E2-8374-058B32F3EA17}" destId="{37C8EE95-569F-460A-8828-6F18303CA679}" srcOrd="3" destOrd="0" presId="urn:microsoft.com/office/officeart/2018/2/layout/IconVerticalSolidList"/>
    <dgm:cxn modelId="{9BFE259A-30BC-4250-BBE6-63FC3498D230}" type="presParOf" srcId="{1C4BD2F8-EC8E-42B7-B2E3-3EBCFDAF19E4}" destId="{CB278FE0-F082-4D66-A60B-F7DD9965F805}" srcOrd="5" destOrd="0" presId="urn:microsoft.com/office/officeart/2018/2/layout/IconVerticalSolidList"/>
    <dgm:cxn modelId="{AE402F40-2CEA-44E9-98FF-D622909FDB96}" type="presParOf" srcId="{1C4BD2F8-EC8E-42B7-B2E3-3EBCFDAF19E4}" destId="{3914678B-500D-4B23-A734-288A10E5123E}" srcOrd="6" destOrd="0" presId="urn:microsoft.com/office/officeart/2018/2/layout/IconVerticalSolidList"/>
    <dgm:cxn modelId="{A5B813DA-8E24-4CAC-A39F-91BF3344C377}" type="presParOf" srcId="{3914678B-500D-4B23-A734-288A10E5123E}" destId="{C7E9B071-E7B1-4FA6-9ECB-07589BC88644}" srcOrd="0" destOrd="0" presId="urn:microsoft.com/office/officeart/2018/2/layout/IconVerticalSolidList"/>
    <dgm:cxn modelId="{F40E15D1-335B-4A7C-89BC-01A84548F747}" type="presParOf" srcId="{3914678B-500D-4B23-A734-288A10E5123E}" destId="{2CEC25BD-65C3-4959-85DA-7170AF7DDC1C}" srcOrd="1" destOrd="0" presId="urn:microsoft.com/office/officeart/2018/2/layout/IconVerticalSolidList"/>
    <dgm:cxn modelId="{C0F42372-B32B-44DA-9978-392CEB8B1368}" type="presParOf" srcId="{3914678B-500D-4B23-A734-288A10E5123E}" destId="{E4879A55-30AE-4839-B531-04B8B3D2D470}" srcOrd="2" destOrd="0" presId="urn:microsoft.com/office/officeart/2018/2/layout/IconVerticalSolidList"/>
    <dgm:cxn modelId="{C5C2F3B2-CD3A-4FC8-BD5C-0DD982D6B851}" type="presParOf" srcId="{3914678B-500D-4B23-A734-288A10E5123E}" destId="{343AFA17-EB41-4AFE-9D05-D808B8B10D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0CBAE-2229-419D-8ABF-92379A50F2DB}">
      <dsp:nvSpPr>
        <dsp:cNvPr id="0" name=""/>
        <dsp:cNvSpPr/>
      </dsp:nvSpPr>
      <dsp:spPr>
        <a:xfrm>
          <a:off x="413786" y="583347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B59B9-98B6-4D54-A08D-15993A3C1C57}">
      <dsp:nvSpPr>
        <dsp:cNvPr id="0" name=""/>
        <dsp:cNvSpPr/>
      </dsp:nvSpPr>
      <dsp:spPr>
        <a:xfrm>
          <a:off x="684348" y="853909"/>
          <a:ext cx="728437" cy="728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21945-90FE-4924-8BB1-04F86860B4DE}">
      <dsp:nvSpPr>
        <dsp:cNvPr id="0" name=""/>
        <dsp:cNvSpPr/>
      </dsp:nvSpPr>
      <dsp:spPr>
        <a:xfrm>
          <a:off x="7942" y="224834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Times New Roman"/>
              <a:cs typeface="Times New Roman"/>
            </a:rPr>
            <a:t>database entries on hospitals</a:t>
          </a:r>
        </a:p>
      </dsp:txBody>
      <dsp:txXfrm>
        <a:off x="7942" y="2248347"/>
        <a:ext cx="2081250" cy="720000"/>
      </dsp:txXfrm>
    </dsp:sp>
    <dsp:sp modelId="{2ABE071E-217E-4987-BFEB-22F6C34C4A45}">
      <dsp:nvSpPr>
        <dsp:cNvPr id="0" name=""/>
        <dsp:cNvSpPr/>
      </dsp:nvSpPr>
      <dsp:spPr>
        <a:xfrm>
          <a:off x="2859254" y="583347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EB73B-B0FE-48EB-9813-FF9696686298}">
      <dsp:nvSpPr>
        <dsp:cNvPr id="0" name=""/>
        <dsp:cNvSpPr/>
      </dsp:nvSpPr>
      <dsp:spPr>
        <a:xfrm>
          <a:off x="3129817" y="853909"/>
          <a:ext cx="728437" cy="728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C61F2-BE09-4A2E-A1F9-28AB57E99ACE}">
      <dsp:nvSpPr>
        <dsp:cNvPr id="0" name=""/>
        <dsp:cNvSpPr/>
      </dsp:nvSpPr>
      <dsp:spPr>
        <a:xfrm>
          <a:off x="2453411" y="224834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Times New Roman"/>
              <a:cs typeface="Times New Roman"/>
            </a:rPr>
            <a:t>transactions in banks</a:t>
          </a:r>
        </a:p>
      </dsp:txBody>
      <dsp:txXfrm>
        <a:off x="2453411" y="2248347"/>
        <a:ext cx="2081250" cy="720000"/>
      </dsp:txXfrm>
    </dsp:sp>
    <dsp:sp modelId="{16F3AE62-DD87-47AE-AE2C-78BBE97490C4}">
      <dsp:nvSpPr>
        <dsp:cNvPr id="0" name=""/>
        <dsp:cNvSpPr/>
      </dsp:nvSpPr>
      <dsp:spPr>
        <a:xfrm>
          <a:off x="5304723" y="583347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E713B-A98B-4670-8A85-357E41D75A87}">
      <dsp:nvSpPr>
        <dsp:cNvPr id="0" name=""/>
        <dsp:cNvSpPr/>
      </dsp:nvSpPr>
      <dsp:spPr>
        <a:xfrm>
          <a:off x="5575286" y="853909"/>
          <a:ext cx="728437" cy="728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9B34A-9FA9-464E-837B-C47B439F0C5D}">
      <dsp:nvSpPr>
        <dsp:cNvPr id="0" name=""/>
        <dsp:cNvSpPr/>
      </dsp:nvSpPr>
      <dsp:spPr>
        <a:xfrm>
          <a:off x="4898879" y="224834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latin typeface="Times New Roman"/>
              <a:cs typeface="Times New Roman"/>
            </a:rPr>
            <a:t>Administrator work in universities</a:t>
          </a:r>
        </a:p>
      </dsp:txBody>
      <dsp:txXfrm>
        <a:off x="4898879" y="2248347"/>
        <a:ext cx="20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80597-F008-47D0-90CF-58CA0771800A}">
      <dsp:nvSpPr>
        <dsp:cNvPr id="0" name=""/>
        <dsp:cNvSpPr/>
      </dsp:nvSpPr>
      <dsp:spPr>
        <a:xfrm>
          <a:off x="0" y="1700"/>
          <a:ext cx="11019514" cy="8617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A1173-289F-4EA0-9469-D212C9361A79}">
      <dsp:nvSpPr>
        <dsp:cNvPr id="0" name=""/>
        <dsp:cNvSpPr/>
      </dsp:nvSpPr>
      <dsp:spPr>
        <a:xfrm>
          <a:off x="260666" y="195584"/>
          <a:ext cx="473939" cy="4739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36AE3-4B0D-4845-9068-1462FC281069}">
      <dsp:nvSpPr>
        <dsp:cNvPr id="0" name=""/>
        <dsp:cNvSpPr/>
      </dsp:nvSpPr>
      <dsp:spPr>
        <a:xfrm>
          <a:off x="995272" y="1700"/>
          <a:ext cx="10024241" cy="861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97" tIns="91197" rIns="91197" bIns="911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High Availability: If a link or device fails, network continues smoothly.</a:t>
          </a:r>
        </a:p>
      </dsp:txBody>
      <dsp:txXfrm>
        <a:off x="995272" y="1700"/>
        <a:ext cx="10024241" cy="861707"/>
      </dsp:txXfrm>
    </dsp:sp>
    <dsp:sp modelId="{96ED788A-3E75-493A-9830-06F93683B9BF}">
      <dsp:nvSpPr>
        <dsp:cNvPr id="0" name=""/>
        <dsp:cNvSpPr/>
      </dsp:nvSpPr>
      <dsp:spPr>
        <a:xfrm>
          <a:off x="0" y="1078834"/>
          <a:ext cx="11019514" cy="8617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910E6-888F-4D55-B3B4-EAD0E214D896}">
      <dsp:nvSpPr>
        <dsp:cNvPr id="0" name=""/>
        <dsp:cNvSpPr/>
      </dsp:nvSpPr>
      <dsp:spPr>
        <a:xfrm>
          <a:off x="260666" y="1272719"/>
          <a:ext cx="473939" cy="4739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BCCD0-87C0-4642-8145-FF2C51BFC381}">
      <dsp:nvSpPr>
        <dsp:cNvPr id="0" name=""/>
        <dsp:cNvSpPr/>
      </dsp:nvSpPr>
      <dsp:spPr>
        <a:xfrm>
          <a:off x="995272" y="1078834"/>
          <a:ext cx="10024241" cy="861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97" tIns="91197" rIns="91197" bIns="911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Automatic Recovery: No need for manual intervention.</a:t>
          </a:r>
        </a:p>
      </dsp:txBody>
      <dsp:txXfrm>
        <a:off x="995272" y="1078834"/>
        <a:ext cx="10024241" cy="861707"/>
      </dsp:txXfrm>
    </dsp:sp>
    <dsp:sp modelId="{F755378D-E0DD-469C-B239-B910979BE32C}">
      <dsp:nvSpPr>
        <dsp:cNvPr id="0" name=""/>
        <dsp:cNvSpPr/>
      </dsp:nvSpPr>
      <dsp:spPr>
        <a:xfrm>
          <a:off x="0" y="2155969"/>
          <a:ext cx="11019514" cy="8617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91404-F9CE-48C5-BC18-19308E576417}">
      <dsp:nvSpPr>
        <dsp:cNvPr id="0" name=""/>
        <dsp:cNvSpPr/>
      </dsp:nvSpPr>
      <dsp:spPr>
        <a:xfrm>
          <a:off x="260666" y="2349853"/>
          <a:ext cx="473939" cy="4739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8EE95-569F-460A-8828-6F18303CA679}">
      <dsp:nvSpPr>
        <dsp:cNvPr id="0" name=""/>
        <dsp:cNvSpPr/>
      </dsp:nvSpPr>
      <dsp:spPr>
        <a:xfrm>
          <a:off x="995272" y="2155969"/>
          <a:ext cx="10024241" cy="861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97" tIns="91197" rIns="91197" bIns="911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Zero Downtime: For users, they don’t notice anything went wrong.</a:t>
          </a:r>
        </a:p>
      </dsp:txBody>
      <dsp:txXfrm>
        <a:off x="995272" y="2155969"/>
        <a:ext cx="10024241" cy="861707"/>
      </dsp:txXfrm>
    </dsp:sp>
    <dsp:sp modelId="{C7E9B071-E7B1-4FA6-9ECB-07589BC88644}">
      <dsp:nvSpPr>
        <dsp:cNvPr id="0" name=""/>
        <dsp:cNvSpPr/>
      </dsp:nvSpPr>
      <dsp:spPr>
        <a:xfrm>
          <a:off x="0" y="3233104"/>
          <a:ext cx="11019514" cy="8617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C25BD-65C3-4959-85DA-7170AF7DDC1C}">
      <dsp:nvSpPr>
        <dsp:cNvPr id="0" name=""/>
        <dsp:cNvSpPr/>
      </dsp:nvSpPr>
      <dsp:spPr>
        <a:xfrm>
          <a:off x="260666" y="3426988"/>
          <a:ext cx="473939" cy="4739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AFA17-EB41-4AFE-9D05-D808B8B10D5B}">
      <dsp:nvSpPr>
        <dsp:cNvPr id="0" name=""/>
        <dsp:cNvSpPr/>
      </dsp:nvSpPr>
      <dsp:spPr>
        <a:xfrm>
          <a:off x="995272" y="3233104"/>
          <a:ext cx="10024241" cy="861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97" tIns="91197" rIns="91197" bIns="911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Enhanced Network Reliability: Essential for mission-critical applications.</a:t>
          </a:r>
        </a:p>
      </dsp:txBody>
      <dsp:txXfrm>
        <a:off x="995272" y="3233104"/>
        <a:ext cx="10024241" cy="861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F2131-0C9A-4902-980D-7C5833BD795E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0F9FD-BF7B-44BD-8E05-80ECB8FBA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8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815A-BECF-493B-AA5E-399442AD58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8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54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9140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714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605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373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091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7419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523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150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25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509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4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td/docs/switches/lan/cisco_ie3X00/software/17_4/b_redundancy_17-4_iot_switch_cg/m-ip-hsrp-cg.html" TargetMode="External"/><Relationship Id="rId2" Type="http://schemas.openxmlformats.org/officeDocument/2006/relationships/hyperlink" Target="https://learningnetwork.cisco.com/s/article/load-sharing-with-hsrp-multigroup-hsrp-mhsrp-lab#:~:text=The%20example%20in%20this%20document,1.200/24%20ip%20address%20.&amp;text=Notice%20i%20used%20RIPv2%20just%20to%20have%20Layer%20Connectivity%20between%20routers%20.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target.com/searchnetworking/definition/spanning-tree-protocol#:~:text=What%20is%20STP%20and%20how,LAN)%20that%20contains%20redundant%20paths.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AA875-CFA5-B234-3264-2A55928A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0933-7DE3-26CA-B4D1-0E3C2AE37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0" y="146073"/>
            <a:ext cx="5831432" cy="1285067"/>
          </a:xfrm>
        </p:spPr>
        <p:txBody>
          <a:bodyPr anchor="t">
            <a:normAutofit fontScale="90000"/>
          </a:bodyPr>
          <a:lstStyle/>
          <a:p>
            <a:r>
              <a:rPr lang="en-US" sz="4800" dirty="0">
                <a:latin typeface="Times New Roman"/>
                <a:cs typeface="Times New Roman"/>
              </a:rPr>
              <a:t>Failover Network Using Redundant </a:t>
            </a:r>
            <a:r>
              <a:rPr lang="en-US" sz="4800">
                <a:latin typeface="Times New Roman"/>
                <a:cs typeface="Times New Roman"/>
              </a:rPr>
              <a:t>paths</a:t>
            </a:r>
            <a:endParaRPr lang="en-US" sz="4800" err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ECDD7-4EEC-FF19-5144-F47B12C118BE}"/>
              </a:ext>
            </a:extLst>
          </p:cNvPr>
          <p:cNvSpPr txBox="1"/>
          <p:nvPr/>
        </p:nvSpPr>
        <p:spPr>
          <a:xfrm>
            <a:off x="704490" y="3091132"/>
            <a:ext cx="3421810" cy="3349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342A7-BE6A-C287-DB2D-3AA87B94823B}"/>
              </a:ext>
            </a:extLst>
          </p:cNvPr>
          <p:cNvSpPr txBox="1"/>
          <p:nvPr/>
        </p:nvSpPr>
        <p:spPr>
          <a:xfrm>
            <a:off x="129397" y="2616679"/>
            <a:ext cx="445697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Submitted By:</a:t>
            </a:r>
            <a:endParaRPr lang="en-US" sz="2400" b="1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Istiak Alam [CSE20, ID-05]</a:t>
            </a:r>
          </a:p>
          <a:p>
            <a:r>
              <a:rPr lang="en-US" sz="2400" dirty="0">
                <a:latin typeface="Times New Roman"/>
                <a:cs typeface="Times New Roman"/>
              </a:rPr>
              <a:t>Sazzad Jelani [CSE19, ID-03]</a:t>
            </a:r>
          </a:p>
          <a:p>
            <a:r>
              <a:rPr lang="en-US" sz="2400" dirty="0">
                <a:latin typeface="Times New Roman"/>
                <a:cs typeface="Times New Roman"/>
              </a:rPr>
              <a:t>Nafisa Tabassum [CSE19, ID-08]</a:t>
            </a:r>
          </a:p>
          <a:p>
            <a:r>
              <a:rPr lang="en-US" sz="2400" dirty="0">
                <a:latin typeface="Times New Roman"/>
                <a:cs typeface="Times New Roman"/>
              </a:rPr>
              <a:t>Sadia Islam Mim [CSE19, ID-10]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00EF9-A7FB-209D-2411-F814C996F6CC}"/>
              </a:ext>
            </a:extLst>
          </p:cNvPr>
          <p:cNvSpPr txBox="1"/>
          <p:nvPr/>
        </p:nvSpPr>
        <p:spPr>
          <a:xfrm>
            <a:off x="129396" y="4773281"/>
            <a:ext cx="424131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Submitted To:</a:t>
            </a:r>
          </a:p>
          <a:p>
            <a:r>
              <a:rPr lang="en-US" sz="2400" dirty="0">
                <a:latin typeface="Times New Roman"/>
                <a:cs typeface="Times New Roman"/>
              </a:rPr>
              <a:t>Dr. </a:t>
            </a:r>
            <a:r>
              <a:rPr lang="en-US" sz="2400" err="1">
                <a:latin typeface="Times New Roman"/>
                <a:cs typeface="Times New Roman"/>
              </a:rPr>
              <a:t>Fernaz</a:t>
            </a:r>
            <a:r>
              <a:rPr lang="en-US" sz="2400" dirty="0">
                <a:latin typeface="Times New Roman"/>
                <a:cs typeface="Times New Roman"/>
              </a:rPr>
              <a:t> Narin Nur</a:t>
            </a:r>
          </a:p>
          <a:p>
            <a:r>
              <a:rPr lang="en-US" sz="2400" dirty="0">
                <a:latin typeface="Times New Roman"/>
                <a:cs typeface="Times New Roman"/>
              </a:rPr>
              <a:t>Adjunct Professor</a:t>
            </a:r>
          </a:p>
          <a:p>
            <a:r>
              <a:rPr lang="en-US" sz="2400" dirty="0">
                <a:latin typeface="Times New Roman"/>
                <a:cs typeface="Times New Roman"/>
              </a:rPr>
              <a:t>Department of CSE,NDUB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1044A-0BFA-1156-7C08-F1131F270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018" y="0"/>
            <a:ext cx="6814869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6D8730-8E8B-87E0-3589-49A4F3D2BB00}"/>
              </a:ext>
            </a:extLst>
          </p:cNvPr>
          <p:cNvSpPr txBox="1"/>
          <p:nvPr/>
        </p:nvSpPr>
        <p:spPr>
          <a:xfrm>
            <a:off x="576592" y="1651000"/>
            <a:ext cx="44566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Course Name: Computer Networks Lab</a:t>
            </a:r>
          </a:p>
          <a:p>
            <a:r>
              <a:rPr lang="en-US" b="1" dirty="0">
                <a:latin typeface="Times New Roman"/>
                <a:cs typeface="Times New Roman"/>
              </a:rPr>
              <a:t>Course Code: 3204</a:t>
            </a:r>
          </a:p>
        </p:txBody>
      </p:sp>
    </p:spTree>
    <p:extLst>
      <p:ext uri="{BB962C8B-B14F-4D97-AF65-F5344CB8AC3E}">
        <p14:creationId xmlns:p14="http://schemas.microsoft.com/office/powerpoint/2010/main" val="121194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E7A827-4DD7-8A5A-4519-32BDA5CDB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75348D-3376-10BB-E89D-A72720D8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5B43-44A1-1924-8F0F-1DD9C399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7" y="505508"/>
            <a:ext cx="7098627" cy="750142"/>
          </a:xfrm>
        </p:spPr>
        <p:txBody>
          <a:bodyPr anchor="t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469B5C8-67DF-9127-B872-FD3262614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724863"/>
              </p:ext>
            </p:extLst>
          </p:nvPr>
        </p:nvGraphicFramePr>
        <p:xfrm>
          <a:off x="2288651" y="1655215"/>
          <a:ext cx="6988072" cy="3551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9AECD57D-21BA-D3FB-7447-A0928F161851}"/>
              </a:ext>
            </a:extLst>
          </p:cNvPr>
          <p:cNvSpPr txBox="1"/>
          <p:nvPr/>
        </p:nvSpPr>
        <p:spPr>
          <a:xfrm>
            <a:off x="727854" y="1251130"/>
            <a:ext cx="101282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ea typeface="Calibri"/>
                <a:cs typeface="Calibri"/>
              </a:rPr>
              <a:t>In critical networks a single failure can shut down the entire system.</a:t>
            </a:r>
            <a:endParaRPr lang="en-US" sz="2400" dirty="0">
              <a:latin typeface="Times New Roman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727479-0F86-C50B-9AB8-7B8ACD540E7B}"/>
              </a:ext>
            </a:extLst>
          </p:cNvPr>
          <p:cNvSpPr txBox="1"/>
          <p:nvPr/>
        </p:nvSpPr>
        <p:spPr>
          <a:xfrm>
            <a:off x="1029777" y="5262412"/>
            <a:ext cx="101282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ea typeface="+mn-lt"/>
                <a:cs typeface="+mn-lt"/>
              </a:rPr>
              <a:t>Downtime results in service loss, financial cost, and reputation damage.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28" name="Slide Number Placeholder 127">
            <a:extLst>
              <a:ext uri="{FF2B5EF4-FFF2-40B4-BE49-F238E27FC236}">
                <a16:creationId xmlns:a16="http://schemas.microsoft.com/office/drawing/2014/main" id="{F8D4D3F1-CFD4-52EE-19FE-0A0A7848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6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B4D7B-5320-172E-BF84-37E5404D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00946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Objective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238EECC0-D138-2914-D152-4A527EB64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239209"/>
              </p:ext>
            </p:extLst>
          </p:nvPr>
        </p:nvGraphicFramePr>
        <p:xfrm>
          <a:off x="612648" y="1853414"/>
          <a:ext cx="11019514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333432E-4037-290D-3085-02A8F13D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3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5092FDB7-D010-508C-B32B-7BEC1C24936D}"/>
              </a:ext>
            </a:extLst>
          </p:cNvPr>
          <p:cNvCxnSpPr>
            <a:cxnSpLocks/>
          </p:cNvCxnSpPr>
          <p:nvPr/>
        </p:nvCxnSpPr>
        <p:spPr>
          <a:xfrm>
            <a:off x="10106145" y="2191589"/>
            <a:ext cx="0" cy="287812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132277B5-5C9E-8B2D-0B77-5F3694B6ADA0}"/>
              </a:ext>
            </a:extLst>
          </p:cNvPr>
          <p:cNvCxnSpPr>
            <a:cxnSpLocks/>
          </p:cNvCxnSpPr>
          <p:nvPr/>
        </p:nvCxnSpPr>
        <p:spPr>
          <a:xfrm flipV="1">
            <a:off x="1850504" y="2176977"/>
            <a:ext cx="0" cy="291009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Multiplication Sign 310">
            <a:extLst>
              <a:ext uri="{FF2B5EF4-FFF2-40B4-BE49-F238E27FC236}">
                <a16:creationId xmlns:a16="http://schemas.microsoft.com/office/drawing/2014/main" id="{FB1E706C-C5ED-5993-2BA7-A9A72EC2AC7E}"/>
              </a:ext>
            </a:extLst>
          </p:cNvPr>
          <p:cNvSpPr/>
          <p:nvPr/>
        </p:nvSpPr>
        <p:spPr>
          <a:xfrm>
            <a:off x="9356271" y="4281352"/>
            <a:ext cx="1505919" cy="2073185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5" name="Multiplication Sign 284">
            <a:extLst>
              <a:ext uri="{FF2B5EF4-FFF2-40B4-BE49-F238E27FC236}">
                <a16:creationId xmlns:a16="http://schemas.microsoft.com/office/drawing/2014/main" id="{A6BEA1A3-B7CD-639A-7785-A070C67B46EF}"/>
              </a:ext>
            </a:extLst>
          </p:cNvPr>
          <p:cNvSpPr/>
          <p:nvPr/>
        </p:nvSpPr>
        <p:spPr>
          <a:xfrm>
            <a:off x="5045529" y="3418211"/>
            <a:ext cx="2058964" cy="3352590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7" name="Multiplication Sign 286">
            <a:extLst>
              <a:ext uri="{FF2B5EF4-FFF2-40B4-BE49-F238E27FC236}">
                <a16:creationId xmlns:a16="http://schemas.microsoft.com/office/drawing/2014/main" id="{4E56293F-0D6B-E4F0-1576-B5293A231BC7}"/>
              </a:ext>
            </a:extLst>
          </p:cNvPr>
          <p:cNvSpPr/>
          <p:nvPr/>
        </p:nvSpPr>
        <p:spPr>
          <a:xfrm>
            <a:off x="1087483" y="4330338"/>
            <a:ext cx="1551213" cy="1981745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55" name="Picture 254">
            <a:extLst>
              <a:ext uri="{FF2B5EF4-FFF2-40B4-BE49-F238E27FC236}">
                <a16:creationId xmlns:a16="http://schemas.microsoft.com/office/drawing/2014/main" id="{389B4BEA-9298-D23B-A750-F550190D3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0" y="3645388"/>
            <a:ext cx="1498112" cy="149811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63F5904E-CCC5-3BBD-4450-A011664BD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3645388"/>
            <a:ext cx="1498112" cy="1498112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823ABCF-3CDB-4E6B-9378-C10C6A6B36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44" y="4636911"/>
            <a:ext cx="1463040" cy="1463040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9B0F8FF6-BFDD-5B3E-221E-60E74358A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905" y="4636911"/>
            <a:ext cx="1463040" cy="146304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B9028429-736D-7CC1-4836-B4F8F92E0A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44" y="1207770"/>
            <a:ext cx="1463040" cy="1463040"/>
          </a:xfrm>
          <a:prstGeom prst="rect">
            <a:avLst/>
          </a:prstGeom>
        </p:spPr>
      </p:pic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E8B04748-D303-E89D-027C-BE757FFC7F92}"/>
              </a:ext>
            </a:extLst>
          </p:cNvPr>
          <p:cNvCxnSpPr>
            <a:cxnSpLocks/>
          </p:cNvCxnSpPr>
          <p:nvPr/>
        </p:nvCxnSpPr>
        <p:spPr>
          <a:xfrm flipH="1">
            <a:off x="6543675" y="1866900"/>
            <a:ext cx="527685" cy="69532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E32C548-2894-5DFB-8BF1-B919914F944E}"/>
              </a:ext>
            </a:extLst>
          </p:cNvPr>
          <p:cNvCxnSpPr>
            <a:cxnSpLocks/>
          </p:cNvCxnSpPr>
          <p:nvPr/>
        </p:nvCxnSpPr>
        <p:spPr>
          <a:xfrm>
            <a:off x="5001768" y="1883664"/>
            <a:ext cx="379857" cy="71666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122">
            <a:extLst>
              <a:ext uri="{FF2B5EF4-FFF2-40B4-BE49-F238E27FC236}">
                <a16:creationId xmlns:a16="http://schemas.microsoft.com/office/drawing/2014/main" id="{41B0054B-1084-5A4B-4EC3-8AF306D483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400"/>
                    </a14:imgEffect>
                    <a14:imgEffect>
                      <a14:saturation sat="101000"/>
                    </a14:imgEffect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3546" y="1096890"/>
            <a:ext cx="1628875" cy="1628875"/>
          </a:xfrm>
          <a:prstGeom prst="rect">
            <a:avLst/>
          </a:prstGeom>
          <a:noFill/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FDE7E42-7F16-0D1C-7358-8660C1FC7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953" y="341977"/>
            <a:ext cx="1498112" cy="149811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2F3BB1E-C8AE-2771-05AB-563D3E738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1930747"/>
            <a:ext cx="1498112" cy="149811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595AFDC-129F-7434-A290-A22A4A4C1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216247"/>
            <a:ext cx="1498112" cy="149811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9451432-B148-9FD7-3FD3-F5338A501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05" y="1896457"/>
            <a:ext cx="1498112" cy="1498112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D1A01A6-D393-F2B2-F953-605921B0FFA6}"/>
              </a:ext>
            </a:extLst>
          </p:cNvPr>
          <p:cNvCxnSpPr>
            <a:cxnSpLocks/>
          </p:cNvCxnSpPr>
          <p:nvPr/>
        </p:nvCxnSpPr>
        <p:spPr>
          <a:xfrm>
            <a:off x="1841865" y="1047750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E0E3DE-D7DA-4EBD-7C2F-F4D3E1CF33F4}"/>
              </a:ext>
            </a:extLst>
          </p:cNvPr>
          <p:cNvCxnSpPr>
            <a:cxnSpLocks/>
          </p:cNvCxnSpPr>
          <p:nvPr/>
        </p:nvCxnSpPr>
        <p:spPr>
          <a:xfrm flipH="1">
            <a:off x="1356362" y="1059180"/>
            <a:ext cx="9067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07DD9B0-0D36-F60E-858F-E05088E6062E}"/>
              </a:ext>
            </a:extLst>
          </p:cNvPr>
          <p:cNvCxnSpPr>
            <a:cxnSpLocks/>
          </p:cNvCxnSpPr>
          <p:nvPr/>
        </p:nvCxnSpPr>
        <p:spPr>
          <a:xfrm>
            <a:off x="1853295" y="2114550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6CCC684-34EC-2747-0A20-E966C1AC29D6}"/>
              </a:ext>
            </a:extLst>
          </p:cNvPr>
          <p:cNvCxnSpPr>
            <a:cxnSpLocks/>
          </p:cNvCxnSpPr>
          <p:nvPr/>
        </p:nvCxnSpPr>
        <p:spPr>
          <a:xfrm>
            <a:off x="1510395" y="2899410"/>
            <a:ext cx="11315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6" name="Picture 85">
            <a:extLst>
              <a:ext uri="{FF2B5EF4-FFF2-40B4-BE49-F238E27FC236}">
                <a16:creationId xmlns:a16="http://schemas.microsoft.com/office/drawing/2014/main" id="{12404667-F278-0F59-1FBE-504745D8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953" y="3771118"/>
            <a:ext cx="1498112" cy="149811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A3491B7-8EED-6B56-CA48-ABEBCBA97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5359888"/>
            <a:ext cx="1498112" cy="149811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9FC6BC6D-C0BA-482F-6D8A-973F0A99E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3645388"/>
            <a:ext cx="1498112" cy="1498112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A3A5A6B-CFA5-4A7C-EA6B-044D27244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05" y="5325598"/>
            <a:ext cx="1498112" cy="1498112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5B927F4-A451-2B14-386B-47B219E88E7A}"/>
              </a:ext>
            </a:extLst>
          </p:cNvPr>
          <p:cNvCxnSpPr>
            <a:cxnSpLocks/>
          </p:cNvCxnSpPr>
          <p:nvPr/>
        </p:nvCxnSpPr>
        <p:spPr>
          <a:xfrm>
            <a:off x="1841865" y="4476891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916DF22-123F-A28B-2375-5A8E98A73AA7}"/>
              </a:ext>
            </a:extLst>
          </p:cNvPr>
          <p:cNvCxnSpPr>
            <a:cxnSpLocks/>
          </p:cNvCxnSpPr>
          <p:nvPr/>
        </p:nvCxnSpPr>
        <p:spPr>
          <a:xfrm flipH="1">
            <a:off x="1361805" y="4488321"/>
            <a:ext cx="8793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A5C409D-79E4-A1EC-1CDA-4400A5129108}"/>
              </a:ext>
            </a:extLst>
          </p:cNvPr>
          <p:cNvCxnSpPr>
            <a:cxnSpLocks/>
          </p:cNvCxnSpPr>
          <p:nvPr/>
        </p:nvCxnSpPr>
        <p:spPr>
          <a:xfrm>
            <a:off x="1853295" y="5543691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60480AB-8222-8E92-395B-03945A1C35F5}"/>
              </a:ext>
            </a:extLst>
          </p:cNvPr>
          <p:cNvCxnSpPr>
            <a:cxnSpLocks/>
          </p:cNvCxnSpPr>
          <p:nvPr/>
        </p:nvCxnSpPr>
        <p:spPr>
          <a:xfrm>
            <a:off x="1502775" y="6328551"/>
            <a:ext cx="110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D4EA1B8C-1DD8-DF35-2CD3-5C113BDAE7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26781" y="3996560"/>
            <a:ext cx="1885279" cy="1820676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A2CA01F8-1A65-3652-03B5-F40AD4ED3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615" y="341977"/>
            <a:ext cx="1498112" cy="1498112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D71DBA27-1569-B056-8076-492B63B4C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905" y="1207770"/>
            <a:ext cx="1463040" cy="146304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2B52AFFC-D0E7-4872-D575-6A5CBEEDB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606" y="1930747"/>
            <a:ext cx="1498112" cy="1498112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243C8CF1-1A01-F1F2-35A7-27F3611BA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606" y="216247"/>
            <a:ext cx="1498112" cy="1498112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723A9DE3-4B53-AEA1-B6D3-E7B0B83FB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566" y="1896457"/>
            <a:ext cx="1498112" cy="1498112"/>
          </a:xfrm>
          <a:prstGeom prst="rect">
            <a:avLst/>
          </a:prstGeom>
        </p:spPr>
      </p:pic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3906B53-8131-4021-308F-A96C35F61158}"/>
              </a:ext>
            </a:extLst>
          </p:cNvPr>
          <p:cNvCxnSpPr>
            <a:cxnSpLocks/>
          </p:cNvCxnSpPr>
          <p:nvPr/>
        </p:nvCxnSpPr>
        <p:spPr>
          <a:xfrm>
            <a:off x="10099526" y="1047750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472E7C4-7E30-223F-A1BB-E50B86DEFF69}"/>
              </a:ext>
            </a:extLst>
          </p:cNvPr>
          <p:cNvCxnSpPr>
            <a:cxnSpLocks/>
          </p:cNvCxnSpPr>
          <p:nvPr/>
        </p:nvCxnSpPr>
        <p:spPr>
          <a:xfrm flipH="1">
            <a:off x="9614024" y="1059180"/>
            <a:ext cx="9067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C1C24F9-6239-7D0D-56F2-FAA39C83B458}"/>
              </a:ext>
            </a:extLst>
          </p:cNvPr>
          <p:cNvCxnSpPr>
            <a:cxnSpLocks/>
          </p:cNvCxnSpPr>
          <p:nvPr/>
        </p:nvCxnSpPr>
        <p:spPr>
          <a:xfrm>
            <a:off x="10110956" y="2114550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1754B5F-7F42-209D-CF35-7A21AC753924}"/>
              </a:ext>
            </a:extLst>
          </p:cNvPr>
          <p:cNvCxnSpPr>
            <a:cxnSpLocks/>
          </p:cNvCxnSpPr>
          <p:nvPr/>
        </p:nvCxnSpPr>
        <p:spPr>
          <a:xfrm>
            <a:off x="9768056" y="2899410"/>
            <a:ext cx="11315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8203C41E-F78B-7B9C-489B-57455C2AD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615" y="3771118"/>
            <a:ext cx="1498112" cy="1498112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727462A8-A256-D868-D3B3-42F3FBDEE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606" y="5359888"/>
            <a:ext cx="1498112" cy="1498112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14DD474C-DE5C-2C81-74CD-FF1F024EF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606" y="3645388"/>
            <a:ext cx="1498112" cy="1498112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F52D1C41-9474-0F88-B9F9-C87DBD534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566" y="5325598"/>
            <a:ext cx="1498112" cy="1498112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3278424-2915-1281-3B1C-0652D4777C0F}"/>
              </a:ext>
            </a:extLst>
          </p:cNvPr>
          <p:cNvCxnSpPr>
            <a:cxnSpLocks/>
          </p:cNvCxnSpPr>
          <p:nvPr/>
        </p:nvCxnSpPr>
        <p:spPr>
          <a:xfrm>
            <a:off x="10099526" y="4476891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41BEB4B-A602-83B6-F001-B85D8F3DCDB3}"/>
              </a:ext>
            </a:extLst>
          </p:cNvPr>
          <p:cNvCxnSpPr>
            <a:cxnSpLocks/>
          </p:cNvCxnSpPr>
          <p:nvPr/>
        </p:nvCxnSpPr>
        <p:spPr>
          <a:xfrm flipH="1">
            <a:off x="9619466" y="4488321"/>
            <a:ext cx="8793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D6EAEA7C-A297-713D-68CB-EA3103C4603E}"/>
              </a:ext>
            </a:extLst>
          </p:cNvPr>
          <p:cNvCxnSpPr>
            <a:cxnSpLocks/>
          </p:cNvCxnSpPr>
          <p:nvPr/>
        </p:nvCxnSpPr>
        <p:spPr>
          <a:xfrm>
            <a:off x="10110956" y="5543691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9387A6F-F178-2992-8286-F470BAE4F83C}"/>
              </a:ext>
            </a:extLst>
          </p:cNvPr>
          <p:cNvCxnSpPr>
            <a:cxnSpLocks/>
          </p:cNvCxnSpPr>
          <p:nvPr/>
        </p:nvCxnSpPr>
        <p:spPr>
          <a:xfrm>
            <a:off x="9760436" y="6328551"/>
            <a:ext cx="110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450D805-0B7D-6A4D-D3AF-4A1E06F71B34}"/>
              </a:ext>
            </a:extLst>
          </p:cNvPr>
          <p:cNvCxnSpPr>
            <a:cxnSpLocks/>
          </p:cNvCxnSpPr>
          <p:nvPr/>
        </p:nvCxnSpPr>
        <p:spPr>
          <a:xfrm flipH="1">
            <a:off x="2439364" y="5349596"/>
            <a:ext cx="274414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8D3038D-D5C1-3E3B-979D-DF6D58E4A6EF}"/>
              </a:ext>
            </a:extLst>
          </p:cNvPr>
          <p:cNvCxnSpPr>
            <a:cxnSpLocks/>
          </p:cNvCxnSpPr>
          <p:nvPr/>
        </p:nvCxnSpPr>
        <p:spPr>
          <a:xfrm flipH="1">
            <a:off x="2439365" y="1889054"/>
            <a:ext cx="258657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D5730FA-5018-D52D-301A-A407D42E70AD}"/>
              </a:ext>
            </a:extLst>
          </p:cNvPr>
          <p:cNvCxnSpPr>
            <a:cxnSpLocks/>
          </p:cNvCxnSpPr>
          <p:nvPr/>
        </p:nvCxnSpPr>
        <p:spPr>
          <a:xfrm flipH="1">
            <a:off x="6955156" y="5338166"/>
            <a:ext cx="25765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41ECA2E-8D14-827F-6BD5-1822E787B49B}"/>
              </a:ext>
            </a:extLst>
          </p:cNvPr>
          <p:cNvCxnSpPr>
            <a:cxnSpLocks/>
          </p:cNvCxnSpPr>
          <p:nvPr/>
        </p:nvCxnSpPr>
        <p:spPr>
          <a:xfrm flipH="1">
            <a:off x="7059549" y="1886306"/>
            <a:ext cx="245484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F3E84D3-1FE2-28F1-36D8-11A562533F60}"/>
              </a:ext>
            </a:extLst>
          </p:cNvPr>
          <p:cNvSpPr/>
          <p:nvPr/>
        </p:nvSpPr>
        <p:spPr>
          <a:xfrm>
            <a:off x="3938453" y="1018903"/>
            <a:ext cx="4242163" cy="5329645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4727825-551D-311F-F803-29BFB9FA52C0}"/>
              </a:ext>
            </a:extLst>
          </p:cNvPr>
          <p:cNvSpPr txBox="1"/>
          <p:nvPr/>
        </p:nvSpPr>
        <p:spPr>
          <a:xfrm>
            <a:off x="5863763" y="5922982"/>
            <a:ext cx="40800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A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2CA3C3A-4B80-5A7F-DDA1-E89738B55AEB}"/>
              </a:ext>
            </a:extLst>
          </p:cNvPr>
          <p:cNvSpPr txBox="1"/>
          <p:nvPr/>
        </p:nvSpPr>
        <p:spPr>
          <a:xfrm>
            <a:off x="5793445" y="2765988"/>
            <a:ext cx="3899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B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57E80C5-2169-4246-A891-1C15FE08702A}"/>
              </a:ext>
            </a:extLst>
          </p:cNvPr>
          <p:cNvSpPr txBox="1"/>
          <p:nvPr/>
        </p:nvSpPr>
        <p:spPr>
          <a:xfrm>
            <a:off x="1850504" y="1979270"/>
            <a:ext cx="5888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S</a:t>
            </a:r>
            <a:r>
              <a:rPr lang="en-US" sz="2100" dirty="0"/>
              <a:t>1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9B502C9-6367-E1DD-8A18-F5A5F70CE7E9}"/>
              </a:ext>
            </a:extLst>
          </p:cNvPr>
          <p:cNvSpPr txBox="1"/>
          <p:nvPr/>
        </p:nvSpPr>
        <p:spPr>
          <a:xfrm>
            <a:off x="1834588" y="5435760"/>
            <a:ext cx="588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S</a:t>
            </a:r>
            <a:r>
              <a:rPr lang="en-US" sz="2100" dirty="0"/>
              <a:t>2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33562AB-1FE5-E3B2-EEE6-48B055432737}"/>
              </a:ext>
            </a:extLst>
          </p:cNvPr>
          <p:cNvSpPr txBox="1"/>
          <p:nvPr/>
        </p:nvSpPr>
        <p:spPr>
          <a:xfrm>
            <a:off x="9673543" y="2015441"/>
            <a:ext cx="588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S</a:t>
            </a:r>
            <a:r>
              <a:rPr lang="en-US" sz="2100" dirty="0"/>
              <a:t>3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EA67565-ABE3-EEB0-FC26-B86FC6684799}"/>
              </a:ext>
            </a:extLst>
          </p:cNvPr>
          <p:cNvSpPr txBox="1"/>
          <p:nvPr/>
        </p:nvSpPr>
        <p:spPr>
          <a:xfrm>
            <a:off x="9690905" y="5444441"/>
            <a:ext cx="588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/>
              <a:t>S</a:t>
            </a:r>
            <a:r>
              <a:rPr lang="en-US" sz="2100" dirty="0"/>
              <a:t>4</a:t>
            </a:r>
          </a:p>
        </p:txBody>
      </p:sp>
      <p:pic>
        <p:nvPicPr>
          <p:cNvPr id="245" name="Picture 244">
            <a:extLst>
              <a:ext uri="{FF2B5EF4-FFF2-40B4-BE49-F238E27FC236}">
                <a16:creationId xmlns:a16="http://schemas.microsoft.com/office/drawing/2014/main" id="{F3E7DE76-CAC0-874D-3D29-CB069C736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238" y="341977"/>
            <a:ext cx="1498112" cy="1498112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8F3AC38F-07E0-C876-4F0D-0C7443E9A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0" y="1930747"/>
            <a:ext cx="1498112" cy="1498112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28305B47-1235-EF85-62CA-A3FADF01C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0" y="216247"/>
            <a:ext cx="1498112" cy="1498112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4DF0DE56-9235-462B-7F6E-1204A5400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90" y="1896457"/>
            <a:ext cx="1498112" cy="1498112"/>
          </a:xfrm>
          <a:prstGeom prst="rect">
            <a:avLst/>
          </a:prstGeom>
        </p:spPr>
      </p:pic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843C247-4E43-076D-7D00-73C70524EAA6}"/>
              </a:ext>
            </a:extLst>
          </p:cNvPr>
          <p:cNvCxnSpPr>
            <a:cxnSpLocks/>
          </p:cNvCxnSpPr>
          <p:nvPr/>
        </p:nvCxnSpPr>
        <p:spPr>
          <a:xfrm>
            <a:off x="1836150" y="1047750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C05BCA1-F74C-0C11-2021-56D0A6220671}"/>
              </a:ext>
            </a:extLst>
          </p:cNvPr>
          <p:cNvCxnSpPr>
            <a:cxnSpLocks/>
          </p:cNvCxnSpPr>
          <p:nvPr/>
        </p:nvCxnSpPr>
        <p:spPr>
          <a:xfrm flipH="1">
            <a:off x="1350647" y="1059180"/>
            <a:ext cx="9067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0F0F4022-74BA-6558-4FA6-60ACCB27DF16}"/>
              </a:ext>
            </a:extLst>
          </p:cNvPr>
          <p:cNvCxnSpPr>
            <a:cxnSpLocks/>
          </p:cNvCxnSpPr>
          <p:nvPr/>
        </p:nvCxnSpPr>
        <p:spPr>
          <a:xfrm>
            <a:off x="1847580" y="2114550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C93E00D8-7E7F-CA56-DB61-6F0F0D2C468D}"/>
              </a:ext>
            </a:extLst>
          </p:cNvPr>
          <p:cNvCxnSpPr>
            <a:cxnSpLocks/>
          </p:cNvCxnSpPr>
          <p:nvPr/>
        </p:nvCxnSpPr>
        <p:spPr>
          <a:xfrm>
            <a:off x="1504680" y="2899410"/>
            <a:ext cx="11315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3" name="Picture 252">
            <a:extLst>
              <a:ext uri="{FF2B5EF4-FFF2-40B4-BE49-F238E27FC236}">
                <a16:creationId xmlns:a16="http://schemas.microsoft.com/office/drawing/2014/main" id="{E623C426-7D43-841A-9D0C-D43CBDB26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238" y="3771118"/>
            <a:ext cx="1498112" cy="1498112"/>
          </a:xfrm>
          <a:prstGeom prst="rect">
            <a:avLst/>
          </a:pr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E0AC1A32-0648-0642-9AC3-502ABFB41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0" y="5359888"/>
            <a:ext cx="1498112" cy="1498112"/>
          </a:xfrm>
          <a:prstGeom prst="rect">
            <a:avLst/>
          </a:prstGeom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8F098BCB-47A3-20E6-814A-DFE3D385F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90" y="5325598"/>
            <a:ext cx="1498112" cy="1498112"/>
          </a:xfrm>
          <a:prstGeom prst="rect">
            <a:avLst/>
          </a:prstGeom>
        </p:spPr>
      </p:pic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90294FDA-AD10-B1F8-3337-9DE7BA92BBEA}"/>
              </a:ext>
            </a:extLst>
          </p:cNvPr>
          <p:cNvCxnSpPr>
            <a:cxnSpLocks/>
          </p:cNvCxnSpPr>
          <p:nvPr/>
        </p:nvCxnSpPr>
        <p:spPr>
          <a:xfrm>
            <a:off x="1497060" y="6328551"/>
            <a:ext cx="110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61C6539-91A9-AAFB-87F2-37E80E14B814}"/>
              </a:ext>
            </a:extLst>
          </p:cNvPr>
          <p:cNvCxnSpPr>
            <a:cxnSpLocks/>
          </p:cNvCxnSpPr>
          <p:nvPr/>
        </p:nvCxnSpPr>
        <p:spPr>
          <a:xfrm>
            <a:off x="1847580" y="4476891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33554A8-7696-198F-55F3-8B7E9D062C92}"/>
              </a:ext>
            </a:extLst>
          </p:cNvPr>
          <p:cNvCxnSpPr>
            <a:cxnSpLocks/>
          </p:cNvCxnSpPr>
          <p:nvPr/>
        </p:nvCxnSpPr>
        <p:spPr>
          <a:xfrm flipH="1">
            <a:off x="1367520" y="4488321"/>
            <a:ext cx="8793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D57A6EF-08D5-4370-E5D7-4F06AECB6C3F}"/>
              </a:ext>
            </a:extLst>
          </p:cNvPr>
          <p:cNvCxnSpPr>
            <a:cxnSpLocks/>
          </p:cNvCxnSpPr>
          <p:nvPr/>
        </p:nvCxnSpPr>
        <p:spPr>
          <a:xfrm>
            <a:off x="1859010" y="5543691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61" name="Picture 260">
            <a:extLst>
              <a:ext uri="{FF2B5EF4-FFF2-40B4-BE49-F238E27FC236}">
                <a16:creationId xmlns:a16="http://schemas.microsoft.com/office/drawing/2014/main" id="{8F0B0BC0-4752-F965-B9C0-806DDBFD5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330" y="341977"/>
            <a:ext cx="1498112" cy="1498112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C207EAA7-4687-EEF4-E206-61067DC85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321" y="1930747"/>
            <a:ext cx="1498112" cy="1498112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B509EB7-0C38-AD98-3166-50A09CAD6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321" y="216247"/>
            <a:ext cx="1498112" cy="1498112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6A4564B7-E3E1-B462-BD21-A4047BC73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330" y="3771118"/>
            <a:ext cx="1498112" cy="1498112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9FD93A86-0A3E-FFA2-819D-7AA59475A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321" y="5359888"/>
            <a:ext cx="1498112" cy="1498112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48665F47-8879-D788-CFB7-C03EDF2F3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321" y="3645388"/>
            <a:ext cx="1498112" cy="1498112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52CCB281-FEEF-D39E-9EEF-FA814559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281" y="5325598"/>
            <a:ext cx="1498112" cy="1498112"/>
          </a:xfrm>
          <a:prstGeom prst="rect">
            <a:avLst/>
          </a:prstGeom>
        </p:spPr>
      </p:pic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8BDCFF5-CBC4-BAA8-E8DC-4E639F127228}"/>
              </a:ext>
            </a:extLst>
          </p:cNvPr>
          <p:cNvCxnSpPr>
            <a:cxnSpLocks/>
          </p:cNvCxnSpPr>
          <p:nvPr/>
        </p:nvCxnSpPr>
        <p:spPr>
          <a:xfrm>
            <a:off x="10105241" y="4476891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0A886A14-F43D-DD6D-892D-5067B03B76C0}"/>
              </a:ext>
            </a:extLst>
          </p:cNvPr>
          <p:cNvCxnSpPr>
            <a:cxnSpLocks/>
          </p:cNvCxnSpPr>
          <p:nvPr/>
        </p:nvCxnSpPr>
        <p:spPr>
          <a:xfrm flipH="1">
            <a:off x="9625181" y="4488321"/>
            <a:ext cx="8793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E57C12A9-D27E-270A-1293-E01858606D16}"/>
              </a:ext>
            </a:extLst>
          </p:cNvPr>
          <p:cNvCxnSpPr>
            <a:cxnSpLocks/>
          </p:cNvCxnSpPr>
          <p:nvPr/>
        </p:nvCxnSpPr>
        <p:spPr>
          <a:xfrm>
            <a:off x="10116671" y="5543691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6F1366D3-046D-0120-2065-07450BB2E9AE}"/>
              </a:ext>
            </a:extLst>
          </p:cNvPr>
          <p:cNvCxnSpPr>
            <a:cxnSpLocks/>
          </p:cNvCxnSpPr>
          <p:nvPr/>
        </p:nvCxnSpPr>
        <p:spPr>
          <a:xfrm>
            <a:off x="9766151" y="6328551"/>
            <a:ext cx="110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2" name="Picture 271">
            <a:extLst>
              <a:ext uri="{FF2B5EF4-FFF2-40B4-BE49-F238E27FC236}">
                <a16:creationId xmlns:a16="http://schemas.microsoft.com/office/drawing/2014/main" id="{A8314A2F-D21F-935E-C24C-5A0F4D1BF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953" y="341977"/>
            <a:ext cx="1498112" cy="1498112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7DE725DF-2636-A233-827C-F6DC27AAE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1930747"/>
            <a:ext cx="1498112" cy="1498112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9406021C-7207-82AB-5459-2419AEE3A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216247"/>
            <a:ext cx="1498112" cy="1498112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A8044607-A08C-D3B0-5E2F-CAEAEFD71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05" y="1896457"/>
            <a:ext cx="1498112" cy="1498112"/>
          </a:xfrm>
          <a:prstGeom prst="rect">
            <a:avLst/>
          </a:prstGeom>
        </p:spPr>
      </p:pic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130EB5F-EBB8-E642-F0F4-047F3AA8A9FD}"/>
              </a:ext>
            </a:extLst>
          </p:cNvPr>
          <p:cNvCxnSpPr>
            <a:cxnSpLocks/>
          </p:cNvCxnSpPr>
          <p:nvPr/>
        </p:nvCxnSpPr>
        <p:spPr>
          <a:xfrm>
            <a:off x="1841865" y="1047750"/>
            <a:ext cx="0" cy="6667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8C587844-689B-0958-0012-71CD1F4AF2EA}"/>
              </a:ext>
            </a:extLst>
          </p:cNvPr>
          <p:cNvCxnSpPr>
            <a:cxnSpLocks/>
          </p:cNvCxnSpPr>
          <p:nvPr/>
        </p:nvCxnSpPr>
        <p:spPr>
          <a:xfrm flipH="1">
            <a:off x="1356362" y="1059180"/>
            <a:ext cx="9067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CF3A60B1-2853-E83F-5F03-C1AED681F9DC}"/>
              </a:ext>
            </a:extLst>
          </p:cNvPr>
          <p:cNvCxnSpPr>
            <a:cxnSpLocks/>
          </p:cNvCxnSpPr>
          <p:nvPr/>
        </p:nvCxnSpPr>
        <p:spPr>
          <a:xfrm>
            <a:off x="1853295" y="2114550"/>
            <a:ext cx="0" cy="784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C05584E6-6373-01FF-1011-037ED7266FBA}"/>
              </a:ext>
            </a:extLst>
          </p:cNvPr>
          <p:cNvCxnSpPr>
            <a:cxnSpLocks/>
          </p:cNvCxnSpPr>
          <p:nvPr/>
        </p:nvCxnSpPr>
        <p:spPr>
          <a:xfrm>
            <a:off x="1510395" y="2899410"/>
            <a:ext cx="11315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0" name="Picture 279">
            <a:extLst>
              <a:ext uri="{FF2B5EF4-FFF2-40B4-BE49-F238E27FC236}">
                <a16:creationId xmlns:a16="http://schemas.microsoft.com/office/drawing/2014/main" id="{A800988A-F4B3-3FDC-4EBE-9318578E9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953" y="3771118"/>
            <a:ext cx="1498112" cy="1498112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A49BE89F-312A-C049-5633-2D8FDF484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" y="5359888"/>
            <a:ext cx="1498112" cy="1498112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8A006994-636A-096B-AA51-424C330CC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05" y="5325598"/>
            <a:ext cx="1498112" cy="1498112"/>
          </a:xfrm>
          <a:prstGeom prst="rect">
            <a:avLst/>
          </a:prstGeom>
        </p:spPr>
      </p:pic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49138EA3-250E-EBFB-4D9E-4077DCE98F51}"/>
              </a:ext>
            </a:extLst>
          </p:cNvPr>
          <p:cNvCxnSpPr>
            <a:cxnSpLocks/>
          </p:cNvCxnSpPr>
          <p:nvPr/>
        </p:nvCxnSpPr>
        <p:spPr>
          <a:xfrm>
            <a:off x="1502775" y="6328551"/>
            <a:ext cx="110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2C22523-29FD-D434-9E69-7BE9F2103E1A}"/>
              </a:ext>
            </a:extLst>
          </p:cNvPr>
          <p:cNvCxnSpPr/>
          <p:nvPr/>
        </p:nvCxnSpPr>
        <p:spPr>
          <a:xfrm>
            <a:off x="0" y="3554730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BDAD731-6814-1E67-9BCA-9ED912D1291A}"/>
              </a:ext>
            </a:extLst>
          </p:cNvPr>
          <p:cNvSpPr/>
          <p:nvPr/>
        </p:nvSpPr>
        <p:spPr>
          <a:xfrm>
            <a:off x="5182688" y="682534"/>
            <a:ext cx="1634421" cy="2746466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DEDE0-B896-7C67-7020-83D7EFCCFC7D}"/>
              </a:ext>
            </a:extLst>
          </p:cNvPr>
          <p:cNvSpPr txBox="1"/>
          <p:nvPr/>
        </p:nvSpPr>
        <p:spPr>
          <a:xfrm>
            <a:off x="5436738" y="3418211"/>
            <a:ext cx="1276546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Virtual IP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B4A13-FCA6-A484-82B8-5887248E1157}"/>
              </a:ext>
            </a:extLst>
          </p:cNvPr>
          <p:cNvSpPr txBox="1"/>
          <p:nvPr/>
        </p:nvSpPr>
        <p:spPr>
          <a:xfrm>
            <a:off x="5446404" y="382441"/>
            <a:ext cx="1264909" cy="41549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100" b="1" u="sng" dirty="0"/>
              <a:t>Solution</a:t>
            </a:r>
            <a:endParaRPr lang="en-US" sz="1200" b="1" u="sng" dirty="0"/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0DB999C3-1D82-8703-7D88-08BE491B28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31" y="887104"/>
            <a:ext cx="5269230" cy="5475779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E2F3F8CC-EEE5-31BC-B8A0-42C21251D8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" y="0"/>
            <a:ext cx="3474720" cy="3474720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D4727FF7-1662-4B2D-C87C-6BCCF0A10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368926"/>
            <a:ext cx="3489074" cy="3489074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7E50023D-DA7F-BE87-B3EB-188ECB4F91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6" y="3372193"/>
            <a:ext cx="3489074" cy="3489074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DE72D2D-2F22-DCFC-4D32-50105A85EA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420" y="3267"/>
            <a:ext cx="34747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1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7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5" dur="7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7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7" dur="700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12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7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"/>
                            </p:stCondLst>
                            <p:childTnLst>
                              <p:par>
                                <p:cTn id="81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7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7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7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700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7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9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4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2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2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3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7"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3"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0" dur="12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3" dur="7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7" dur="2000" fill="hold"/>
                                        <p:tgtEl>
                                          <p:spTgt spid="1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6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3" dur="2000" fill="hold"/>
                                        <p:tgtEl>
                                          <p:spTgt spid="1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 animBg="1"/>
      <p:bldP spid="311" grpId="1" animBg="1"/>
      <p:bldP spid="285" grpId="0" animBg="1"/>
      <p:bldP spid="285" grpId="1" animBg="1"/>
      <p:bldP spid="287" grpId="0" animBg="1"/>
      <p:bldP spid="287" grpId="1" animBg="1"/>
      <p:bldP spid="233" grpId="0"/>
      <p:bldP spid="234" grpId="0"/>
      <p:bldP spid="235" grpId="0"/>
      <p:bldP spid="237" grpId="0"/>
      <p:bldP spid="238" grpId="0"/>
      <p:bldP spid="239" grpId="0"/>
      <p:bldP spid="2" grpId="0" animBg="1"/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01488-49F9-CC31-04C3-A26A9B9A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01D53-C94C-CB61-2762-516F95F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522" y="973414"/>
            <a:ext cx="4307527" cy="4517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STP (Spanning Tree Protocol)</a:t>
            </a:r>
            <a:endParaRPr lang="en-US" dirty="0"/>
          </a:p>
          <a:p>
            <a:pPr algn="just"/>
            <a:r>
              <a:rPr lang="en-US" sz="1800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STP is a network protocol used to prevent looping within a network topology. STP was created to avoid the problems that arise when computers exchange data on a local area network (LAN) that contains redundant paths.</a:t>
            </a:r>
            <a:endParaRPr lang="en-US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 descr="spanning tree protocol">
            <a:extLst>
              <a:ext uri="{FF2B5EF4-FFF2-40B4-BE49-F238E27FC236}">
                <a16:creationId xmlns:a16="http://schemas.microsoft.com/office/drawing/2014/main" id="{AB50A6E8-FA74-CF9A-F2E1-CEE151A4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42" y="1472691"/>
            <a:ext cx="6000750" cy="42576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77070-4F18-2252-BBBC-6DD3AE1E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6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6F4A-6105-2B0B-B00E-B850563D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32980"/>
            <a:ext cx="10653578" cy="84471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/>
                <a:cs typeface="Times New Roman"/>
              </a:rPr>
              <a:t>Background Study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D56E4-9EDF-6137-48CA-68456C4A7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054173"/>
            <a:ext cx="5779655" cy="54708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b="1" dirty="0">
                <a:latin typeface="Times New Roman"/>
                <a:ea typeface="+mn-lt"/>
                <a:cs typeface="+mn-lt"/>
              </a:rPr>
              <a:t>HSRP(Hot Standby Router Protocol)</a:t>
            </a:r>
            <a:endParaRPr lang="en-US" sz="2400" b="1" dirty="0">
              <a:latin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HSRP  enables a set of router interfaces to work together to present the appearance of a single virtual router or default gateway to the hosts on a LAN. The virtual router does not exist; it represents the common target for routers that are configured to provide backup to each other. </a:t>
            </a:r>
            <a:endParaRPr lang="en-US" sz="2400" b="1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In this protocol , one of the routers is selected to be the active router and another to be the standby router, which assumes control of the designated active router fail.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42013-0A9E-1FC6-00C2-187D7613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Computer Networks | Hot Standby Router Protocol (HSRP) - GeeksforGeeks">
            <a:extLst>
              <a:ext uri="{FF2B5EF4-FFF2-40B4-BE49-F238E27FC236}">
                <a16:creationId xmlns:a16="http://schemas.microsoft.com/office/drawing/2014/main" id="{6A04FA85-7717-4910-0986-ADFBB5143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619" y="938212"/>
            <a:ext cx="5238750" cy="4981575"/>
          </a:xfrm>
          <a:prstGeom prst="rect">
            <a:avLst/>
          </a:prstGeom>
          <a:noFill/>
          <a:effectLst>
            <a:outerShdw blurRad="241300" dist="50800" dir="5400000" algn="ctr" rotWithShape="0">
              <a:srgbClr val="000000">
                <a:alpha val="64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10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64EA-B6CD-1E8A-EF3C-42929615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32980"/>
            <a:ext cx="10653578" cy="787202"/>
          </a:xfrm>
        </p:spPr>
        <p:txBody>
          <a:bodyPr/>
          <a:lstStyle/>
          <a:p>
            <a:r>
              <a:rPr lang="en-US" dirty="0"/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DBC01-153B-B4CF-1F39-E5EA8BF1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6" y="1126061"/>
            <a:ext cx="10277775" cy="53989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800" b="1" u="sng" dirty="0">
                <a:latin typeface="Times New Roman"/>
                <a:ea typeface="Calibri"/>
                <a:cs typeface="Calibri"/>
              </a:rPr>
              <a:t>Multigroup HSRP</a:t>
            </a:r>
            <a:endParaRPr lang="en-US" sz="2400" b="1" u="sng" dirty="0">
              <a:latin typeface="Neue Haas Grotesk Text Pro"/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US" sz="2400" dirty="0">
                <a:latin typeface="Neue Haas Grotesk Text Pro"/>
                <a:ea typeface="Calibri"/>
                <a:cs typeface="Calibri"/>
              </a:rPr>
              <a:t>In</a:t>
            </a:r>
            <a:r>
              <a:rPr lang="en-US" sz="2400" dirty="0">
                <a:ea typeface="+mn-lt"/>
                <a:cs typeface="+mn-lt"/>
              </a:rPr>
              <a:t> order to utilize both routers, we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can configure Multigroup HSRP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between two routers. Let 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consider two groups of network :-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Router 1 is Active for group 1.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Router 2 is Active for group 2.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Each router is Standby (Backup) for the alternative groups.</a:t>
            </a:r>
            <a:endParaRPr lang="en-US" dirty="0"/>
          </a:p>
          <a:p>
            <a:pPr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FEA52-37FE-79BD-CFB9-EC3D401C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42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2124C-AE18-ACCB-9B4D-DDE637DF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25" y="1652523"/>
            <a:ext cx="3602356" cy="1786524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748C-64E9-B9DD-217E-B98D45EB8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3784" y="849084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latin typeface="Times New Roman"/>
                <a:ea typeface="Calibri"/>
                <a:cs typeface="Calibri"/>
                <a:hlinkClick r:id="rId2"/>
              </a:rPr>
              <a:t>The Cisco Learning Network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r>
              <a:rPr lang="en-US" sz="2400" b="1" dirty="0">
                <a:latin typeface="Times New Roman"/>
                <a:ea typeface="Calibri"/>
                <a:cs typeface="Calibri"/>
                <a:hlinkClick r:id="rId3"/>
              </a:rPr>
              <a:t>Redundancy Protocol Configuration Guide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r>
              <a:rPr lang="en-US" sz="2400" b="1" dirty="0">
                <a:latin typeface="Times New Roman"/>
                <a:ea typeface="Calibri"/>
                <a:cs typeface="Calibri"/>
                <a:hlinkClick r:id="rId4"/>
              </a:rPr>
              <a:t>TechTarget Network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954F6-F572-2E16-6779-7B44B216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6220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374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Neue Haas Grotesk Text Pro</vt:lpstr>
      <vt:lpstr>Times New Roman</vt:lpstr>
      <vt:lpstr>VanillaVTI</vt:lpstr>
      <vt:lpstr>Failover Network Using Redundant paths</vt:lpstr>
      <vt:lpstr>Problem Statement</vt:lpstr>
      <vt:lpstr>Objective</vt:lpstr>
      <vt:lpstr>PowerPoint Presentation</vt:lpstr>
      <vt:lpstr>Background Study</vt:lpstr>
      <vt:lpstr>Background Study</vt:lpstr>
      <vt:lpstr>Background Study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Istiaq Alam</cp:lastModifiedBy>
  <cp:revision>424</cp:revision>
  <dcterms:created xsi:type="dcterms:W3CDTF">2025-04-30T16:30:27Z</dcterms:created>
  <dcterms:modified xsi:type="dcterms:W3CDTF">2025-05-04T15:38:02Z</dcterms:modified>
</cp:coreProperties>
</file>