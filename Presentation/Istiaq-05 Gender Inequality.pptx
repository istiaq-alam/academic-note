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16"/>
  </p:notesMasterIdLst>
  <p:sldIdLst>
    <p:sldId id="256" r:id="rId2"/>
    <p:sldId id="262" r:id="rId3"/>
    <p:sldId id="257" r:id="rId4"/>
    <p:sldId id="258" r:id="rId5"/>
    <p:sldId id="259" r:id="rId6"/>
    <p:sldId id="261" r:id="rId7"/>
    <p:sldId id="270" r:id="rId8"/>
    <p:sldId id="272" r:id="rId9"/>
    <p:sldId id="265" r:id="rId10"/>
    <p:sldId id="266" r:id="rId11"/>
    <p:sldId id="267" r:id="rId12"/>
    <p:sldId id="268" r:id="rId13"/>
    <p:sldId id="269" r:id="rId14"/>
    <p:sldId id="280" r:id="rId15"/>
  </p:sldIdLst>
  <p:sldSz cx="12192000" cy="6858000"/>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5pPr>
    <a:lvl6pPr marL="2286000" algn="l" defTabSz="914400" rtl="0" eaLnBrk="1" latinLnBrk="0" hangingPunct="1">
      <a:defRPr kern="1200">
        <a:solidFill>
          <a:schemeClr val="tx1"/>
        </a:solidFill>
        <a:latin typeface="Aptos" panose="020B0004020202020204" pitchFamily="34" charset="0"/>
        <a:ea typeface="+mn-ea"/>
        <a:cs typeface="+mn-cs"/>
      </a:defRPr>
    </a:lvl6pPr>
    <a:lvl7pPr marL="2743200" algn="l" defTabSz="914400" rtl="0" eaLnBrk="1" latinLnBrk="0" hangingPunct="1">
      <a:defRPr kern="1200">
        <a:solidFill>
          <a:schemeClr val="tx1"/>
        </a:solidFill>
        <a:latin typeface="Aptos" panose="020B0004020202020204" pitchFamily="34" charset="0"/>
        <a:ea typeface="+mn-ea"/>
        <a:cs typeface="+mn-cs"/>
      </a:defRPr>
    </a:lvl7pPr>
    <a:lvl8pPr marL="3200400" algn="l" defTabSz="914400" rtl="0" eaLnBrk="1" latinLnBrk="0" hangingPunct="1">
      <a:defRPr kern="1200">
        <a:solidFill>
          <a:schemeClr val="tx1"/>
        </a:solidFill>
        <a:latin typeface="Aptos" panose="020B0004020202020204" pitchFamily="34" charset="0"/>
        <a:ea typeface="+mn-ea"/>
        <a:cs typeface="+mn-cs"/>
      </a:defRPr>
    </a:lvl8pPr>
    <a:lvl9pPr marL="3657600" algn="l" defTabSz="914400" rtl="0" eaLnBrk="1" latinLnBrk="0" hangingPunct="1">
      <a:defRPr kern="1200">
        <a:solidFill>
          <a:schemeClr val="tx1"/>
        </a:solidFill>
        <a:latin typeface="Aptos" panose="020B00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466" autoAdjust="0"/>
    <p:restoredTop sz="94660"/>
  </p:normalViewPr>
  <p:slideViewPr>
    <p:cSldViewPr>
      <p:cViewPr varScale="1">
        <p:scale>
          <a:sx n="111" d="100"/>
          <a:sy n="111" d="100"/>
        </p:scale>
        <p:origin x="162" y="9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7CD64140-206D-E241-4A51-9764F3213F89}"/>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a:latin typeface="Arial" panose="020B0604020202020204" pitchFamily="34" charset="0"/>
              </a:defRPr>
            </a:lvl1pPr>
          </a:lstStyle>
          <a:p>
            <a:pPr>
              <a:defRPr/>
            </a:pPr>
            <a:endParaRPr lang="en-US" altLang="en-US"/>
          </a:p>
        </p:txBody>
      </p:sp>
      <p:sp>
        <p:nvSpPr>
          <p:cNvPr id="4099" name="Rectangle 3">
            <a:extLst>
              <a:ext uri="{FF2B5EF4-FFF2-40B4-BE49-F238E27FC236}">
                <a16:creationId xmlns:a16="http://schemas.microsoft.com/office/drawing/2014/main" id="{C80EDADD-1FBF-22F0-B6C8-FE6989253B62}"/>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a:latin typeface="Arial" panose="020B0604020202020204" pitchFamily="34" charset="0"/>
              </a:defRPr>
            </a:lvl1pPr>
          </a:lstStyle>
          <a:p>
            <a:pPr>
              <a:defRPr/>
            </a:pPr>
            <a:endParaRPr lang="en-US" altLang="en-US"/>
          </a:p>
        </p:txBody>
      </p:sp>
      <p:sp>
        <p:nvSpPr>
          <p:cNvPr id="4100" name="Rectangle 4">
            <a:extLst>
              <a:ext uri="{FF2B5EF4-FFF2-40B4-BE49-F238E27FC236}">
                <a16:creationId xmlns:a16="http://schemas.microsoft.com/office/drawing/2014/main" id="{FA666B45-60EB-A9D8-7C2A-110CAD04BED0}"/>
              </a:ext>
            </a:extLst>
          </p:cNvPr>
          <p:cNvSpPr>
            <a:spLocks noRo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a:extLst>
              <a:ext uri="{FF2B5EF4-FFF2-40B4-BE49-F238E27FC236}">
                <a16:creationId xmlns:a16="http://schemas.microsoft.com/office/drawing/2014/main" id="{25F055D0-5CD0-B76C-2CA8-8DF456D1995F}"/>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4102" name="Rectangle 6">
            <a:extLst>
              <a:ext uri="{FF2B5EF4-FFF2-40B4-BE49-F238E27FC236}">
                <a16:creationId xmlns:a16="http://schemas.microsoft.com/office/drawing/2014/main" id="{2AEC742A-8FA2-506F-129A-BC573CD25AD7}"/>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a:latin typeface="Arial" panose="020B0604020202020204" pitchFamily="34" charset="0"/>
              </a:defRPr>
            </a:lvl1pPr>
          </a:lstStyle>
          <a:p>
            <a:pPr>
              <a:defRPr/>
            </a:pPr>
            <a:endParaRPr lang="en-US" altLang="en-US"/>
          </a:p>
        </p:txBody>
      </p:sp>
      <p:sp>
        <p:nvSpPr>
          <p:cNvPr id="4103" name="Rectangle 7">
            <a:extLst>
              <a:ext uri="{FF2B5EF4-FFF2-40B4-BE49-F238E27FC236}">
                <a16:creationId xmlns:a16="http://schemas.microsoft.com/office/drawing/2014/main" id="{5CF1655C-505C-2D13-3BDD-BFC2163A9DB5}"/>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a:latin typeface="Arial" panose="020B0604020202020204" pitchFamily="34" charset="0"/>
              </a:defRPr>
            </a:lvl1pPr>
          </a:lstStyle>
          <a:p>
            <a:pPr>
              <a:defRPr/>
            </a:pPr>
            <a:fld id="{A0CC4B80-6D66-4FC7-8DCF-BA091AF227B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125;p:notes">
            <a:extLst>
              <a:ext uri="{FF2B5EF4-FFF2-40B4-BE49-F238E27FC236}">
                <a16:creationId xmlns:a16="http://schemas.microsoft.com/office/drawing/2014/main" id="{D63D1A72-CF78-61C1-8413-AC962200933E}"/>
              </a:ext>
            </a:extLst>
          </p:cNvPr>
          <p:cNvSpPr>
            <a:spLocks noGrp="1" noRot="1" noChangeAspect="1" noTextEdit="1"/>
          </p:cNvSpPr>
          <p:nvPr>
            <p:ph type="sldImg" idx="2"/>
          </p:nvPr>
        </p:nvSpPr>
        <p:spPr>
          <a:custGeom>
            <a:avLst/>
            <a:gdLst>
              <a:gd name="T0" fmla="*/ 0 w 120000"/>
              <a:gd name="T1" fmla="*/ 0 h 120000"/>
              <a:gd name="T2" fmla="*/ 6096000 w 120000"/>
              <a:gd name="T3" fmla="*/ 0 h 120000"/>
              <a:gd name="T4" fmla="*/ 6096000 w 120000"/>
              <a:gd name="T5" fmla="*/ 3429000 h 120000"/>
              <a:gd name="T6" fmla="*/ 0 w 120000"/>
              <a:gd name="T7" fmla="*/ 3429000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6147" name="Google Shape;126;p:notes">
            <a:extLst>
              <a:ext uri="{FF2B5EF4-FFF2-40B4-BE49-F238E27FC236}">
                <a16:creationId xmlns:a16="http://schemas.microsoft.com/office/drawing/2014/main" id="{3692C0E8-67CC-4131-A40A-DF96E30EDA7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91425" rIns="91425" bIns="91425"/>
          <a:lstStyle/>
          <a:p>
            <a:pPr eaLnBrk="1" hangingPunct="1">
              <a:spcBef>
                <a:spcPct val="0"/>
              </a:spcBef>
            </a:pPr>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0E47E336-7000-A73C-FE0F-519EED6FD30E}"/>
              </a:ext>
            </a:extLst>
          </p:cNvPr>
          <p:cNvSpPr>
            <a:spLocks noGrp="1" noRot="1" noChangeAspect="1" noChangeArrowheads="1" noTextEdit="1"/>
          </p:cNvSpPr>
          <p:nvPr>
            <p:ph type="sldImg"/>
          </p:nvPr>
        </p:nvSpPr>
        <p:spPr>
          <a:ln/>
        </p:spPr>
      </p:sp>
      <p:sp>
        <p:nvSpPr>
          <p:cNvPr id="8195" name="Notes Placeholder 2">
            <a:extLst>
              <a:ext uri="{FF2B5EF4-FFF2-40B4-BE49-F238E27FC236}">
                <a16:creationId xmlns:a16="http://schemas.microsoft.com/office/drawing/2014/main" id="{A5D27CA7-56DD-10C4-5963-FC2C3FDDB95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
        <p:nvSpPr>
          <p:cNvPr id="8196" name="Slide Number Placeholder 3">
            <a:extLst>
              <a:ext uri="{FF2B5EF4-FFF2-40B4-BE49-F238E27FC236}">
                <a16:creationId xmlns:a16="http://schemas.microsoft.com/office/drawing/2014/main" id="{A1EAEBCD-9EDE-F9F5-3849-1DC390610722}"/>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defTabSz="457200" eaLnBrk="0" fontAlgn="base" hangingPunct="0">
              <a:spcBef>
                <a:spcPct val="0"/>
              </a:spcBef>
              <a:spcAft>
                <a:spcPct val="0"/>
              </a:spcAft>
              <a:defRPr>
                <a:solidFill>
                  <a:schemeClr val="tx1"/>
                </a:solidFill>
                <a:latin typeface="Aptos" panose="020B0004020202020204" pitchFamily="34" charset="0"/>
              </a:defRPr>
            </a:lvl6pPr>
            <a:lvl7pPr marL="2971800" indent="-228600" defTabSz="457200" eaLnBrk="0" fontAlgn="base" hangingPunct="0">
              <a:spcBef>
                <a:spcPct val="0"/>
              </a:spcBef>
              <a:spcAft>
                <a:spcPct val="0"/>
              </a:spcAft>
              <a:defRPr>
                <a:solidFill>
                  <a:schemeClr val="tx1"/>
                </a:solidFill>
                <a:latin typeface="Aptos" panose="020B0004020202020204" pitchFamily="34" charset="0"/>
              </a:defRPr>
            </a:lvl7pPr>
            <a:lvl8pPr marL="3429000" indent="-228600" defTabSz="457200" eaLnBrk="0" fontAlgn="base" hangingPunct="0">
              <a:spcBef>
                <a:spcPct val="0"/>
              </a:spcBef>
              <a:spcAft>
                <a:spcPct val="0"/>
              </a:spcAft>
              <a:defRPr>
                <a:solidFill>
                  <a:schemeClr val="tx1"/>
                </a:solidFill>
                <a:latin typeface="Aptos" panose="020B0004020202020204" pitchFamily="34" charset="0"/>
              </a:defRPr>
            </a:lvl8pPr>
            <a:lvl9pPr marL="3886200" indent="-228600" defTabSz="457200" eaLnBrk="0" fontAlgn="base" hangingPunct="0">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68677F88-5748-42A8-81F6-508874D4CD7C}" type="slidenum">
              <a:rPr lang="en-US" altLang="en-US" smtClean="0">
                <a:latin typeface="Arial" panose="020B0604020202020204" pitchFamily="34" charset="0"/>
              </a:rPr>
              <a:pPr fontAlgn="base">
                <a:spcBef>
                  <a:spcPct val="0"/>
                </a:spcBef>
                <a:spcAft>
                  <a:spcPct val="0"/>
                </a:spcAft>
              </a:pPr>
              <a:t>2</a:t>
            </a:fld>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154C261E-8C31-FAAA-AFAA-1E53965AA12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defTabSz="457200" eaLnBrk="0" fontAlgn="base" hangingPunct="0">
              <a:spcBef>
                <a:spcPct val="0"/>
              </a:spcBef>
              <a:spcAft>
                <a:spcPct val="0"/>
              </a:spcAft>
              <a:defRPr>
                <a:solidFill>
                  <a:schemeClr val="tx1"/>
                </a:solidFill>
                <a:latin typeface="Aptos" panose="020B0004020202020204" pitchFamily="34" charset="0"/>
              </a:defRPr>
            </a:lvl6pPr>
            <a:lvl7pPr marL="2971800" indent="-228600" defTabSz="457200" eaLnBrk="0" fontAlgn="base" hangingPunct="0">
              <a:spcBef>
                <a:spcPct val="0"/>
              </a:spcBef>
              <a:spcAft>
                <a:spcPct val="0"/>
              </a:spcAft>
              <a:defRPr>
                <a:solidFill>
                  <a:schemeClr val="tx1"/>
                </a:solidFill>
                <a:latin typeface="Aptos" panose="020B0004020202020204" pitchFamily="34" charset="0"/>
              </a:defRPr>
            </a:lvl7pPr>
            <a:lvl8pPr marL="3429000" indent="-228600" defTabSz="457200" eaLnBrk="0" fontAlgn="base" hangingPunct="0">
              <a:spcBef>
                <a:spcPct val="0"/>
              </a:spcBef>
              <a:spcAft>
                <a:spcPct val="0"/>
              </a:spcAft>
              <a:defRPr>
                <a:solidFill>
                  <a:schemeClr val="tx1"/>
                </a:solidFill>
                <a:latin typeface="Aptos" panose="020B0004020202020204" pitchFamily="34" charset="0"/>
              </a:defRPr>
            </a:lvl8pPr>
            <a:lvl9pPr marL="3886200" indent="-228600" defTabSz="457200" eaLnBrk="0" fontAlgn="base" hangingPunct="0">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5BE88B3B-FD04-4C58-8C26-059CF41BEA9B}" type="slidenum">
              <a:rPr lang="en-US" altLang="en-US" smtClean="0">
                <a:latin typeface="Arial" panose="020B0604020202020204" pitchFamily="34" charset="0"/>
              </a:rPr>
              <a:pPr fontAlgn="base">
                <a:spcBef>
                  <a:spcPct val="0"/>
                </a:spcBef>
                <a:spcAft>
                  <a:spcPct val="0"/>
                </a:spcAft>
              </a:pPr>
              <a:t>3</a:t>
            </a:fld>
            <a:endParaRPr lang="en-US" altLang="en-US">
              <a:latin typeface="Arial" panose="020B0604020202020204" pitchFamily="34" charset="0"/>
            </a:endParaRPr>
          </a:p>
        </p:txBody>
      </p:sp>
      <p:sp>
        <p:nvSpPr>
          <p:cNvPr id="10243" name="Rectangle 2">
            <a:extLst>
              <a:ext uri="{FF2B5EF4-FFF2-40B4-BE49-F238E27FC236}">
                <a16:creationId xmlns:a16="http://schemas.microsoft.com/office/drawing/2014/main" id="{F3F15F4C-28B5-AD0D-8AAE-ACF6F134E3D0}"/>
              </a:ext>
            </a:extLst>
          </p:cNvPr>
          <p:cNvSpPr>
            <a:spLocks noRot="1" noChangeArrowheads="1" noTextEdit="1"/>
          </p:cNvSpPr>
          <p:nvPr>
            <p:ph type="sldImg"/>
          </p:nvPr>
        </p:nvSpPr>
        <p:spPr>
          <a:ln/>
        </p:spPr>
      </p:sp>
      <p:sp>
        <p:nvSpPr>
          <p:cNvPr id="10244" name="Rectangle 3">
            <a:extLst>
              <a:ext uri="{FF2B5EF4-FFF2-40B4-BE49-F238E27FC236}">
                <a16:creationId xmlns:a16="http://schemas.microsoft.com/office/drawing/2014/main" id="{F3E17F5C-F63F-2AC1-37F9-D4DD0A68F3DA}"/>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solidFill>
                <a:srgbClr val="000000"/>
              </a:solidFill>
              <a:latin typeface="Palatino" pitchFamily="1"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2530" name="Google Shape;131;g2499c6917aa_0_196:notes">
            <a:extLst>
              <a:ext uri="{FF2B5EF4-FFF2-40B4-BE49-F238E27FC236}">
                <a16:creationId xmlns:a16="http://schemas.microsoft.com/office/drawing/2014/main" id="{15C0350B-881D-6DBF-467F-38FEAA142AA5}"/>
              </a:ext>
            </a:extLst>
          </p:cNvPr>
          <p:cNvSpPr>
            <a:spLocks noGrp="1" noRot="1" noChangeAspect="1" noTextEdit="1"/>
          </p:cNvSpPr>
          <p:nvPr>
            <p:ph type="sldImg" idx="2"/>
          </p:nvPr>
        </p:nvSpPr>
        <p:spPr>
          <a:custGeom>
            <a:avLst/>
            <a:gdLst>
              <a:gd name="T0" fmla="*/ 0 w 120000"/>
              <a:gd name="T1" fmla="*/ 0 h 120000"/>
              <a:gd name="T2" fmla="*/ 6096000 w 120000"/>
              <a:gd name="T3" fmla="*/ 0 h 120000"/>
              <a:gd name="T4" fmla="*/ 6096000 w 120000"/>
              <a:gd name="T5" fmla="*/ 3429000 h 120000"/>
              <a:gd name="T6" fmla="*/ 0 w 120000"/>
              <a:gd name="T7" fmla="*/ 3429000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22531" name="Google Shape;132;g2499c6917aa_0_196:notes">
            <a:extLst>
              <a:ext uri="{FF2B5EF4-FFF2-40B4-BE49-F238E27FC236}">
                <a16:creationId xmlns:a16="http://schemas.microsoft.com/office/drawing/2014/main" id="{53DB1944-F4D5-BDC4-453A-9FCDF62D65C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91425" rIns="91425" bIns="91425"/>
          <a:lstStyle/>
          <a:p>
            <a:pPr eaLnBrk="1" hangingPunct="1">
              <a:spcBef>
                <a:spcPct val="0"/>
              </a:spcBef>
            </a:pPr>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A1F9061-51BB-5861-C416-23F0880F5B9C}"/>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3E83D88B-F332-9359-9257-F6D1925E4EA9}"/>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6A71ED66-52D7-852F-1CEB-1F4EF45DFFA3}"/>
              </a:ext>
            </a:extLst>
          </p:cNvPr>
          <p:cNvSpPr>
            <a:spLocks noGrp="1"/>
          </p:cNvSpPr>
          <p:nvPr>
            <p:ph type="sldNum" sz="quarter" idx="12"/>
          </p:nvPr>
        </p:nvSpPr>
        <p:spPr/>
        <p:txBody>
          <a:bodyPr/>
          <a:lstStyle>
            <a:lvl1pPr>
              <a:defRPr/>
            </a:lvl1pPr>
          </a:lstStyle>
          <a:p>
            <a:pPr>
              <a:defRPr/>
            </a:pPr>
            <a:fld id="{EA735A62-11CF-4700-98AA-36F145D9E005}" type="slidenum">
              <a:rPr lang="en-US" altLang="en-US"/>
              <a:pPr>
                <a:defRPr/>
              </a:pPr>
              <a:t>‹#›</a:t>
            </a:fld>
            <a:endParaRPr lang="en-US" altLang="en-US"/>
          </a:p>
        </p:txBody>
      </p:sp>
    </p:spTree>
    <p:extLst>
      <p:ext uri="{BB962C8B-B14F-4D97-AF65-F5344CB8AC3E}">
        <p14:creationId xmlns:p14="http://schemas.microsoft.com/office/powerpoint/2010/main" val="1560342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BD0C1A-07BA-EFC2-180B-EA9CE13693B9}"/>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615D8915-CC58-C920-7FAD-CA7204C0BB2E}"/>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D92DB528-7E27-E301-6F13-191BB0AFBC4E}"/>
              </a:ext>
            </a:extLst>
          </p:cNvPr>
          <p:cNvSpPr>
            <a:spLocks noGrp="1"/>
          </p:cNvSpPr>
          <p:nvPr>
            <p:ph type="sldNum" sz="quarter" idx="12"/>
          </p:nvPr>
        </p:nvSpPr>
        <p:spPr/>
        <p:txBody>
          <a:bodyPr/>
          <a:lstStyle>
            <a:lvl1pPr>
              <a:defRPr/>
            </a:lvl1pPr>
          </a:lstStyle>
          <a:p>
            <a:pPr>
              <a:defRPr/>
            </a:pPr>
            <a:fld id="{6DC277A6-BBC7-477A-9642-96093D9A6356}" type="slidenum">
              <a:rPr lang="en-US" altLang="en-US"/>
              <a:pPr>
                <a:defRPr/>
              </a:pPr>
              <a:t>‹#›</a:t>
            </a:fld>
            <a:endParaRPr lang="en-US" altLang="en-US"/>
          </a:p>
        </p:txBody>
      </p:sp>
    </p:spTree>
    <p:extLst>
      <p:ext uri="{BB962C8B-B14F-4D97-AF65-F5344CB8AC3E}">
        <p14:creationId xmlns:p14="http://schemas.microsoft.com/office/powerpoint/2010/main" val="3699599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E72333-7F92-8607-1E81-FBF8590BB746}"/>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CAD7124D-9D25-607A-EBB5-C4A52545CBB1}"/>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04884558-FCAC-5AE4-48BE-C3BB81EDF02A}"/>
              </a:ext>
            </a:extLst>
          </p:cNvPr>
          <p:cNvSpPr>
            <a:spLocks noGrp="1"/>
          </p:cNvSpPr>
          <p:nvPr>
            <p:ph type="sldNum" sz="quarter" idx="12"/>
          </p:nvPr>
        </p:nvSpPr>
        <p:spPr/>
        <p:txBody>
          <a:bodyPr/>
          <a:lstStyle>
            <a:lvl1pPr>
              <a:defRPr/>
            </a:lvl1pPr>
          </a:lstStyle>
          <a:p>
            <a:pPr>
              <a:defRPr/>
            </a:pPr>
            <a:fld id="{2E93FBF8-CF7F-4DC1-8934-50A4AFD754BF}" type="slidenum">
              <a:rPr lang="en-US" altLang="en-US"/>
              <a:pPr>
                <a:defRPr/>
              </a:pPr>
              <a:t>‹#›</a:t>
            </a:fld>
            <a:endParaRPr lang="en-US" altLang="en-US"/>
          </a:p>
        </p:txBody>
      </p:sp>
    </p:spTree>
    <p:extLst>
      <p:ext uri="{BB962C8B-B14F-4D97-AF65-F5344CB8AC3E}">
        <p14:creationId xmlns:p14="http://schemas.microsoft.com/office/powerpoint/2010/main" val="2305827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D1E33234-40DC-4296-0122-3E3324BC63C9}"/>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3DA4CABE-559D-F6BA-003E-99E9057B31E2}"/>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6B26D39F-D11F-4AD9-19DC-6A6ACCBA7585}"/>
              </a:ext>
            </a:extLst>
          </p:cNvPr>
          <p:cNvSpPr>
            <a:spLocks noGrp="1"/>
          </p:cNvSpPr>
          <p:nvPr>
            <p:ph type="sldNum" sz="quarter" idx="12"/>
          </p:nvPr>
        </p:nvSpPr>
        <p:spPr/>
        <p:txBody>
          <a:bodyPr/>
          <a:lstStyle>
            <a:lvl1pPr>
              <a:defRPr/>
            </a:lvl1pPr>
          </a:lstStyle>
          <a:p>
            <a:pPr>
              <a:defRPr/>
            </a:pPr>
            <a:fld id="{C157AB09-A6A1-4EDC-A768-DC122F887E64}" type="slidenum">
              <a:rPr lang="en-US" altLang="en-US"/>
              <a:pPr>
                <a:defRPr/>
              </a:pPr>
              <a:t>‹#›</a:t>
            </a:fld>
            <a:endParaRPr lang="en-US" altLang="en-US"/>
          </a:p>
        </p:txBody>
      </p:sp>
    </p:spTree>
    <p:extLst>
      <p:ext uri="{BB962C8B-B14F-4D97-AF65-F5344CB8AC3E}">
        <p14:creationId xmlns:p14="http://schemas.microsoft.com/office/powerpoint/2010/main" val="300942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40915B5E-383B-49D7-E5C7-E061DA24863B}"/>
              </a:ext>
            </a:extLst>
          </p:cNvPr>
          <p:cNvSpPr>
            <a:spLocks noGrp="1"/>
          </p:cNvSpPr>
          <p:nvPr>
            <p:ph type="dt" sz="half" idx="10"/>
          </p:nvPr>
        </p:nvSpPr>
        <p:spPr/>
        <p:txBody>
          <a:bodyPr/>
          <a:lstStyle>
            <a:lvl1pPr>
              <a:defRPr/>
            </a:lvl1pPr>
          </a:lstStyle>
          <a:p>
            <a:pPr>
              <a:defRPr/>
            </a:pPr>
            <a:endParaRPr lang="en-US" altLang="en-US"/>
          </a:p>
        </p:txBody>
      </p:sp>
      <p:sp>
        <p:nvSpPr>
          <p:cNvPr id="8" name="Footer Placeholder 4">
            <a:extLst>
              <a:ext uri="{FF2B5EF4-FFF2-40B4-BE49-F238E27FC236}">
                <a16:creationId xmlns:a16="http://schemas.microsoft.com/office/drawing/2014/main" id="{0324BF39-DC0B-A5C4-75FB-F727408335D9}"/>
              </a:ext>
            </a:extLst>
          </p:cNvPr>
          <p:cNvSpPr>
            <a:spLocks noGrp="1"/>
          </p:cNvSpPr>
          <p:nvPr>
            <p:ph type="ftr" sz="quarter" idx="11"/>
          </p:nvPr>
        </p:nvSpPr>
        <p:spPr/>
        <p:txBody>
          <a:bodyPr/>
          <a:lstStyle>
            <a:lvl1pPr>
              <a:defRPr/>
            </a:lvl1pPr>
          </a:lstStyle>
          <a:p>
            <a:pPr>
              <a:defRPr/>
            </a:pPr>
            <a:endParaRPr lang="en-US" altLang="en-US"/>
          </a:p>
        </p:txBody>
      </p:sp>
      <p:sp>
        <p:nvSpPr>
          <p:cNvPr id="9" name="Slide Number Placeholder 5">
            <a:extLst>
              <a:ext uri="{FF2B5EF4-FFF2-40B4-BE49-F238E27FC236}">
                <a16:creationId xmlns:a16="http://schemas.microsoft.com/office/drawing/2014/main" id="{1F8F9246-F462-D666-55FB-8B422FAF2199}"/>
              </a:ext>
            </a:extLst>
          </p:cNvPr>
          <p:cNvSpPr>
            <a:spLocks noGrp="1"/>
          </p:cNvSpPr>
          <p:nvPr>
            <p:ph type="sldNum" sz="quarter" idx="12"/>
          </p:nvPr>
        </p:nvSpPr>
        <p:spPr/>
        <p:txBody>
          <a:bodyPr/>
          <a:lstStyle>
            <a:lvl1pPr>
              <a:defRPr/>
            </a:lvl1pPr>
          </a:lstStyle>
          <a:p>
            <a:pPr>
              <a:defRPr/>
            </a:pPr>
            <a:fld id="{648FAD01-3E43-47C8-A176-D3553A86C485}" type="slidenum">
              <a:rPr lang="en-US" altLang="en-US"/>
              <a:pPr>
                <a:defRPr/>
              </a:pPr>
              <a:t>‹#›</a:t>
            </a:fld>
            <a:endParaRPr lang="en-US" altLang="en-US"/>
          </a:p>
        </p:txBody>
      </p:sp>
    </p:spTree>
    <p:extLst>
      <p:ext uri="{BB962C8B-B14F-4D97-AF65-F5344CB8AC3E}">
        <p14:creationId xmlns:p14="http://schemas.microsoft.com/office/powerpoint/2010/main" val="3481483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A49D1D5C-B4DF-4D9D-8691-A1D38F6C6061}"/>
              </a:ext>
            </a:extLst>
          </p:cNvPr>
          <p:cNvSpPr>
            <a:spLocks noGrp="1"/>
          </p:cNvSpPr>
          <p:nvPr>
            <p:ph type="dt" sz="half" idx="10"/>
          </p:nvPr>
        </p:nvSpPr>
        <p:spPr/>
        <p:txBody>
          <a:bodyPr/>
          <a:lstStyle>
            <a:lvl1pPr>
              <a:defRPr/>
            </a:lvl1pPr>
          </a:lstStyle>
          <a:p>
            <a:pPr>
              <a:defRPr/>
            </a:pPr>
            <a:endParaRPr lang="en-US" altLang="en-US"/>
          </a:p>
        </p:txBody>
      </p:sp>
      <p:sp>
        <p:nvSpPr>
          <p:cNvPr id="4" name="Footer Placeholder 4">
            <a:extLst>
              <a:ext uri="{FF2B5EF4-FFF2-40B4-BE49-F238E27FC236}">
                <a16:creationId xmlns:a16="http://schemas.microsoft.com/office/drawing/2014/main" id="{A7786015-F2D0-D7F7-2EC9-E18F534DFF6B}"/>
              </a:ext>
            </a:extLst>
          </p:cNvPr>
          <p:cNvSpPr>
            <a:spLocks noGrp="1"/>
          </p:cNvSpPr>
          <p:nvPr>
            <p:ph type="ftr" sz="quarter" idx="11"/>
          </p:nvPr>
        </p:nvSpPr>
        <p:spPr/>
        <p:txBody>
          <a:bodyPr/>
          <a:lstStyle>
            <a:lvl1pPr>
              <a:defRPr/>
            </a:lvl1pPr>
          </a:lstStyle>
          <a:p>
            <a:pPr>
              <a:defRPr/>
            </a:pPr>
            <a:endParaRPr lang="en-US" altLang="en-US"/>
          </a:p>
        </p:txBody>
      </p:sp>
      <p:sp>
        <p:nvSpPr>
          <p:cNvPr id="5" name="Slide Number Placeholder 5">
            <a:extLst>
              <a:ext uri="{FF2B5EF4-FFF2-40B4-BE49-F238E27FC236}">
                <a16:creationId xmlns:a16="http://schemas.microsoft.com/office/drawing/2014/main" id="{53089B1E-573E-17B6-632A-681996C374C6}"/>
              </a:ext>
            </a:extLst>
          </p:cNvPr>
          <p:cNvSpPr>
            <a:spLocks noGrp="1"/>
          </p:cNvSpPr>
          <p:nvPr>
            <p:ph type="sldNum" sz="quarter" idx="12"/>
          </p:nvPr>
        </p:nvSpPr>
        <p:spPr/>
        <p:txBody>
          <a:bodyPr/>
          <a:lstStyle>
            <a:lvl1pPr>
              <a:defRPr/>
            </a:lvl1pPr>
          </a:lstStyle>
          <a:p>
            <a:pPr>
              <a:defRPr/>
            </a:pPr>
            <a:fld id="{A3B1A966-44B3-4525-83D8-13A7C945296E}" type="slidenum">
              <a:rPr lang="en-US" altLang="en-US"/>
              <a:pPr>
                <a:defRPr/>
              </a:pPr>
              <a:t>‹#›</a:t>
            </a:fld>
            <a:endParaRPr lang="en-US" altLang="en-US"/>
          </a:p>
        </p:txBody>
      </p:sp>
    </p:spTree>
    <p:extLst>
      <p:ext uri="{BB962C8B-B14F-4D97-AF65-F5344CB8AC3E}">
        <p14:creationId xmlns:p14="http://schemas.microsoft.com/office/powerpoint/2010/main" val="3357747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19B086F6-FBE8-AF23-383B-A5F344FFC9F7}"/>
              </a:ext>
            </a:extLst>
          </p:cNvPr>
          <p:cNvSpPr>
            <a:spLocks noGrp="1"/>
          </p:cNvSpPr>
          <p:nvPr>
            <p:ph type="dt" sz="half" idx="10"/>
          </p:nvPr>
        </p:nvSpPr>
        <p:spPr/>
        <p:txBody>
          <a:bodyPr/>
          <a:lstStyle>
            <a:lvl1pPr>
              <a:defRPr/>
            </a:lvl1pPr>
          </a:lstStyle>
          <a:p>
            <a:pPr>
              <a:defRPr/>
            </a:pPr>
            <a:endParaRPr lang="en-US" altLang="en-US"/>
          </a:p>
        </p:txBody>
      </p:sp>
      <p:sp>
        <p:nvSpPr>
          <p:cNvPr id="3" name="Footer Placeholder 4">
            <a:extLst>
              <a:ext uri="{FF2B5EF4-FFF2-40B4-BE49-F238E27FC236}">
                <a16:creationId xmlns:a16="http://schemas.microsoft.com/office/drawing/2014/main" id="{0874B014-9B70-419B-300A-EC419E27B283}"/>
              </a:ext>
            </a:extLst>
          </p:cNvPr>
          <p:cNvSpPr>
            <a:spLocks noGrp="1"/>
          </p:cNvSpPr>
          <p:nvPr>
            <p:ph type="ftr" sz="quarter" idx="11"/>
          </p:nvPr>
        </p:nvSpPr>
        <p:spPr/>
        <p:txBody>
          <a:bodyPr/>
          <a:lstStyle>
            <a:lvl1pPr>
              <a:defRPr/>
            </a:lvl1pPr>
          </a:lstStyle>
          <a:p>
            <a:pPr>
              <a:defRPr/>
            </a:pPr>
            <a:endParaRPr lang="en-US" altLang="en-US"/>
          </a:p>
        </p:txBody>
      </p:sp>
      <p:sp>
        <p:nvSpPr>
          <p:cNvPr id="4" name="Slide Number Placeholder 5">
            <a:extLst>
              <a:ext uri="{FF2B5EF4-FFF2-40B4-BE49-F238E27FC236}">
                <a16:creationId xmlns:a16="http://schemas.microsoft.com/office/drawing/2014/main" id="{C50C66D7-2A58-CC7C-F6D0-27AE57663C77}"/>
              </a:ext>
            </a:extLst>
          </p:cNvPr>
          <p:cNvSpPr>
            <a:spLocks noGrp="1"/>
          </p:cNvSpPr>
          <p:nvPr>
            <p:ph type="sldNum" sz="quarter" idx="12"/>
          </p:nvPr>
        </p:nvSpPr>
        <p:spPr/>
        <p:txBody>
          <a:bodyPr/>
          <a:lstStyle>
            <a:lvl1pPr>
              <a:defRPr/>
            </a:lvl1pPr>
          </a:lstStyle>
          <a:p>
            <a:pPr>
              <a:defRPr/>
            </a:pPr>
            <a:fld id="{1C4A72C1-6F3E-4F2E-95E6-972DCBB69AAD}" type="slidenum">
              <a:rPr lang="en-US" altLang="en-US"/>
              <a:pPr>
                <a:defRPr/>
              </a:pPr>
              <a:t>‹#›</a:t>
            </a:fld>
            <a:endParaRPr lang="en-US" altLang="en-US"/>
          </a:p>
        </p:txBody>
      </p:sp>
    </p:spTree>
    <p:extLst>
      <p:ext uri="{BB962C8B-B14F-4D97-AF65-F5344CB8AC3E}">
        <p14:creationId xmlns:p14="http://schemas.microsoft.com/office/powerpoint/2010/main" val="1255487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F79E45C9-1C64-5B94-1C97-5C3F7D933FF2}"/>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979A646F-ADB0-4E4F-DA89-09D56B7F7588}"/>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F8DEC5FA-DE77-E269-379E-B6DBB543BE8E}"/>
              </a:ext>
            </a:extLst>
          </p:cNvPr>
          <p:cNvSpPr>
            <a:spLocks noGrp="1"/>
          </p:cNvSpPr>
          <p:nvPr>
            <p:ph type="sldNum" sz="quarter" idx="12"/>
          </p:nvPr>
        </p:nvSpPr>
        <p:spPr/>
        <p:txBody>
          <a:bodyPr/>
          <a:lstStyle>
            <a:lvl1pPr>
              <a:defRPr/>
            </a:lvl1pPr>
          </a:lstStyle>
          <a:p>
            <a:pPr>
              <a:defRPr/>
            </a:pPr>
            <a:fld id="{996D2390-B26C-4016-8B82-CAD4E43BFEDB}" type="slidenum">
              <a:rPr lang="en-US" altLang="en-US"/>
              <a:pPr>
                <a:defRPr/>
              </a:pPr>
              <a:t>‹#›</a:t>
            </a:fld>
            <a:endParaRPr lang="en-US" altLang="en-US"/>
          </a:p>
        </p:txBody>
      </p:sp>
    </p:spTree>
    <p:extLst>
      <p:ext uri="{BB962C8B-B14F-4D97-AF65-F5344CB8AC3E}">
        <p14:creationId xmlns:p14="http://schemas.microsoft.com/office/powerpoint/2010/main" val="3059573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93BBA47F-4529-B0BC-3C7C-6ECFBA308B96}"/>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FDBB5562-8EEF-3AE1-2518-AAE3F25A5EAE}"/>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B57E800A-E861-2343-C742-5CF4E66F8B9D}"/>
              </a:ext>
            </a:extLst>
          </p:cNvPr>
          <p:cNvSpPr>
            <a:spLocks noGrp="1"/>
          </p:cNvSpPr>
          <p:nvPr>
            <p:ph type="sldNum" sz="quarter" idx="12"/>
          </p:nvPr>
        </p:nvSpPr>
        <p:spPr/>
        <p:txBody>
          <a:bodyPr/>
          <a:lstStyle>
            <a:lvl1pPr>
              <a:defRPr/>
            </a:lvl1pPr>
          </a:lstStyle>
          <a:p>
            <a:pPr>
              <a:defRPr/>
            </a:pPr>
            <a:fld id="{E29F41DC-21E9-4486-93EE-0C7E4A72497B}" type="slidenum">
              <a:rPr lang="en-US" altLang="en-US"/>
              <a:pPr>
                <a:defRPr/>
              </a:pPr>
              <a:t>‹#›</a:t>
            </a:fld>
            <a:endParaRPr lang="en-US" altLang="en-US"/>
          </a:p>
        </p:txBody>
      </p:sp>
    </p:spTree>
    <p:extLst>
      <p:ext uri="{BB962C8B-B14F-4D97-AF65-F5344CB8AC3E}">
        <p14:creationId xmlns:p14="http://schemas.microsoft.com/office/powerpoint/2010/main" val="1049286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502CEA-6D0C-8D95-2058-8ECCC4545DD4}"/>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345A9A3A-EDF2-1DDB-A529-064AA7D5C0BE}"/>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E023C441-54A2-98E9-1E68-3EB13F379B56}"/>
              </a:ext>
            </a:extLst>
          </p:cNvPr>
          <p:cNvSpPr>
            <a:spLocks noGrp="1"/>
          </p:cNvSpPr>
          <p:nvPr>
            <p:ph type="sldNum" sz="quarter" idx="12"/>
          </p:nvPr>
        </p:nvSpPr>
        <p:spPr/>
        <p:txBody>
          <a:bodyPr/>
          <a:lstStyle>
            <a:lvl1pPr>
              <a:defRPr/>
            </a:lvl1pPr>
          </a:lstStyle>
          <a:p>
            <a:pPr>
              <a:defRPr/>
            </a:pPr>
            <a:fld id="{D9C73C66-520A-46BF-B4B8-EC29B9D51D9D}" type="slidenum">
              <a:rPr lang="en-US" altLang="en-US"/>
              <a:pPr>
                <a:defRPr/>
              </a:pPr>
              <a:t>‹#›</a:t>
            </a:fld>
            <a:endParaRPr lang="en-US" altLang="en-US"/>
          </a:p>
        </p:txBody>
      </p:sp>
    </p:spTree>
    <p:extLst>
      <p:ext uri="{BB962C8B-B14F-4D97-AF65-F5344CB8AC3E}">
        <p14:creationId xmlns:p14="http://schemas.microsoft.com/office/powerpoint/2010/main" val="2836793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D4D3124-1913-2269-92EE-31C4F2F58717}"/>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74EDF85C-29E4-9C11-9BCA-67FA34E75CCB}"/>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BF86EC5F-1D8A-E971-57C0-05B0E50191A0}"/>
              </a:ext>
            </a:extLst>
          </p:cNvPr>
          <p:cNvSpPr>
            <a:spLocks noGrp="1"/>
          </p:cNvSpPr>
          <p:nvPr>
            <p:ph type="sldNum" sz="quarter" idx="12"/>
          </p:nvPr>
        </p:nvSpPr>
        <p:spPr/>
        <p:txBody>
          <a:bodyPr/>
          <a:lstStyle>
            <a:lvl1pPr>
              <a:defRPr/>
            </a:lvl1pPr>
          </a:lstStyle>
          <a:p>
            <a:pPr>
              <a:defRPr/>
            </a:pPr>
            <a:fld id="{77F1A305-B573-4117-BFBE-5739F67C5AD4}" type="slidenum">
              <a:rPr lang="en-US" altLang="en-US"/>
              <a:pPr>
                <a:defRPr/>
              </a:pPr>
              <a:t>‹#›</a:t>
            </a:fld>
            <a:endParaRPr lang="en-US" altLang="en-US"/>
          </a:p>
        </p:txBody>
      </p:sp>
    </p:spTree>
    <p:extLst>
      <p:ext uri="{BB962C8B-B14F-4D97-AF65-F5344CB8AC3E}">
        <p14:creationId xmlns:p14="http://schemas.microsoft.com/office/powerpoint/2010/main" val="29698824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274638"/>
            <a:ext cx="10972800" cy="1143000"/>
          </a:xfrm>
        </p:spPr>
        <p:txBody>
          <a:bodyPr/>
          <a:lstStyle/>
          <a:p>
            <a:r>
              <a:rPr lang="en-US"/>
              <a:t>Click to edit Master title style</a:t>
            </a:r>
          </a:p>
        </p:txBody>
      </p:sp>
      <p:sp>
        <p:nvSpPr>
          <p:cNvPr id="3" name="Content Placeholder 2"/>
          <p:cNvSpPr>
            <a:spLocks noGrp="1"/>
          </p:cNvSpPr>
          <p:nvPr>
            <p:ph sz="quarter" idx="1"/>
          </p:nvPr>
        </p:nvSpPr>
        <p:spPr>
          <a:xfrm>
            <a:off x="609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9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4CA5FBE-A091-C37E-FD07-A23ACD0C98E9}"/>
              </a:ext>
            </a:extLst>
          </p:cNvPr>
          <p:cNvSpPr>
            <a:spLocks noGrp="1"/>
          </p:cNvSpPr>
          <p:nvPr>
            <p:ph type="dt" sz="half" idx="10"/>
          </p:nvPr>
        </p:nvSpPr>
        <p:spPr>
          <a:xfrm>
            <a:off x="609600" y="6251575"/>
            <a:ext cx="2844800" cy="476250"/>
          </a:xfrm>
        </p:spPr>
        <p:txBody>
          <a:bodyPr/>
          <a:lstStyle>
            <a:lvl1pPr>
              <a:defRPr/>
            </a:lvl1pPr>
          </a:lstStyle>
          <a:p>
            <a:pPr>
              <a:defRPr/>
            </a:pPr>
            <a:endParaRPr lang="en-US" altLang="en-US"/>
          </a:p>
        </p:txBody>
      </p:sp>
      <p:sp>
        <p:nvSpPr>
          <p:cNvPr id="8" name="Slide Number Placeholder 7">
            <a:extLst>
              <a:ext uri="{FF2B5EF4-FFF2-40B4-BE49-F238E27FC236}">
                <a16:creationId xmlns:a16="http://schemas.microsoft.com/office/drawing/2014/main" id="{7DDB58C9-0E4F-2C1D-4B2B-98C302C7B451}"/>
              </a:ext>
            </a:extLst>
          </p:cNvPr>
          <p:cNvSpPr>
            <a:spLocks noGrp="1"/>
          </p:cNvSpPr>
          <p:nvPr>
            <p:ph type="sldNum" sz="quarter" idx="11"/>
          </p:nvPr>
        </p:nvSpPr>
        <p:spPr>
          <a:xfrm>
            <a:off x="8737600" y="6248400"/>
            <a:ext cx="2844800" cy="476250"/>
          </a:xfrm>
        </p:spPr>
        <p:txBody>
          <a:bodyPr/>
          <a:lstStyle>
            <a:lvl1pPr>
              <a:defRPr/>
            </a:lvl1pPr>
          </a:lstStyle>
          <a:p>
            <a:pPr>
              <a:defRPr/>
            </a:pPr>
            <a:fld id="{6E654DEA-A1B1-4900-B760-3BE2D0E2EEB1}" type="slidenum">
              <a:rPr lang="en-US" altLang="en-US"/>
              <a:pPr>
                <a:defRPr/>
              </a:pPr>
              <a:t>‹#›</a:t>
            </a:fld>
            <a:endParaRPr lang="en-US" altLang="en-US"/>
          </a:p>
        </p:txBody>
      </p:sp>
      <p:sp>
        <p:nvSpPr>
          <p:cNvPr id="9" name="Footer Placeholder 8">
            <a:extLst>
              <a:ext uri="{FF2B5EF4-FFF2-40B4-BE49-F238E27FC236}">
                <a16:creationId xmlns:a16="http://schemas.microsoft.com/office/drawing/2014/main" id="{C9564A77-1FDD-A2CF-16E6-9DDD78EB5961}"/>
              </a:ext>
            </a:extLst>
          </p:cNvPr>
          <p:cNvSpPr>
            <a:spLocks noGrp="1"/>
          </p:cNvSpPr>
          <p:nvPr>
            <p:ph type="ftr" sz="quarter" idx="12"/>
          </p:nvPr>
        </p:nvSpPr>
        <p:spPr>
          <a:xfrm>
            <a:off x="4165600" y="6248400"/>
            <a:ext cx="3860800" cy="476250"/>
          </a:xfrm>
        </p:spPr>
        <p:txBody>
          <a:bodyPr/>
          <a:lstStyle>
            <a:lvl1pPr>
              <a:defRPr/>
            </a:lvl1pPr>
          </a:lstStyle>
          <a:p>
            <a:pPr>
              <a:defRPr/>
            </a:pPr>
            <a:endParaRPr lang="en-US" altLang="en-US"/>
          </a:p>
        </p:txBody>
      </p:sp>
    </p:spTree>
    <p:extLst>
      <p:ext uri="{BB962C8B-B14F-4D97-AF65-F5344CB8AC3E}">
        <p14:creationId xmlns:p14="http://schemas.microsoft.com/office/powerpoint/2010/main" val="417846983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3AE190-70E8-37D7-F1E7-F1D31A684D98}"/>
              </a:ext>
            </a:extLst>
          </p:cNvPr>
          <p:cNvSpPr>
            <a:spLocks noGrp="1"/>
          </p:cNvSpPr>
          <p:nvPr>
            <p:ph type="dt" sz="half" idx="10"/>
          </p:nvPr>
        </p:nvSpPr>
        <p:spPr>
          <a:xfrm>
            <a:off x="609600" y="6251575"/>
            <a:ext cx="2844800" cy="476250"/>
          </a:xfrm>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2E41DCBC-E685-C486-4F2A-7E071AD8442B}"/>
              </a:ext>
            </a:extLst>
          </p:cNvPr>
          <p:cNvSpPr>
            <a:spLocks noGrp="1"/>
          </p:cNvSpPr>
          <p:nvPr>
            <p:ph type="sldNum" sz="quarter" idx="11"/>
          </p:nvPr>
        </p:nvSpPr>
        <p:spPr>
          <a:xfrm>
            <a:off x="8737600" y="6248400"/>
            <a:ext cx="2844800" cy="476250"/>
          </a:xfrm>
        </p:spPr>
        <p:txBody>
          <a:bodyPr/>
          <a:lstStyle>
            <a:lvl1pPr>
              <a:defRPr/>
            </a:lvl1pPr>
          </a:lstStyle>
          <a:p>
            <a:pPr>
              <a:defRPr/>
            </a:pPr>
            <a:fld id="{4E52D912-FCCC-44C8-9674-97DE4DA3BC1E}" type="slidenum">
              <a:rPr lang="en-US" altLang="en-US"/>
              <a:pPr>
                <a:defRPr/>
              </a:pPr>
              <a:t>‹#›</a:t>
            </a:fld>
            <a:endParaRPr lang="en-US" altLang="en-US"/>
          </a:p>
        </p:txBody>
      </p:sp>
      <p:sp>
        <p:nvSpPr>
          <p:cNvPr id="7" name="Footer Placeholder 6">
            <a:extLst>
              <a:ext uri="{FF2B5EF4-FFF2-40B4-BE49-F238E27FC236}">
                <a16:creationId xmlns:a16="http://schemas.microsoft.com/office/drawing/2014/main" id="{F47CF349-CD14-618A-3746-8B149484C42B}"/>
              </a:ext>
            </a:extLst>
          </p:cNvPr>
          <p:cNvSpPr>
            <a:spLocks noGrp="1"/>
          </p:cNvSpPr>
          <p:nvPr>
            <p:ph type="ftr" sz="quarter" idx="12"/>
          </p:nvPr>
        </p:nvSpPr>
        <p:spPr>
          <a:xfrm>
            <a:off x="4165600" y="6248400"/>
            <a:ext cx="3860800" cy="476250"/>
          </a:xfrm>
        </p:spPr>
        <p:txBody>
          <a:bodyPr/>
          <a:lstStyle>
            <a:lvl1pPr>
              <a:defRPr/>
            </a:lvl1pPr>
          </a:lstStyle>
          <a:p>
            <a:pPr>
              <a:defRPr/>
            </a:pPr>
            <a:endParaRPr lang="en-US" altLang="en-US"/>
          </a:p>
        </p:txBody>
      </p:sp>
    </p:spTree>
    <p:extLst>
      <p:ext uri="{BB962C8B-B14F-4D97-AF65-F5344CB8AC3E}">
        <p14:creationId xmlns:p14="http://schemas.microsoft.com/office/powerpoint/2010/main" val="247131678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83CBEB"/>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F947747F-DE32-EB90-9EEE-34559F4F7D7F}"/>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02C28AAF-7351-CE9E-13F4-ACE1B3F8A9F0}"/>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E6E7C52E-C013-0E1C-7108-6D19A8BDDF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82000"/>
                  </a:schemeClr>
                </a:solidFill>
                <a:latin typeface="+mn-lt"/>
              </a:defRPr>
            </a:lvl1pPr>
          </a:lstStyle>
          <a:p>
            <a:pPr>
              <a:defRPr/>
            </a:pPr>
            <a:endParaRPr lang="en-US" altLang="en-US"/>
          </a:p>
        </p:txBody>
      </p:sp>
      <p:sp>
        <p:nvSpPr>
          <p:cNvPr id="5" name="Footer Placeholder 4">
            <a:extLst>
              <a:ext uri="{FF2B5EF4-FFF2-40B4-BE49-F238E27FC236}">
                <a16:creationId xmlns:a16="http://schemas.microsoft.com/office/drawing/2014/main" id="{B264247F-37D0-5B8B-B8C3-A20F14C317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82000"/>
                  </a:schemeClr>
                </a:solidFill>
                <a:latin typeface="+mn-lt"/>
              </a:defRPr>
            </a:lvl1pPr>
          </a:lstStyle>
          <a:p>
            <a:pPr>
              <a:defRPr/>
            </a:pPr>
            <a:endParaRPr lang="en-US" altLang="en-US"/>
          </a:p>
        </p:txBody>
      </p:sp>
      <p:sp>
        <p:nvSpPr>
          <p:cNvPr id="6" name="Slide Number Placeholder 5">
            <a:extLst>
              <a:ext uri="{FF2B5EF4-FFF2-40B4-BE49-F238E27FC236}">
                <a16:creationId xmlns:a16="http://schemas.microsoft.com/office/drawing/2014/main" id="{224E7948-9E9C-6313-BC6A-875B1A330B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82000"/>
                  </a:schemeClr>
                </a:solidFill>
                <a:latin typeface="+mn-lt"/>
              </a:defRPr>
            </a:lvl1pPr>
          </a:lstStyle>
          <a:p>
            <a:pPr>
              <a:defRPr/>
            </a:pPr>
            <a:fld id="{FEDE91C1-6E1C-4DA5-BED4-27881C2F38E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Aptos Display" panose="020B0004020202020204" pitchFamily="34" charset="0"/>
        </a:defRPr>
      </a:lvl2pPr>
      <a:lvl3pPr algn="l" rtl="0" eaLnBrk="0" fontAlgn="base" hangingPunct="0">
        <a:lnSpc>
          <a:spcPct val="90000"/>
        </a:lnSpc>
        <a:spcBef>
          <a:spcPct val="0"/>
        </a:spcBef>
        <a:spcAft>
          <a:spcPct val="0"/>
        </a:spcAft>
        <a:defRPr sz="4400">
          <a:solidFill>
            <a:schemeClr val="tx1"/>
          </a:solidFill>
          <a:latin typeface="Aptos Display" panose="020B0004020202020204" pitchFamily="34" charset="0"/>
        </a:defRPr>
      </a:lvl3pPr>
      <a:lvl4pPr algn="l" rtl="0" eaLnBrk="0" fontAlgn="base" hangingPunct="0">
        <a:lnSpc>
          <a:spcPct val="90000"/>
        </a:lnSpc>
        <a:spcBef>
          <a:spcPct val="0"/>
        </a:spcBef>
        <a:spcAft>
          <a:spcPct val="0"/>
        </a:spcAft>
        <a:defRPr sz="4400">
          <a:solidFill>
            <a:schemeClr val="tx1"/>
          </a:solidFill>
          <a:latin typeface="Aptos Display" panose="020B0004020202020204" pitchFamily="34" charset="0"/>
        </a:defRPr>
      </a:lvl4pPr>
      <a:lvl5pPr algn="l" rtl="0" eaLnBrk="0" fontAlgn="base" hangingPunct="0">
        <a:lnSpc>
          <a:spcPct val="90000"/>
        </a:lnSpc>
        <a:spcBef>
          <a:spcPct val="0"/>
        </a:spcBef>
        <a:spcAft>
          <a:spcPct val="0"/>
        </a:spcAft>
        <a:defRPr sz="4400">
          <a:solidFill>
            <a:schemeClr val="tx1"/>
          </a:solidFill>
          <a:latin typeface="Aptos Display" panose="020B0004020202020204" pitchFamily="34" charset="0"/>
        </a:defRPr>
      </a:lvl5pPr>
      <a:lvl6pPr marL="457200" algn="l" rtl="0" fontAlgn="base">
        <a:lnSpc>
          <a:spcPct val="90000"/>
        </a:lnSpc>
        <a:spcBef>
          <a:spcPct val="0"/>
        </a:spcBef>
        <a:spcAft>
          <a:spcPct val="0"/>
        </a:spcAft>
        <a:defRPr sz="4400">
          <a:solidFill>
            <a:schemeClr val="tx1"/>
          </a:solidFill>
          <a:latin typeface="Aptos Display" panose="020B0004020202020204" pitchFamily="34" charset="0"/>
        </a:defRPr>
      </a:lvl6pPr>
      <a:lvl7pPr marL="914400" algn="l" rtl="0" fontAlgn="base">
        <a:lnSpc>
          <a:spcPct val="90000"/>
        </a:lnSpc>
        <a:spcBef>
          <a:spcPct val="0"/>
        </a:spcBef>
        <a:spcAft>
          <a:spcPct val="0"/>
        </a:spcAft>
        <a:defRPr sz="4400">
          <a:solidFill>
            <a:schemeClr val="tx1"/>
          </a:solidFill>
          <a:latin typeface="Aptos Display" panose="020B0004020202020204" pitchFamily="34" charset="0"/>
        </a:defRPr>
      </a:lvl7pPr>
      <a:lvl8pPr marL="1371600" algn="l" rtl="0" fontAlgn="base">
        <a:lnSpc>
          <a:spcPct val="90000"/>
        </a:lnSpc>
        <a:spcBef>
          <a:spcPct val="0"/>
        </a:spcBef>
        <a:spcAft>
          <a:spcPct val="0"/>
        </a:spcAft>
        <a:defRPr sz="4400">
          <a:solidFill>
            <a:schemeClr val="tx1"/>
          </a:solidFill>
          <a:latin typeface="Aptos Display" panose="020B0004020202020204" pitchFamily="34" charset="0"/>
        </a:defRPr>
      </a:lvl8pPr>
      <a:lvl9pPr marL="1828800" algn="l" rtl="0" fontAlgn="base">
        <a:lnSpc>
          <a:spcPct val="90000"/>
        </a:lnSpc>
        <a:spcBef>
          <a:spcPct val="0"/>
        </a:spcBef>
        <a:spcAft>
          <a:spcPct val="0"/>
        </a:spcAft>
        <a:defRPr sz="4400">
          <a:solidFill>
            <a:schemeClr val="tx1"/>
          </a:solidFill>
          <a:latin typeface="Aptos Display" panose="020B000402020202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wmf"/><Relationship Id="rId4" Type="http://schemas.openxmlformats.org/officeDocument/2006/relationships/image" Target="../media/image2.wmf"/></Relationships>
</file>

<file path=ppt/slides/_rels/slide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wmf"/></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wmf"/></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wmf"/><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wmf"/><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Google Shape;128;p13">
            <a:extLst>
              <a:ext uri="{FF2B5EF4-FFF2-40B4-BE49-F238E27FC236}">
                <a16:creationId xmlns:a16="http://schemas.microsoft.com/office/drawing/2014/main" id="{F72D0B4E-30C9-FB12-BA8B-7FE85A1788A7}"/>
              </a:ext>
            </a:extLst>
          </p:cNvPr>
          <p:cNvSpPr txBox="1">
            <a:spLocks noGrp="1"/>
          </p:cNvSpPr>
          <p:nvPr>
            <p:ph type="ctrTitle"/>
          </p:nvPr>
        </p:nvSpPr>
        <p:spPr>
          <a:xfrm>
            <a:off x="1982788" y="1987550"/>
            <a:ext cx="8393112" cy="1931988"/>
          </a:xfrm>
        </p:spPr>
        <p:txBody>
          <a:bodyPr spcFirstLastPara="1" lIns="121900" tIns="121900" rIns="121900" bIns="121900" rtlCol="0" anchor="ctr">
            <a:noAutofit/>
          </a:bodyPr>
          <a:lstStyle/>
          <a:p>
            <a:pPr eaLnBrk="1" fontAlgn="auto" hangingPunct="1">
              <a:spcBef>
                <a:spcPts val="0"/>
              </a:spcBef>
              <a:spcAft>
                <a:spcPts val="0"/>
              </a:spcAft>
              <a:defRPr/>
            </a:pPr>
            <a:r>
              <a:rPr lang="en-GB" sz="4267" b="1" dirty="0">
                <a:solidFill>
                  <a:schemeClr val="tx2">
                    <a:lumMod val="10000"/>
                  </a:schemeClr>
                </a:solidFill>
                <a:latin typeface="Times New Roman" panose="02020603050405020304" pitchFamily="18" charset="0"/>
                <a:cs typeface="Times New Roman" panose="02020603050405020304" pitchFamily="18" charset="0"/>
              </a:rPr>
              <a:t> Critical Approach to Sociology Presentation on </a:t>
            </a:r>
            <a:br>
              <a:rPr lang="en-GB" sz="4267" b="1" dirty="0">
                <a:solidFill>
                  <a:srgbClr val="FF0000"/>
                </a:solidFill>
                <a:latin typeface="Times New Roman" panose="02020603050405020304" pitchFamily="18" charset="0"/>
                <a:cs typeface="Times New Roman" panose="02020603050405020304" pitchFamily="18" charset="0"/>
              </a:rPr>
            </a:br>
            <a:r>
              <a:rPr lang="en-GB" sz="4267" b="1" dirty="0">
                <a:solidFill>
                  <a:srgbClr val="FF0000"/>
                </a:solidFill>
                <a:latin typeface="Times New Roman" panose="02020603050405020304" pitchFamily="18" charset="0"/>
                <a:cs typeface="Times New Roman" panose="02020603050405020304" pitchFamily="18" charset="0"/>
              </a:rPr>
              <a:t>Gender Inequality</a:t>
            </a:r>
            <a:endParaRPr sz="4267" b="1" dirty="0">
              <a:solidFill>
                <a:srgbClr val="FF0000"/>
              </a:solidFill>
              <a:latin typeface="Times New Roman" panose="02020603050405020304" pitchFamily="18" charset="0"/>
              <a:cs typeface="Times New Roman" panose="02020603050405020304" pitchFamily="18" charset="0"/>
            </a:endParaRPr>
          </a:p>
        </p:txBody>
      </p:sp>
      <p:sp>
        <p:nvSpPr>
          <p:cNvPr id="5123" name="Rectangle 2">
            <a:extLst>
              <a:ext uri="{FF2B5EF4-FFF2-40B4-BE49-F238E27FC236}">
                <a16:creationId xmlns:a16="http://schemas.microsoft.com/office/drawing/2014/main" id="{B7F9947A-9391-5AF7-2848-513DE70C0612}"/>
              </a:ext>
            </a:extLst>
          </p:cNvPr>
          <p:cNvSpPr>
            <a:spLocks noChangeArrowheads="1"/>
          </p:cNvSpPr>
          <p:nvPr/>
        </p:nvSpPr>
        <p:spPr bwMode="auto">
          <a:xfrm>
            <a:off x="5453063" y="-93663"/>
            <a:ext cx="6578600" cy="492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20" tIns="60960" rIns="121920" bIns="60960" anchor="ctr">
            <a:spAutoFit/>
          </a:bodyPr>
          <a:lstStyle>
            <a:lvl1pPr>
              <a:lnSpc>
                <a:spcPct val="90000"/>
              </a:lnSpc>
              <a:spcBef>
                <a:spcPts val="1000"/>
              </a:spcBef>
              <a:buFont typeface="Arial" panose="020B0604020202020204" pitchFamily="34" charset="0"/>
              <a:buChar char="•"/>
              <a:defRPr sz="2800">
                <a:solidFill>
                  <a:schemeClr val="tx1"/>
                </a:solidFill>
                <a:latin typeface="Aptos" panose="020B00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ptos" panose="020B00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ptos" panose="020B00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ptos" panose="020B000402020202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Aptos" panose="020B0004020202020204" pitchFamily="34" charset="0"/>
              </a:defRPr>
            </a:lvl9pPr>
          </a:lstStyle>
          <a:p>
            <a:pPr eaLnBrk="1" hangingPunct="1">
              <a:lnSpc>
                <a:spcPct val="100000"/>
              </a:lnSpc>
              <a:spcBef>
                <a:spcPct val="0"/>
              </a:spcBef>
              <a:buFontTx/>
              <a:buNone/>
            </a:pPr>
            <a:endParaRPr lang="en-US" altLang="en-US" sz="2400"/>
          </a:p>
        </p:txBody>
      </p:sp>
      <p:sp>
        <p:nvSpPr>
          <p:cNvPr id="4" name="Rectangle 3">
            <a:extLst>
              <a:ext uri="{FF2B5EF4-FFF2-40B4-BE49-F238E27FC236}">
                <a16:creationId xmlns:a16="http://schemas.microsoft.com/office/drawing/2014/main" id="{37E61137-64EA-2F81-DB64-E29D6445EB99}"/>
              </a:ext>
            </a:extLst>
          </p:cNvPr>
          <p:cNvSpPr>
            <a:spLocks noChangeArrowheads="1"/>
          </p:cNvSpPr>
          <p:nvPr/>
        </p:nvSpPr>
        <p:spPr bwMode="auto">
          <a:xfrm>
            <a:off x="2076450" y="-860425"/>
            <a:ext cx="8205788" cy="2749550"/>
          </a:xfrm>
          <a:prstGeom prst="rect">
            <a:avLst/>
          </a:prstGeom>
          <a:noFill/>
          <a:ln>
            <a:noFill/>
          </a:ln>
          <a:effectLst/>
        </p:spPr>
        <p:txBody>
          <a:bodyPr lIns="121920" tIns="60960" rIns="121920" bIns="60960" anchor="ctr">
            <a:spAutoFit/>
          </a:bodyPr>
          <a:lstStyle/>
          <a:p>
            <a:pPr algn="ctr" defTabSz="1219170">
              <a:defRPr/>
            </a:pPr>
            <a:br>
              <a:rPr lang="en-US" altLang="en-US" sz="4267" b="1" dirty="0">
                <a:latin typeface="Arial" panose="020B0604020202020204" pitchFamily="34" charset="0"/>
              </a:rPr>
            </a:br>
            <a:endParaRPr lang="en-US" altLang="en-US" sz="4267" b="1" dirty="0">
              <a:latin typeface="Arial" panose="020B0604020202020204" pitchFamily="34" charset="0"/>
            </a:endParaRPr>
          </a:p>
          <a:p>
            <a:pPr algn="ctr" defTabSz="1219170">
              <a:defRPr/>
            </a:pPr>
            <a:r>
              <a:rPr lang="en-US" altLang="en-US" sz="4267" b="1" dirty="0">
                <a:solidFill>
                  <a:srgbClr val="4472C4"/>
                </a:solidFill>
                <a:latin typeface="Times New Roman" panose="02020603050405020304" pitchFamily="18" charset="0"/>
                <a:ea typeface="Calibri" panose="020F0502020204030204" pitchFamily="34" charset="0"/>
                <a:cs typeface="Times New Roman" panose="02020603050405020304" pitchFamily="18" charset="0"/>
              </a:rPr>
              <a:t>NOTRE DAME UNIVERSITY</a:t>
            </a:r>
            <a:endParaRPr lang="en-US" altLang="en-US" sz="4267" b="1" dirty="0">
              <a:latin typeface="+mn-lt"/>
            </a:endParaRPr>
          </a:p>
          <a:p>
            <a:pPr algn="ctr" defTabSz="1219170">
              <a:defRPr/>
            </a:pPr>
            <a:r>
              <a:rPr lang="en-US" altLang="en-US" sz="4267" b="1" dirty="0">
                <a:solidFill>
                  <a:srgbClr val="FFC000"/>
                </a:solidFill>
                <a:latin typeface="Times New Roman" panose="02020603050405020304" pitchFamily="18" charset="0"/>
                <a:ea typeface="Calibri" panose="020F0502020204030204" pitchFamily="34" charset="0"/>
                <a:cs typeface="Times New Roman" panose="02020603050405020304" pitchFamily="18" charset="0"/>
              </a:rPr>
              <a:t>BANGLADESH</a:t>
            </a:r>
            <a:endParaRPr lang="en-US" altLang="en-US" sz="4267" b="1" dirty="0">
              <a:latin typeface="Arial" panose="020B0604020202020204" pitchFamily="34" charset="0"/>
            </a:endParaRPr>
          </a:p>
        </p:txBody>
      </p:sp>
      <p:pic>
        <p:nvPicPr>
          <p:cNvPr id="5125" name="Picture 5">
            <a:extLst>
              <a:ext uri="{FF2B5EF4-FFF2-40B4-BE49-F238E27FC236}">
                <a16:creationId xmlns:a16="http://schemas.microsoft.com/office/drawing/2014/main" id="{6ED38058-CDF6-D77F-31F1-B3C9321379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163" y="152400"/>
            <a:ext cx="1500187" cy="149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D56664B0-F14A-0767-3B9B-3CFF2F600FEB}"/>
              </a:ext>
            </a:extLst>
          </p:cNvPr>
          <p:cNvSpPr txBox="1"/>
          <p:nvPr/>
        </p:nvSpPr>
        <p:spPr>
          <a:xfrm>
            <a:off x="3200400" y="4078288"/>
            <a:ext cx="5791200" cy="831850"/>
          </a:xfrm>
          <a:prstGeom prst="rect">
            <a:avLst/>
          </a:prstGeom>
          <a:noFill/>
        </p:spPr>
        <p:txBody>
          <a:bodyPr>
            <a:spAutoFit/>
          </a:bodyPr>
          <a:lstStyle/>
          <a:p>
            <a:pPr algn="ctr" eaLnBrk="1" fontAlgn="auto" hangingPunct="1">
              <a:spcBef>
                <a:spcPts val="0"/>
              </a:spcBef>
              <a:spcAft>
                <a:spcPts val="0"/>
              </a:spcAft>
              <a:defRPr/>
            </a:pPr>
            <a:r>
              <a:rPr lang="en-US" sz="2400" b="1" dirty="0">
                <a:latin typeface="Times New Roman" panose="02020603050405020304" pitchFamily="18" charset="0"/>
                <a:cs typeface="Times New Roman" panose="02020603050405020304" pitchFamily="18" charset="0"/>
              </a:rPr>
              <a:t>Presented By: </a:t>
            </a:r>
            <a:endParaRPr lang="en-US" sz="2400" b="1" dirty="0">
              <a:solidFill>
                <a:schemeClr val="bg1">
                  <a:lumMod val="95000"/>
                </a:schemeClr>
              </a:solidFill>
              <a:latin typeface="Times New Roman" panose="02020603050405020304" pitchFamily="18" charset="0"/>
              <a:cs typeface="Times New Roman" panose="02020603050405020304" pitchFamily="18" charset="0"/>
            </a:endParaRPr>
          </a:p>
          <a:p>
            <a:pPr algn="ctr" eaLnBrk="1" fontAlgn="auto" hangingPunct="1">
              <a:spcBef>
                <a:spcPts val="0"/>
              </a:spcBef>
              <a:spcAft>
                <a:spcPts val="0"/>
              </a:spcAft>
              <a:defRPr/>
            </a:pPr>
            <a:r>
              <a:rPr lang="en-US" sz="2400" b="1" dirty="0">
                <a:latin typeface="Times New Roman" panose="02020603050405020304" pitchFamily="18" charset="0"/>
                <a:cs typeface="Times New Roman" panose="02020603050405020304" pitchFamily="18" charset="0"/>
              </a:rPr>
              <a:t>Istiaq Alam,                   CSE-20, ID-05</a:t>
            </a:r>
          </a:p>
        </p:txBody>
      </p:sp>
      <p:sp>
        <p:nvSpPr>
          <p:cNvPr id="9" name="Slide Number Placeholder 8">
            <a:extLst>
              <a:ext uri="{FF2B5EF4-FFF2-40B4-BE49-F238E27FC236}">
                <a16:creationId xmlns:a16="http://schemas.microsoft.com/office/drawing/2014/main" id="{82EB4878-A86A-E141-55BB-D405B26EC7D1}"/>
              </a:ext>
            </a:extLst>
          </p:cNvPr>
          <p:cNvSpPr>
            <a:spLocks noGrp="1"/>
          </p:cNvSpPr>
          <p:nvPr>
            <p:ph type="sldNum" sz="quarter" idx="12"/>
          </p:nvPr>
        </p:nvSpPr>
        <p:spPr/>
        <p:txBody>
          <a:bodyPr/>
          <a:lstStyle/>
          <a:p>
            <a:pPr>
              <a:defRPr/>
            </a:pPr>
            <a:fld id="{B9F4F797-D3C3-479A-AE78-6764D3F80A22}" type="slidenum">
              <a:rPr lang="en-GB"/>
              <a:pPr>
                <a:defRPr/>
              </a:pPr>
              <a:t>1</a:t>
            </a:fld>
            <a:endParaRPr lang="en-GB" dirty="0"/>
          </a:p>
        </p:txBody>
      </p:sp>
      <p:sp>
        <p:nvSpPr>
          <p:cNvPr id="2" name="TextBox 1">
            <a:extLst>
              <a:ext uri="{FF2B5EF4-FFF2-40B4-BE49-F238E27FC236}">
                <a16:creationId xmlns:a16="http://schemas.microsoft.com/office/drawing/2014/main" id="{9ABB47B6-4982-A9AA-8D70-AC78DB44E20F}"/>
              </a:ext>
            </a:extLst>
          </p:cNvPr>
          <p:cNvSpPr txBox="1"/>
          <p:nvPr/>
        </p:nvSpPr>
        <p:spPr>
          <a:xfrm>
            <a:off x="3200400" y="5222875"/>
            <a:ext cx="5791200" cy="1200150"/>
          </a:xfrm>
          <a:prstGeom prst="rect">
            <a:avLst/>
          </a:prstGeom>
          <a:noFill/>
        </p:spPr>
        <p:txBody>
          <a:bodyPr>
            <a:spAutoFit/>
          </a:bodyPr>
          <a:lstStyle/>
          <a:p>
            <a:pPr algn="ctr" eaLnBrk="1" fontAlgn="auto" hangingPunct="1">
              <a:spcBef>
                <a:spcPts val="0"/>
              </a:spcBef>
              <a:spcAft>
                <a:spcPts val="0"/>
              </a:spcAft>
              <a:defRPr/>
            </a:pPr>
            <a:r>
              <a:rPr lang="en-US" sz="2400" b="1" dirty="0">
                <a:latin typeface="Times New Roman" panose="02020603050405020304" pitchFamily="18" charset="0"/>
                <a:cs typeface="Times New Roman" panose="02020603050405020304" pitchFamily="18" charset="0"/>
              </a:rPr>
              <a:t>Presented to: </a:t>
            </a:r>
            <a:endParaRPr lang="en-US" sz="2400" b="1" dirty="0">
              <a:solidFill>
                <a:schemeClr val="bg1">
                  <a:lumMod val="95000"/>
                </a:schemeClr>
              </a:solidFill>
              <a:latin typeface="Times New Roman" panose="02020603050405020304" pitchFamily="18" charset="0"/>
              <a:cs typeface="Times New Roman" panose="02020603050405020304" pitchFamily="18" charset="0"/>
            </a:endParaRPr>
          </a:p>
          <a:p>
            <a:pPr algn="ctr" eaLnBrk="1" fontAlgn="auto" hangingPunct="1">
              <a:spcBef>
                <a:spcPts val="0"/>
              </a:spcBef>
              <a:spcAft>
                <a:spcPts val="0"/>
              </a:spcAft>
              <a:defRPr/>
            </a:pPr>
            <a:r>
              <a:rPr lang="en-US" sz="2400" b="1" dirty="0">
                <a:latin typeface="Times New Roman" panose="02020603050405020304" pitchFamily="18" charset="0"/>
                <a:cs typeface="Times New Roman" panose="02020603050405020304" pitchFamily="18" charset="0"/>
              </a:rPr>
              <a:t>Dr. Sr Henrieta Gomes, Asst. Professor, NDUB</a:t>
            </a:r>
          </a:p>
        </p:txBody>
      </p:sp>
      <p:pic>
        <p:nvPicPr>
          <p:cNvPr id="5129" name="Picture 11">
            <a:extLst>
              <a:ext uri="{FF2B5EF4-FFF2-40B4-BE49-F238E27FC236}">
                <a16:creationId xmlns:a16="http://schemas.microsoft.com/office/drawing/2014/main" id="{FE9B11EF-9EF7-E016-47AF-064210453A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2741613"/>
            <a:ext cx="2819400" cy="2674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130" name="Picture 7">
            <a:extLst>
              <a:ext uri="{FF2B5EF4-FFF2-40B4-BE49-F238E27FC236}">
                <a16:creationId xmlns:a16="http://schemas.microsoft.com/office/drawing/2014/main" id="{F9E97F46-585A-FF31-0993-E77227BB94A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18588" y="3335338"/>
            <a:ext cx="3200400" cy="295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396A1828-27CD-3DFC-F588-87C313DE7AFE}"/>
              </a:ext>
            </a:extLst>
          </p:cNvPr>
          <p:cNvSpPr>
            <a:spLocks noGrp="1" noRot="1" noChangeArrowheads="1"/>
          </p:cNvSpPr>
          <p:nvPr>
            <p:ph type="title" sz="quarter"/>
          </p:nvPr>
        </p:nvSpPr>
        <p:spPr>
          <a:xfrm>
            <a:off x="1852613" y="228600"/>
            <a:ext cx="8229600" cy="762000"/>
          </a:xfrm>
        </p:spPr>
        <p:txBody>
          <a:bodyPr/>
          <a:lstStyle/>
          <a:p>
            <a:pPr eaLnBrk="1" hangingPunct="1"/>
            <a:r>
              <a:rPr lang="en-CA" altLang="en-US">
                <a:latin typeface="Times New Roman" panose="02020603050405020304" pitchFamily="18" charset="0"/>
                <a:cs typeface="Times New Roman" panose="02020603050405020304" pitchFamily="18" charset="0"/>
              </a:rPr>
              <a:t>What is Gender Inequality….??</a:t>
            </a:r>
            <a:endParaRPr lang="en-US" altLang="en-US">
              <a:latin typeface="Times New Roman" panose="02020603050405020304" pitchFamily="18" charset="0"/>
              <a:cs typeface="Times New Roman" panose="02020603050405020304" pitchFamily="18" charset="0"/>
            </a:endParaRPr>
          </a:p>
        </p:txBody>
      </p:sp>
      <p:pic>
        <p:nvPicPr>
          <p:cNvPr id="7171" name="Picture 4">
            <a:extLst>
              <a:ext uri="{FF2B5EF4-FFF2-40B4-BE49-F238E27FC236}">
                <a16:creationId xmlns:a16="http://schemas.microsoft.com/office/drawing/2014/main" id="{3CF85CAE-B9FE-4C0F-B191-FDC33C096D92}"/>
              </a:ext>
            </a:extLst>
          </p:cNvPr>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a:xfrm>
            <a:off x="76200" y="5003800"/>
            <a:ext cx="1905000" cy="1843088"/>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172" name="Picture 9">
            <a:extLst>
              <a:ext uri="{FF2B5EF4-FFF2-40B4-BE49-F238E27FC236}">
                <a16:creationId xmlns:a16="http://schemas.microsoft.com/office/drawing/2014/main" id="{3F6978C3-01C5-8B72-054A-485D30C58F8A}"/>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9067800" y="1943100"/>
            <a:ext cx="2819400" cy="2971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 name="Picture 3" descr="A logo of a university&#10;&#10;Description automatically generated with low confidence">
            <a:extLst>
              <a:ext uri="{FF2B5EF4-FFF2-40B4-BE49-F238E27FC236}">
                <a16:creationId xmlns:a16="http://schemas.microsoft.com/office/drawing/2014/main" id="{47CB1B06-C103-D2AB-2881-A3DED3148277}"/>
              </a:ext>
            </a:extLst>
          </p:cNvPr>
          <p:cNvPicPr>
            <a:picLocks noChangeAspect="1"/>
          </p:cNvPicPr>
          <p:nvPr/>
        </p:nvPicPr>
        <p:blipFill>
          <a:blip r:embed="rId5"/>
          <a:stretch>
            <a:fillRect/>
          </a:stretch>
        </p:blipFill>
        <p:spPr>
          <a:xfrm>
            <a:off x="0" y="0"/>
            <a:ext cx="846138" cy="844550"/>
          </a:xfrm>
          <a:prstGeom prst="rect">
            <a:avLst/>
          </a:prstGeom>
          <a:effectLst>
            <a:outerShdw blurRad="50800" dist="38100" dir="10800000" algn="r" rotWithShape="0">
              <a:prstClr val="black">
                <a:alpha val="40000"/>
              </a:prstClr>
            </a:outerShdw>
          </a:effectLst>
        </p:spPr>
      </p:pic>
      <p:sp>
        <p:nvSpPr>
          <p:cNvPr id="7" name="TextBox 6">
            <a:extLst>
              <a:ext uri="{FF2B5EF4-FFF2-40B4-BE49-F238E27FC236}">
                <a16:creationId xmlns:a16="http://schemas.microsoft.com/office/drawing/2014/main" id="{77C852F4-4B7A-9DBD-1604-6AE3BB862FA3}"/>
              </a:ext>
            </a:extLst>
          </p:cNvPr>
          <p:cNvSpPr txBox="1"/>
          <p:nvPr/>
        </p:nvSpPr>
        <p:spPr>
          <a:xfrm>
            <a:off x="1600200" y="1143000"/>
            <a:ext cx="8001000" cy="4094163"/>
          </a:xfrm>
          <a:prstGeom prst="rect">
            <a:avLst/>
          </a:prstGeom>
          <a:noFill/>
        </p:spPr>
        <p:txBody>
          <a:bodyPr>
            <a:spAutoFit/>
          </a:bodyPr>
          <a:lstStyle/>
          <a:p>
            <a:pPr eaLnBrk="1" fontAlgn="auto" hangingPunct="1">
              <a:spcBef>
                <a:spcPts val="0"/>
              </a:spcBef>
              <a:spcAft>
                <a:spcPts val="0"/>
              </a:spcAft>
              <a:defRPr/>
            </a:pPr>
            <a:r>
              <a:rPr lang="en-US" sz="2600" dirty="0">
                <a:latin typeface="Times New Roman" panose="02020603050405020304" pitchFamily="18" charset="0"/>
                <a:cs typeface="Times New Roman" panose="02020603050405020304" pitchFamily="18" charset="0"/>
              </a:rPr>
              <a:t>Gender inequality refers to the health, education, economic</a:t>
            </a:r>
          </a:p>
          <a:p>
            <a:pPr algn="just" eaLnBrk="1" fontAlgn="auto" hangingPunct="1">
              <a:spcBef>
                <a:spcPts val="0"/>
              </a:spcBef>
              <a:spcAft>
                <a:spcPts val="0"/>
              </a:spcAft>
              <a:defRPr/>
            </a:pPr>
            <a:r>
              <a:rPr lang="en-US" sz="2600" dirty="0">
                <a:latin typeface="Times New Roman" panose="02020603050405020304" pitchFamily="18" charset="0"/>
                <a:cs typeface="Times New Roman" panose="02020603050405020304" pitchFamily="18" charset="0"/>
              </a:rPr>
              <a:t>and political inequalities between men and women.</a:t>
            </a:r>
          </a:p>
          <a:p>
            <a:pPr algn="just" eaLnBrk="1" fontAlgn="auto" hangingPunct="1">
              <a:spcBef>
                <a:spcPts val="0"/>
              </a:spcBef>
              <a:spcAft>
                <a:spcPts val="0"/>
              </a:spcAft>
              <a:defRPr/>
            </a:pPr>
            <a:r>
              <a:rPr lang="en-US" sz="2600" dirty="0">
                <a:latin typeface="Times New Roman" panose="02020603050405020304" pitchFamily="18" charset="0"/>
                <a:cs typeface="Times New Roman" panose="02020603050405020304" pitchFamily="18" charset="0"/>
              </a:rPr>
              <a:t>It could be in form of –</a:t>
            </a:r>
          </a:p>
          <a:p>
            <a:pPr marL="285750" indent="-285750" eaLnBrk="1" fontAlgn="auto" hangingPunct="1">
              <a:spcBef>
                <a:spcPts val="0"/>
              </a:spcBef>
              <a:spcAft>
                <a:spcPts val="0"/>
              </a:spcAft>
              <a:buFont typeface="Arial" panose="020B0604020202020204" pitchFamily="34" charset="0"/>
              <a:buChar char="•"/>
              <a:defRPr/>
            </a:pPr>
            <a:r>
              <a:rPr lang="en-US" sz="2600" dirty="0">
                <a:latin typeface="Times New Roman" panose="02020603050405020304" pitchFamily="18" charset="0"/>
                <a:cs typeface="Times New Roman" panose="02020603050405020304" pitchFamily="18" charset="0"/>
              </a:rPr>
              <a:t>Lack of Mobility </a:t>
            </a:r>
          </a:p>
          <a:p>
            <a:pPr marL="285750" indent="-285750" eaLnBrk="1" fontAlgn="auto" hangingPunct="1">
              <a:spcBef>
                <a:spcPts val="0"/>
              </a:spcBef>
              <a:spcAft>
                <a:spcPts val="0"/>
              </a:spcAft>
              <a:buFont typeface="Arial" panose="020B0604020202020204" pitchFamily="34" charset="0"/>
              <a:buChar char="•"/>
              <a:defRPr/>
            </a:pPr>
            <a:r>
              <a:rPr lang="en-US" sz="2600" dirty="0">
                <a:latin typeface="Times New Roman" panose="02020603050405020304" pitchFamily="18" charset="0"/>
                <a:cs typeface="Times New Roman" panose="02020603050405020304" pitchFamily="18" charset="0"/>
              </a:rPr>
              <a:t>Freedom of marriage </a:t>
            </a:r>
          </a:p>
          <a:p>
            <a:pPr marL="285750" indent="-285750" eaLnBrk="1" fontAlgn="auto" hangingPunct="1">
              <a:spcBef>
                <a:spcPts val="0"/>
              </a:spcBef>
              <a:spcAft>
                <a:spcPts val="0"/>
              </a:spcAft>
              <a:buFont typeface="Arial" panose="020B0604020202020204" pitchFamily="34" charset="0"/>
              <a:buChar char="•"/>
              <a:defRPr/>
            </a:pPr>
            <a:r>
              <a:rPr lang="en-US" sz="2600" dirty="0">
                <a:latin typeface="Times New Roman" panose="02020603050405020304" pitchFamily="18" charset="0"/>
                <a:cs typeface="Times New Roman" panose="02020603050405020304" pitchFamily="18" charset="0"/>
              </a:rPr>
              <a:t>Discriminatory divorce rights </a:t>
            </a:r>
          </a:p>
          <a:p>
            <a:pPr marL="285750" indent="-285750" eaLnBrk="1" fontAlgn="auto" hangingPunct="1">
              <a:spcBef>
                <a:spcPts val="0"/>
              </a:spcBef>
              <a:spcAft>
                <a:spcPts val="0"/>
              </a:spcAft>
              <a:buFont typeface="Arial" panose="020B0604020202020204" pitchFamily="34" charset="0"/>
              <a:buChar char="•"/>
              <a:defRPr/>
            </a:pPr>
            <a:r>
              <a:rPr lang="en-US" sz="2600" dirty="0">
                <a:latin typeface="Times New Roman" panose="02020603050405020304" pitchFamily="18" charset="0"/>
                <a:cs typeface="Times New Roman" panose="02020603050405020304" pitchFamily="18" charset="0"/>
              </a:rPr>
              <a:t>Citizenship</a:t>
            </a:r>
          </a:p>
          <a:p>
            <a:pPr marL="285750" indent="-285750" eaLnBrk="1" fontAlgn="auto" hangingPunct="1">
              <a:spcBef>
                <a:spcPts val="0"/>
              </a:spcBef>
              <a:spcAft>
                <a:spcPts val="0"/>
              </a:spcAft>
              <a:buFont typeface="Arial" panose="020B0604020202020204" pitchFamily="34" charset="0"/>
              <a:buChar char="•"/>
              <a:defRPr/>
            </a:pPr>
            <a:r>
              <a:rPr lang="en-US" sz="2600" dirty="0">
                <a:latin typeface="Times New Roman" panose="02020603050405020304" pitchFamily="18" charset="0"/>
                <a:cs typeface="Times New Roman" panose="02020603050405020304" pitchFamily="18" charset="0"/>
              </a:rPr>
              <a:t>Violence </a:t>
            </a:r>
          </a:p>
          <a:p>
            <a:pPr marL="285750" indent="-285750" eaLnBrk="1" fontAlgn="auto" hangingPunct="1">
              <a:spcBef>
                <a:spcPts val="0"/>
              </a:spcBef>
              <a:spcAft>
                <a:spcPts val="0"/>
              </a:spcAft>
              <a:buFont typeface="Arial" panose="020B0604020202020204" pitchFamily="34" charset="0"/>
              <a:buChar char="•"/>
              <a:defRPr/>
            </a:pPr>
            <a:r>
              <a:rPr lang="en-US" sz="2600" dirty="0">
                <a:latin typeface="Times New Roman" panose="02020603050405020304" pitchFamily="18" charset="0"/>
                <a:cs typeface="Times New Roman" panose="02020603050405020304" pitchFamily="18" charset="0"/>
              </a:rPr>
              <a:t>Access to education</a:t>
            </a:r>
          </a:p>
          <a:p>
            <a:pPr marL="285750" indent="-285750" eaLnBrk="1" fontAlgn="auto" hangingPunct="1">
              <a:spcBef>
                <a:spcPts val="0"/>
              </a:spcBef>
              <a:spcAft>
                <a:spcPts val="0"/>
              </a:spcAft>
              <a:buFont typeface="Arial" panose="020B0604020202020204" pitchFamily="34" charset="0"/>
              <a:buChar char="•"/>
              <a:defRPr/>
            </a:pPr>
            <a:r>
              <a:rPr lang="en-US" sz="2600" dirty="0">
                <a:latin typeface="Times New Roman" panose="02020603050405020304" pitchFamily="18" charset="0"/>
                <a:cs typeface="Times New Roman" panose="02020603050405020304" pitchFamily="18" charset="0"/>
              </a:rPr>
              <a:t>Professional obstacles </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9E4EF7B-33F5-99F7-9502-9289448E688E}"/>
              </a:ext>
            </a:extLst>
          </p:cNvPr>
          <p:cNvSpPr>
            <a:spLocks noGrp="1" noRot="1" noChangeArrowheads="1"/>
          </p:cNvSpPr>
          <p:nvPr>
            <p:ph type="title"/>
          </p:nvPr>
        </p:nvSpPr>
        <p:spPr>
          <a:xfrm>
            <a:off x="1646238" y="422275"/>
            <a:ext cx="7904162" cy="1143000"/>
          </a:xfrm>
        </p:spPr>
        <p:txBody>
          <a:bodyPr/>
          <a:lstStyle/>
          <a:p>
            <a:pPr eaLnBrk="1" hangingPunct="1"/>
            <a:r>
              <a:rPr lang="en-US" altLang="en-US" sz="4000">
                <a:latin typeface="Times New Roman" panose="02020603050405020304" pitchFamily="18" charset="0"/>
                <a:cs typeface="Times New Roman" panose="02020603050405020304" pitchFamily="18" charset="0"/>
              </a:rPr>
              <a:t>How were women seen?</a:t>
            </a:r>
          </a:p>
        </p:txBody>
      </p:sp>
      <p:sp>
        <p:nvSpPr>
          <p:cNvPr id="9219" name="Rectangle 3">
            <a:extLst>
              <a:ext uri="{FF2B5EF4-FFF2-40B4-BE49-F238E27FC236}">
                <a16:creationId xmlns:a16="http://schemas.microsoft.com/office/drawing/2014/main" id="{6F0C4DE0-D127-3617-F26F-19C2E5CBEB99}"/>
              </a:ext>
            </a:extLst>
          </p:cNvPr>
          <p:cNvSpPr>
            <a:spLocks noGrp="1" noChangeArrowheads="1"/>
          </p:cNvSpPr>
          <p:nvPr>
            <p:ph sz="half" idx="1"/>
          </p:nvPr>
        </p:nvSpPr>
        <p:spPr>
          <a:xfrm>
            <a:off x="1671638" y="1600200"/>
            <a:ext cx="8382000" cy="4210050"/>
          </a:xfrm>
        </p:spPr>
        <p:txBody>
          <a:bodyPr/>
          <a:lstStyle/>
          <a:p>
            <a:pPr eaLnBrk="1" hangingPunct="1"/>
            <a:r>
              <a:rPr lang="en-US" altLang="en-US">
                <a:latin typeface="Times New Roman" panose="02020603050405020304" pitchFamily="18" charset="0"/>
                <a:cs typeface="Times New Roman" panose="02020603050405020304" pitchFamily="18" charset="0"/>
              </a:rPr>
              <a:t>Male property</a:t>
            </a:r>
          </a:p>
          <a:p>
            <a:pPr eaLnBrk="1" hangingPunct="1"/>
            <a:r>
              <a:rPr lang="en-US" altLang="en-US">
                <a:latin typeface="Times New Roman" panose="02020603050405020304" pitchFamily="18" charset="0"/>
                <a:cs typeface="Times New Roman" panose="02020603050405020304" pitchFamily="18" charset="0"/>
              </a:rPr>
              <a:t>Rape in marriage- dismissed</a:t>
            </a:r>
          </a:p>
          <a:p>
            <a:pPr eaLnBrk="1" hangingPunct="1"/>
            <a:r>
              <a:rPr lang="en-US" altLang="en-US">
                <a:latin typeface="Times New Roman" panose="02020603050405020304" pitchFamily="18" charset="0"/>
                <a:cs typeface="Times New Roman" panose="02020603050405020304" pitchFamily="18" charset="0"/>
              </a:rPr>
              <a:t>Woman’s place- in the kitchen, </a:t>
            </a:r>
          </a:p>
          <a:p>
            <a:pPr eaLnBrk="1" hangingPunct="1"/>
            <a:r>
              <a:rPr lang="en-US" altLang="en-US">
                <a:latin typeface="Times New Roman" panose="02020603050405020304" pitchFamily="18" charset="0"/>
                <a:cs typeface="Times New Roman" panose="02020603050405020304" pitchFamily="18" charset="0"/>
              </a:rPr>
              <a:t>Working women- irresponsible or embarrassment</a:t>
            </a:r>
          </a:p>
          <a:p>
            <a:pPr eaLnBrk="1" hangingPunct="1"/>
            <a:r>
              <a:rPr lang="en-US" altLang="en-US">
                <a:latin typeface="Times New Roman" panose="02020603050405020304" pitchFamily="18" charset="0"/>
                <a:cs typeface="Times New Roman" panose="02020603050405020304" pitchFamily="18" charset="0"/>
              </a:rPr>
              <a:t>Unwed mothers-  stigmatized/shunned</a:t>
            </a:r>
          </a:p>
          <a:p>
            <a:pPr eaLnBrk="1" hangingPunct="1"/>
            <a:r>
              <a:rPr lang="en-US" altLang="en-US">
                <a:latin typeface="Times New Roman" panose="02020603050405020304" pitchFamily="18" charset="0"/>
                <a:cs typeface="Times New Roman" panose="02020603050405020304" pitchFamily="18" charset="0"/>
              </a:rPr>
              <a:t>University-  where to find a man</a:t>
            </a:r>
          </a:p>
          <a:p>
            <a:pPr eaLnBrk="1" hangingPunct="1"/>
            <a:endParaRPr lang="en-US" altLang="en-US"/>
          </a:p>
        </p:txBody>
      </p:sp>
      <p:pic>
        <p:nvPicPr>
          <p:cNvPr id="6" name="Picture 5" descr="A logo of a university&#10;&#10;Description automatically generated with low confidence">
            <a:extLst>
              <a:ext uri="{FF2B5EF4-FFF2-40B4-BE49-F238E27FC236}">
                <a16:creationId xmlns:a16="http://schemas.microsoft.com/office/drawing/2014/main" id="{0C39E3D6-2E2A-E76B-06F4-390C0D69F4E6}"/>
              </a:ext>
            </a:extLst>
          </p:cNvPr>
          <p:cNvPicPr>
            <a:picLocks noChangeAspect="1"/>
          </p:cNvPicPr>
          <p:nvPr/>
        </p:nvPicPr>
        <p:blipFill>
          <a:blip r:embed="rId3"/>
          <a:stretch>
            <a:fillRect/>
          </a:stretch>
        </p:blipFill>
        <p:spPr>
          <a:xfrm>
            <a:off x="0" y="0"/>
            <a:ext cx="846138" cy="844550"/>
          </a:xfrm>
          <a:prstGeom prst="rect">
            <a:avLst/>
          </a:prstGeom>
          <a:effectLst>
            <a:outerShdw blurRad="50800" dist="38100" dir="10800000" algn="r" rotWithShape="0">
              <a:prstClr val="black">
                <a:alpha val="40000"/>
              </a:prstClr>
            </a:outerShdw>
          </a:effectLst>
        </p:spPr>
      </p:pic>
      <p:pic>
        <p:nvPicPr>
          <p:cNvPr id="9221" name="Picture 7">
            <a:extLst>
              <a:ext uri="{FF2B5EF4-FFF2-40B4-BE49-F238E27FC236}">
                <a16:creationId xmlns:a16="http://schemas.microsoft.com/office/drawing/2014/main" id="{3BAD47D2-28A4-AB22-4170-BF56F7AF3646}"/>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9020175" y="3289300"/>
            <a:ext cx="3200400" cy="2959100"/>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86462700-6D1F-F21B-FCF3-150328DBA20C}"/>
              </a:ext>
            </a:extLst>
          </p:cNvPr>
          <p:cNvSpPr>
            <a:spLocks noGrp="1" noRot="1" noChangeArrowheads="1"/>
          </p:cNvSpPr>
          <p:nvPr>
            <p:ph type="title"/>
          </p:nvPr>
        </p:nvSpPr>
        <p:spPr/>
        <p:txBody>
          <a:bodyPr/>
          <a:lstStyle/>
          <a:p>
            <a:pPr eaLnBrk="1" hangingPunct="1"/>
            <a:r>
              <a:rPr lang="en-US" altLang="en-US" sz="4000">
                <a:latin typeface="Times New Roman" panose="02020603050405020304" pitchFamily="18" charset="0"/>
                <a:cs typeface="Times New Roman" panose="02020603050405020304" pitchFamily="18" charset="0"/>
              </a:rPr>
              <a:t>And now…</a:t>
            </a:r>
          </a:p>
        </p:txBody>
      </p:sp>
      <p:sp>
        <p:nvSpPr>
          <p:cNvPr id="6147" name="Rectangle 3">
            <a:extLst>
              <a:ext uri="{FF2B5EF4-FFF2-40B4-BE49-F238E27FC236}">
                <a16:creationId xmlns:a16="http://schemas.microsoft.com/office/drawing/2014/main" id="{6642DA58-CB39-0702-7ADE-52945818979F}"/>
              </a:ext>
            </a:extLst>
          </p:cNvPr>
          <p:cNvSpPr>
            <a:spLocks noGrp="1" noChangeArrowheads="1"/>
          </p:cNvSpPr>
          <p:nvPr>
            <p:ph idx="1"/>
          </p:nvPr>
        </p:nvSpPr>
        <p:spPr>
          <a:xfrm>
            <a:off x="1981200" y="1600200"/>
            <a:ext cx="8229600" cy="3124200"/>
          </a:xfrm>
        </p:spPr>
        <p:txBody>
          <a:bodyPr rtlCol="0">
            <a:normAutofit fontScale="92500" lnSpcReduction="10000"/>
          </a:bodyPr>
          <a:lstStyle/>
          <a:p>
            <a:pPr eaLnBrk="1" fontAlgn="auto" hangingPunct="1">
              <a:lnSpc>
                <a:spcPct val="80000"/>
              </a:lnSpc>
              <a:spcAft>
                <a:spcPts val="0"/>
              </a:spcAft>
              <a:defRPr/>
            </a:pPr>
            <a:r>
              <a:rPr lang="en-US" altLang="en-US" sz="3200" dirty="0">
                <a:latin typeface="Times New Roman" panose="02020603050405020304" pitchFamily="18" charset="0"/>
                <a:cs typeface="Times New Roman" panose="02020603050405020304" pitchFamily="18" charset="0"/>
              </a:rPr>
              <a:t>Decide if and when to have children</a:t>
            </a:r>
          </a:p>
          <a:p>
            <a:pPr algn="just" eaLnBrk="1" fontAlgn="auto" hangingPunct="1">
              <a:lnSpc>
                <a:spcPct val="80000"/>
              </a:lnSpc>
              <a:spcAft>
                <a:spcPts val="0"/>
              </a:spcAft>
              <a:defRPr/>
            </a:pPr>
            <a:r>
              <a:rPr lang="en-US" altLang="en-US" sz="3200" dirty="0">
                <a:latin typeface="Times New Roman" panose="02020603050405020304" pitchFamily="18" charset="0"/>
                <a:cs typeface="Times New Roman" panose="02020603050405020304" pitchFamily="18" charset="0"/>
              </a:rPr>
              <a:t>Raise children on their own or with partner</a:t>
            </a:r>
          </a:p>
          <a:p>
            <a:pPr eaLnBrk="1" fontAlgn="auto" hangingPunct="1">
              <a:lnSpc>
                <a:spcPct val="80000"/>
              </a:lnSpc>
              <a:spcAft>
                <a:spcPts val="0"/>
              </a:spcAft>
              <a:defRPr/>
            </a:pPr>
            <a:r>
              <a:rPr lang="en-US" altLang="en-US" sz="3200" dirty="0">
                <a:latin typeface="Times New Roman" panose="02020603050405020304" pitchFamily="18" charset="0"/>
                <a:cs typeface="Times New Roman" panose="02020603050405020304" pitchFamily="18" charset="0"/>
              </a:rPr>
              <a:t>Suing employers for harassment/discrimination</a:t>
            </a:r>
          </a:p>
          <a:p>
            <a:pPr eaLnBrk="1" fontAlgn="auto" hangingPunct="1">
              <a:lnSpc>
                <a:spcPct val="80000"/>
              </a:lnSpc>
              <a:spcAft>
                <a:spcPts val="0"/>
              </a:spcAft>
              <a:defRPr/>
            </a:pPr>
            <a:r>
              <a:rPr lang="en-US" altLang="en-US" sz="3200" dirty="0">
                <a:latin typeface="Times New Roman" panose="02020603050405020304" pitchFamily="18" charset="0"/>
                <a:cs typeface="Times New Roman" panose="02020603050405020304" pitchFamily="18" charset="0"/>
              </a:rPr>
              <a:t>Exerting pressure on hidebound institutions</a:t>
            </a:r>
          </a:p>
          <a:p>
            <a:pPr algn="just" eaLnBrk="1" fontAlgn="auto" hangingPunct="1">
              <a:lnSpc>
                <a:spcPct val="80000"/>
              </a:lnSpc>
              <a:spcAft>
                <a:spcPts val="0"/>
              </a:spcAft>
              <a:buFont typeface="Wingdings" panose="05000000000000000000" pitchFamily="2" charset="2"/>
              <a:buNone/>
              <a:defRPr/>
            </a:pPr>
            <a:r>
              <a:rPr lang="en-US" altLang="en-US" sz="3200" dirty="0">
                <a:latin typeface="Times New Roman" panose="02020603050405020304" pitchFamily="18" charset="0"/>
                <a:cs typeface="Times New Roman" panose="02020603050405020304" pitchFamily="18" charset="0"/>
              </a:rPr>
              <a:t>        -   embrace female realities or risk credibility</a:t>
            </a:r>
          </a:p>
          <a:p>
            <a:pPr eaLnBrk="1" fontAlgn="auto" hangingPunct="1">
              <a:lnSpc>
                <a:spcPct val="80000"/>
              </a:lnSpc>
              <a:spcAft>
                <a:spcPts val="0"/>
              </a:spcAft>
              <a:buFont typeface="Wingdings" panose="05000000000000000000" pitchFamily="2" charset="2"/>
              <a:buNone/>
              <a:defRPr/>
            </a:pPr>
            <a:endParaRPr lang="en-US" altLang="en-US" sz="3200" dirty="0">
              <a:latin typeface="Times New Roman" panose="02020603050405020304" pitchFamily="18" charset="0"/>
              <a:cs typeface="Times New Roman" panose="02020603050405020304" pitchFamily="18" charset="0"/>
            </a:endParaRPr>
          </a:p>
          <a:p>
            <a:pPr eaLnBrk="1" fontAlgn="auto" hangingPunct="1">
              <a:lnSpc>
                <a:spcPct val="80000"/>
              </a:lnSpc>
              <a:spcAft>
                <a:spcPts val="0"/>
              </a:spcAft>
              <a:buFont typeface="Wingdings" panose="05000000000000000000" pitchFamily="2" charset="2"/>
              <a:buNone/>
              <a:defRPr/>
            </a:pPr>
            <a:r>
              <a:rPr lang="en-US" altLang="en-US" sz="3200" dirty="0">
                <a:latin typeface="Times New Roman" panose="02020603050405020304" pitchFamily="18" charset="0"/>
                <a:cs typeface="Times New Roman" panose="02020603050405020304" pitchFamily="18" charset="0"/>
              </a:rPr>
              <a:t>The change from then and now is referred to as the:</a:t>
            </a:r>
          </a:p>
          <a:p>
            <a:pPr eaLnBrk="1" fontAlgn="auto" hangingPunct="1">
              <a:lnSpc>
                <a:spcPct val="80000"/>
              </a:lnSpc>
              <a:spcAft>
                <a:spcPts val="0"/>
              </a:spcAft>
              <a:buFont typeface="Wingdings" panose="05000000000000000000" pitchFamily="2" charset="2"/>
              <a:buNone/>
              <a:defRPr/>
            </a:pPr>
            <a:endParaRPr lang="en-US" altLang="en-US" sz="2400" dirty="0">
              <a:latin typeface="Palatino Linotype" panose="02040502050505030304" pitchFamily="18" charset="0"/>
            </a:endParaRPr>
          </a:p>
        </p:txBody>
      </p:sp>
      <p:sp>
        <p:nvSpPr>
          <p:cNvPr id="6148" name="WordArt 4">
            <a:extLst>
              <a:ext uri="{FF2B5EF4-FFF2-40B4-BE49-F238E27FC236}">
                <a16:creationId xmlns:a16="http://schemas.microsoft.com/office/drawing/2014/main" id="{A7477FC8-BF70-6354-EFA3-25CE2780F8FD}"/>
              </a:ext>
            </a:extLst>
          </p:cNvPr>
          <p:cNvSpPr>
            <a:spLocks noChangeArrowheads="1" noChangeShapeType="1" noTextEdit="1"/>
          </p:cNvSpPr>
          <p:nvPr/>
        </p:nvSpPr>
        <p:spPr bwMode="auto">
          <a:xfrm>
            <a:off x="2209800" y="5257800"/>
            <a:ext cx="3389313" cy="914400"/>
          </a:xfrm>
          <a:prstGeom prst="rect">
            <a:avLst/>
          </a:prstGeom>
        </p:spPr>
        <p:txBody>
          <a:bodyPr wrap="none" fromWordArt="1">
            <a:prstTxWarp prst="textFadeUp">
              <a:avLst>
                <a:gd name="adj" fmla="val 9991"/>
              </a:avLst>
            </a:prstTxWarp>
          </a:bodyPr>
          <a:lstStyle/>
          <a:p>
            <a:pPr algn="ctr"/>
            <a:r>
              <a:rPr lang="en-US" sz="3600" kern="10">
                <a:ln w="12700">
                  <a:solidFill>
                    <a:srgbClr val="B2B2B2"/>
                  </a:solidFill>
                  <a:round/>
                  <a:headEnd/>
                  <a:tailEnd/>
                </a:ln>
                <a:gradFill rotWithShape="1">
                  <a:gsLst>
                    <a:gs pos="0">
                      <a:srgbClr val="520402"/>
                    </a:gs>
                    <a:gs pos="100000">
                      <a:srgbClr val="FFCC00"/>
                    </a:gs>
                  </a:gsLst>
                  <a:lin ang="5400000" scaled="1"/>
                </a:gradFill>
                <a:effectLst>
                  <a:outerShdw dist="35921" dir="2700000" sy="50000" rotWithShape="0">
                    <a:srgbClr val="875B0D">
                      <a:alpha val="70000"/>
                    </a:srgbClr>
                  </a:outerShdw>
                </a:effectLst>
                <a:latin typeface="Arial Black" panose="020B0A04020102020204" pitchFamily="34" charset="0"/>
              </a:rPr>
              <a:t>"Gender Quake"</a:t>
            </a:r>
            <a:endParaRPr lang="ar-SA" sz="3600" kern="10">
              <a:ln w="12700">
                <a:solidFill>
                  <a:srgbClr val="B2B2B2"/>
                </a:solidFill>
                <a:round/>
                <a:headEnd/>
                <a:tailEnd/>
              </a:ln>
              <a:gradFill rotWithShape="1">
                <a:gsLst>
                  <a:gs pos="0">
                    <a:srgbClr val="520402"/>
                  </a:gs>
                  <a:gs pos="100000">
                    <a:srgbClr val="FFCC00"/>
                  </a:gs>
                </a:gsLst>
                <a:lin ang="5400000" scaled="1"/>
              </a:gradFill>
              <a:effectLst>
                <a:outerShdw dist="35921" dir="2700000" sy="50000" rotWithShape="0">
                  <a:srgbClr val="875B0D">
                    <a:alpha val="70000"/>
                  </a:srgbClr>
                </a:outerShdw>
              </a:effectLst>
              <a:latin typeface="Arial Black" panose="020B0A04020102020204" pitchFamily="34" charset="0"/>
            </a:endParaRPr>
          </a:p>
        </p:txBody>
      </p:sp>
      <p:pic>
        <p:nvPicPr>
          <p:cNvPr id="4" name="Picture 3" descr="A logo of a university&#10;&#10;Description automatically generated with low confidence">
            <a:extLst>
              <a:ext uri="{FF2B5EF4-FFF2-40B4-BE49-F238E27FC236}">
                <a16:creationId xmlns:a16="http://schemas.microsoft.com/office/drawing/2014/main" id="{99416EFC-CF47-1B2F-39F1-4FBA56647F3F}"/>
              </a:ext>
            </a:extLst>
          </p:cNvPr>
          <p:cNvPicPr>
            <a:picLocks noChangeAspect="1"/>
          </p:cNvPicPr>
          <p:nvPr/>
        </p:nvPicPr>
        <p:blipFill>
          <a:blip r:embed="rId2"/>
          <a:stretch>
            <a:fillRect/>
          </a:stretch>
        </p:blipFill>
        <p:spPr>
          <a:xfrm>
            <a:off x="0" y="0"/>
            <a:ext cx="846138" cy="844550"/>
          </a:xfrm>
          <a:prstGeom prst="rect">
            <a:avLst/>
          </a:prstGeom>
          <a:effectLst>
            <a:outerShdw blurRad="50800" dist="38100" dir="10800000" algn="r" rotWithShape="0">
              <a:prstClr val="black">
                <a:alpha val="40000"/>
              </a:prstClr>
            </a:outerShdw>
          </a:effec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0" fill="hold" nodeType="clickEffect">
                                  <p:stCondLst>
                                    <p:cond delay="0"/>
                                  </p:stCondLst>
                                  <p:childTnLst>
                                    <p:set>
                                      <p:cBhvr>
                                        <p:cTn id="6" dur="1" fill="hold">
                                          <p:stCondLst>
                                            <p:cond delay="0"/>
                                          </p:stCondLst>
                                        </p:cTn>
                                        <p:tgtEl>
                                          <p:spTgt spid="6148"/>
                                        </p:tgtEl>
                                        <p:attrNameLst>
                                          <p:attrName>style.visibility</p:attrName>
                                        </p:attrNameLst>
                                      </p:cBhvr>
                                      <p:to>
                                        <p:strVal val="visible"/>
                                      </p:to>
                                    </p:set>
                                  </p:childTnLst>
                                </p:cTn>
                              </p:par>
                              <p:par>
                                <p:cTn id="7" presetID="0" presetClass="path" presetSubtype="0" accel="50000" decel="50000" fill="hold" nodeType="withEffect">
                                  <p:stCondLst>
                                    <p:cond delay="0"/>
                                  </p:stCondLst>
                                  <p:childTnLst>
                                    <p:animMotion origin="layout" path="M 4.16667E-6 -7.40741E-7 C 0.00138 -0.0169 -0.00035 -0.01667 0.00816 -0.00856 C 0.00937 -0.00972 0.01076 -0.01042 0.0118 -0.0118 C 0.01284 -0.01343 0.01267 -0.01667 0.01406 -0.0169 C 0.01545 -0.01736 0.01649 -0.01458 0.0177 -0.01366 C 0.0184 -0.0118 0.01892 -0.00995 0.02013 -0.00856 C 0.02482 -0.00324 0.02395 -0.00949 0.02708 -0.01366 C 0.02829 -0.01458 0.02951 -0.01481 0.03073 -0.01528 C 0.03229 -0.0118 0.03454 -0.00139 0.03541 -0.00509 C 0.03628 -0.00856 0.03767 -0.01528 0.03767 -0.01505 C 0.0434 -0.0125 0.04722 -0.00625 0.05312 -0.00347 C 0.05468 -0.00417 0.05642 -0.00393 0.05763 -0.00509 C 0.05902 -0.00625 0.05885 -0.00949 0.06024 -0.01018 C 0.06163 -0.01111 0.06336 -0.00926 0.06493 -0.00856 C 0.06944 0.0007 0.06579 -0.0044 0.0684 -0.01018 C 0.06927 -0.0118 0.07083 -0.0125 0.07204 -0.01366 C 0.07986 -0.01134 0.07986 -0.01273 0.08611 -0.01852 C 0.08784 -0.01134 0.09062 -0.00694 0.09444 -0.00185 C 0.09461 -0.00208 0.10017 -0.01088 0.10138 -0.01018 C 0.10312 -0.00949 0.10937 0.00255 0.11215 0.00509 C 0.11371 0.00139 0.11527 -0.00347 0.11909 -0.00347 C 0.1217 -0.00347 0.12621 -7.40741E-7 0.12621 0.00023 C 0.12777 -0.00347 0.12951 -0.00671 0.1309 -0.01018 C 0.13211 -0.0125 0.1342 -0.00833 0.13576 -0.00671 C 0.14305 0.00093 0.13541 -0.00347 0.1427 -7.40741E-7 C 0.14635 -0.00509 0.1493 -0.00625 0.15347 -0.01018 C 0.15711 -0.00301 0.15833 -0.00255 0.16388 -7.40741E-7 C 0.16701 -0.0118 0.16319 -0.01111 0.17343 -0.00856 C 0.17465 -0.0081 0.17586 -0.00625 0.17708 -0.00671 C 0.17968 -0.0081 0.18142 -0.0125 0.18402 -0.01366 C 0.18559 -0.01412 0.18732 -0.01481 0.18871 -0.01528 C 0.19184 -0.01111 0.19513 -0.00926 0.19843 -0.00509 " pathEditMode="relative" rAng="0" ptsTypes="fffffffffffffffffffffffffffffffA">
                                      <p:cBhvr>
                                        <p:cTn id="8" dur="2000" fill="hold"/>
                                        <p:tgtEl>
                                          <p:spTgt spid="6148"/>
                                        </p:tgtEl>
                                        <p:attrNameLst>
                                          <p:attrName>ppt_x</p:attrName>
                                          <p:attrName>ppt_y</p:attrName>
                                        </p:attrNameLst>
                                      </p:cBhvr>
                                      <p:rCtr x="9896" y="-67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40281B10-5EA1-203C-1162-AD3202DA3AB5}"/>
              </a:ext>
            </a:extLst>
          </p:cNvPr>
          <p:cNvSpPr>
            <a:spLocks noGrp="1" noRot="1" noChangeArrowheads="1"/>
          </p:cNvSpPr>
          <p:nvPr>
            <p:ph type="title"/>
          </p:nvPr>
        </p:nvSpPr>
        <p:spPr>
          <a:xfrm>
            <a:off x="990600" y="500063"/>
            <a:ext cx="10515600" cy="1325562"/>
          </a:xfrm>
        </p:spPr>
        <p:txBody>
          <a:bodyPr/>
          <a:lstStyle/>
          <a:p>
            <a:pPr eaLnBrk="1" hangingPunct="1"/>
            <a:r>
              <a:rPr lang="en-US" altLang="en-US" sz="4000">
                <a:latin typeface="Times New Roman" panose="02020603050405020304" pitchFamily="18" charset="0"/>
                <a:cs typeface="Times New Roman" panose="02020603050405020304" pitchFamily="18" charset="0"/>
              </a:rPr>
              <a:t>Reality</a:t>
            </a:r>
          </a:p>
        </p:txBody>
      </p:sp>
      <p:sp>
        <p:nvSpPr>
          <p:cNvPr id="12291" name="Rectangle 3">
            <a:extLst>
              <a:ext uri="{FF2B5EF4-FFF2-40B4-BE49-F238E27FC236}">
                <a16:creationId xmlns:a16="http://schemas.microsoft.com/office/drawing/2014/main" id="{24FBE3EF-AD0D-8AEF-D574-555AC1E6A8DB}"/>
              </a:ext>
            </a:extLst>
          </p:cNvPr>
          <p:cNvSpPr>
            <a:spLocks noGrp="1" noChangeArrowheads="1"/>
          </p:cNvSpPr>
          <p:nvPr>
            <p:ph idx="1"/>
          </p:nvPr>
        </p:nvSpPr>
        <p:spPr/>
        <p:txBody>
          <a:bodyPr/>
          <a:lstStyle/>
          <a:p>
            <a:pPr algn="just" eaLnBrk="1" hangingPunct="1"/>
            <a:r>
              <a:rPr lang="en-US" altLang="en-US">
                <a:latin typeface="Times New Roman" panose="02020603050405020304" pitchFamily="18" charset="0"/>
                <a:cs typeface="Times New Roman" panose="02020603050405020304" pitchFamily="18" charset="0"/>
              </a:rPr>
              <a:t>Women still have a long way to go before attaining, economic parity, social equality, agenda setting powers and political power sharing.  Progress – yes  Equality –no</a:t>
            </a:r>
          </a:p>
          <a:p>
            <a:pPr eaLnBrk="1" hangingPunct="1"/>
            <a:r>
              <a:rPr lang="en-US" altLang="en-US">
                <a:latin typeface="Times New Roman" panose="02020603050405020304" pitchFamily="18" charset="0"/>
                <a:cs typeface="Times New Roman" panose="02020603050405020304" pitchFamily="18" charset="0"/>
              </a:rPr>
              <a:t>Stereotypes still exist:</a:t>
            </a:r>
          </a:p>
          <a:p>
            <a:pPr algn="just" eaLnBrk="1" hangingPunct="1"/>
            <a:r>
              <a:rPr lang="en-US" altLang="en-US">
                <a:latin typeface="Times New Roman" panose="02020603050405020304" pitchFamily="18" charset="0"/>
                <a:cs typeface="Times New Roman" panose="02020603050405020304" pitchFamily="18" charset="0"/>
              </a:rPr>
              <a:t> women are perceived as passive, emotionally soft, and obsessed with appearances.</a:t>
            </a:r>
          </a:p>
          <a:p>
            <a:pPr algn="just" eaLnBrk="1" hangingPunct="1"/>
            <a:r>
              <a:rPr lang="en-US" altLang="en-US">
                <a:latin typeface="Times New Roman" panose="02020603050405020304" pitchFamily="18" charset="0"/>
                <a:cs typeface="Times New Roman" panose="02020603050405020304" pitchFamily="18" charset="0"/>
              </a:rPr>
              <a:t>Men are perceived as assertive, ambitious, competitive and goal oriented.</a:t>
            </a:r>
          </a:p>
        </p:txBody>
      </p:sp>
      <p:pic>
        <p:nvPicPr>
          <p:cNvPr id="4" name="Picture 3" descr="A logo of a university&#10;&#10;Description automatically generated with low confidence">
            <a:extLst>
              <a:ext uri="{FF2B5EF4-FFF2-40B4-BE49-F238E27FC236}">
                <a16:creationId xmlns:a16="http://schemas.microsoft.com/office/drawing/2014/main" id="{54A16495-88BE-78B9-435C-A7404DB22126}"/>
              </a:ext>
            </a:extLst>
          </p:cNvPr>
          <p:cNvPicPr>
            <a:picLocks noChangeAspect="1"/>
          </p:cNvPicPr>
          <p:nvPr/>
        </p:nvPicPr>
        <p:blipFill>
          <a:blip r:embed="rId2"/>
          <a:stretch>
            <a:fillRect/>
          </a:stretch>
        </p:blipFill>
        <p:spPr>
          <a:xfrm>
            <a:off x="0" y="0"/>
            <a:ext cx="846138" cy="844550"/>
          </a:xfrm>
          <a:prstGeom prst="rect">
            <a:avLst/>
          </a:prstGeom>
          <a:effectLst>
            <a:outerShdw blurRad="50800" dist="38100" dir="10800000" algn="r" rotWithShape="0">
              <a:prstClr val="black">
                <a:alpha val="40000"/>
              </a:prstClr>
            </a:outerShdw>
          </a:effectLst>
        </p:spPr>
      </p:pic>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063F3448-B4BE-B79B-18DF-3F2765D91ADA}"/>
              </a:ext>
            </a:extLst>
          </p:cNvPr>
          <p:cNvSpPr>
            <a:spLocks noGrp="1" noRot="1" noChangeArrowheads="1"/>
          </p:cNvSpPr>
          <p:nvPr>
            <p:ph type="title"/>
          </p:nvPr>
        </p:nvSpPr>
        <p:spPr>
          <a:xfrm>
            <a:off x="3048000" y="180975"/>
            <a:ext cx="6934200" cy="1325563"/>
          </a:xfrm>
        </p:spPr>
        <p:txBody>
          <a:bodyPr/>
          <a:lstStyle/>
          <a:p>
            <a:pPr eaLnBrk="1" hangingPunct="1"/>
            <a:r>
              <a:rPr lang="en-US" altLang="en-US" sz="4000">
                <a:latin typeface="Times New Roman" panose="02020603050405020304" pitchFamily="18" charset="0"/>
                <a:cs typeface="Times New Roman" panose="02020603050405020304" pitchFamily="18" charset="0"/>
              </a:rPr>
              <a:t>Gender as a Social Problem</a:t>
            </a:r>
            <a:br>
              <a:rPr lang="en-US" altLang="en-US" sz="4000">
                <a:latin typeface="Palatino Linotype" panose="02040502050505030304" pitchFamily="18" charset="0"/>
              </a:rPr>
            </a:br>
            <a:endParaRPr lang="en-US" altLang="en-US" sz="4000">
              <a:latin typeface="Palatino Linotype" panose="02040502050505030304" pitchFamily="18" charset="0"/>
            </a:endParaRPr>
          </a:p>
        </p:txBody>
      </p:sp>
      <p:sp>
        <p:nvSpPr>
          <p:cNvPr id="13315" name="Rectangle 3">
            <a:extLst>
              <a:ext uri="{FF2B5EF4-FFF2-40B4-BE49-F238E27FC236}">
                <a16:creationId xmlns:a16="http://schemas.microsoft.com/office/drawing/2014/main" id="{253E0C81-846A-0382-86CC-60EA3F03C953}"/>
              </a:ext>
            </a:extLst>
          </p:cNvPr>
          <p:cNvSpPr>
            <a:spLocks noGrp="1" noChangeArrowheads="1"/>
          </p:cNvSpPr>
          <p:nvPr>
            <p:ph idx="1"/>
          </p:nvPr>
        </p:nvSpPr>
        <p:spPr>
          <a:xfrm>
            <a:off x="762000" y="1219200"/>
            <a:ext cx="8229600" cy="5059363"/>
          </a:xfrm>
        </p:spPr>
        <p:txBody>
          <a:bodyPr/>
          <a:lstStyle/>
          <a:p>
            <a:pPr algn="just" eaLnBrk="1" hangingPunct="1">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Gender relations are unequal relations with respect to power, privilege, and property.</a:t>
            </a:r>
          </a:p>
          <a:p>
            <a:pPr algn="just" eaLnBrk="1" hangingPunct="1">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Gender is a social problem when inequities continue to persist in a society that espouses gender equality </a:t>
            </a:r>
          </a:p>
          <a:p>
            <a:pPr algn="just" eaLnBrk="1" hangingPunct="1">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Gender is problematic because of the growing estrangement is not without consequence</a:t>
            </a:r>
          </a:p>
          <a:p>
            <a:pPr algn="just" eaLnBrk="1" hangingPunct="1">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   -When the scripting of masculinity and femininity into rigid roles and stereotypical rules restrict personal choice, foster sexism and create unequal outcomes</a:t>
            </a:r>
          </a:p>
        </p:txBody>
      </p:sp>
      <p:pic>
        <p:nvPicPr>
          <p:cNvPr id="4" name="Picture 3" descr="A logo of a university&#10;&#10;Description automatically generated with low confidence">
            <a:extLst>
              <a:ext uri="{FF2B5EF4-FFF2-40B4-BE49-F238E27FC236}">
                <a16:creationId xmlns:a16="http://schemas.microsoft.com/office/drawing/2014/main" id="{EF6404A4-43D0-C23D-3FC3-A4A18709336A}"/>
              </a:ext>
            </a:extLst>
          </p:cNvPr>
          <p:cNvPicPr>
            <a:picLocks noChangeAspect="1"/>
          </p:cNvPicPr>
          <p:nvPr/>
        </p:nvPicPr>
        <p:blipFill>
          <a:blip r:embed="rId2"/>
          <a:stretch>
            <a:fillRect/>
          </a:stretch>
        </p:blipFill>
        <p:spPr>
          <a:xfrm>
            <a:off x="0" y="0"/>
            <a:ext cx="846138" cy="844550"/>
          </a:xfrm>
          <a:prstGeom prst="rect">
            <a:avLst/>
          </a:prstGeom>
          <a:effectLst>
            <a:outerShdw blurRad="50800" dist="38100" dir="10800000" algn="r" rotWithShape="0">
              <a:prstClr val="black">
                <a:alpha val="40000"/>
              </a:prstClr>
            </a:outerShdw>
          </a:effectLst>
        </p:spPr>
      </p:pic>
      <p:pic>
        <p:nvPicPr>
          <p:cNvPr id="13317" name="Picture 4">
            <a:extLst>
              <a:ext uri="{FF2B5EF4-FFF2-40B4-BE49-F238E27FC236}">
                <a16:creationId xmlns:a16="http://schemas.microsoft.com/office/drawing/2014/main" id="{66E82E18-66B1-83CA-8F38-D33F141D37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48800" y="1603375"/>
            <a:ext cx="2212975" cy="310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EBA54641-5FC1-3501-1C80-D31630946CAC}"/>
              </a:ext>
            </a:extLst>
          </p:cNvPr>
          <p:cNvSpPr>
            <a:spLocks noGrp="1" noRot="1" noChangeArrowheads="1"/>
          </p:cNvSpPr>
          <p:nvPr>
            <p:ph type="title"/>
          </p:nvPr>
        </p:nvSpPr>
        <p:spPr>
          <a:xfrm>
            <a:off x="1143000" y="569913"/>
            <a:ext cx="8686800" cy="1325562"/>
          </a:xfrm>
        </p:spPr>
        <p:txBody>
          <a:bodyPr/>
          <a:lstStyle/>
          <a:p>
            <a:pPr eaLnBrk="1" hangingPunct="1"/>
            <a:r>
              <a:rPr lang="en-US" altLang="en-US">
                <a:latin typeface="Palatino Linotype" panose="02040502050505030304" pitchFamily="18" charset="0"/>
              </a:rPr>
              <a:t>Explaining Gendered Inequality</a:t>
            </a:r>
          </a:p>
        </p:txBody>
      </p:sp>
      <p:sp>
        <p:nvSpPr>
          <p:cNvPr id="14339" name="Rectangle 3">
            <a:extLst>
              <a:ext uri="{FF2B5EF4-FFF2-40B4-BE49-F238E27FC236}">
                <a16:creationId xmlns:a16="http://schemas.microsoft.com/office/drawing/2014/main" id="{6C590827-A7EA-0FE2-4A46-2FADD0C0B4B7}"/>
              </a:ext>
            </a:extLst>
          </p:cNvPr>
          <p:cNvSpPr>
            <a:spLocks noGrp="1" noChangeArrowheads="1"/>
          </p:cNvSpPr>
          <p:nvPr>
            <p:ph idx="1"/>
          </p:nvPr>
        </p:nvSpPr>
        <p:spPr>
          <a:xfrm>
            <a:off x="685800" y="2108200"/>
            <a:ext cx="10515600" cy="3835400"/>
          </a:xfrm>
        </p:spPr>
        <p:txBody>
          <a:bodyPr/>
          <a:lstStyle/>
          <a:p>
            <a:pPr eaLnBrk="1" hangingPunct="1">
              <a:lnSpc>
                <a:spcPct val="80000"/>
              </a:lnSpc>
            </a:pPr>
            <a:r>
              <a:rPr lang="en-CA" altLang="en-US">
                <a:latin typeface="Times New Roman" panose="02020603050405020304" pitchFamily="18" charset="0"/>
                <a:cs typeface="Times New Roman" panose="02020603050405020304" pitchFamily="18" charset="0"/>
              </a:rPr>
              <a:t>Some may blame gender differences to be the cause of inequality</a:t>
            </a:r>
          </a:p>
          <a:p>
            <a:pPr eaLnBrk="1" hangingPunct="1">
              <a:lnSpc>
                <a:spcPct val="80000"/>
              </a:lnSpc>
            </a:pPr>
            <a:r>
              <a:rPr lang="en-CA" altLang="en-US">
                <a:latin typeface="Times New Roman" panose="02020603050405020304" pitchFamily="18" charset="0"/>
                <a:cs typeface="Times New Roman" panose="02020603050405020304" pitchFamily="18" charset="0"/>
              </a:rPr>
              <a:t>Some say that the structure of inequalities tends to accentuate differences among men and women</a:t>
            </a:r>
          </a:p>
          <a:p>
            <a:pPr eaLnBrk="1" hangingPunct="1">
              <a:lnSpc>
                <a:spcPct val="80000"/>
              </a:lnSpc>
            </a:pPr>
            <a:r>
              <a:rPr lang="en-CA" altLang="en-US">
                <a:latin typeface="Times New Roman" panose="02020603050405020304" pitchFamily="18" charset="0"/>
                <a:cs typeface="Times New Roman" panose="02020603050405020304" pitchFamily="18" charset="0"/>
              </a:rPr>
              <a:t>Men’s perceptions and women’s experiences differ in how each sees gender inequality. </a:t>
            </a:r>
          </a:p>
          <a:p>
            <a:pPr eaLnBrk="1" hangingPunct="1">
              <a:lnSpc>
                <a:spcPct val="80000"/>
              </a:lnSpc>
            </a:pPr>
            <a:r>
              <a:rPr lang="en-CA" altLang="en-US">
                <a:latin typeface="Times New Roman" panose="02020603050405020304" pitchFamily="18" charset="0"/>
                <a:cs typeface="Times New Roman" panose="02020603050405020304" pitchFamily="18" charset="0"/>
              </a:rPr>
              <a:t>Patriarchy reinforces male dominance. Masculinity is valued more over femininity and males have preferential access to the social, political, economic and cultural opportunities.</a:t>
            </a:r>
            <a:endParaRPr lang="en-US" altLang="en-US">
              <a:latin typeface="Times New Roman" panose="02020603050405020304" pitchFamily="18" charset="0"/>
              <a:cs typeface="Times New Roman" panose="02020603050405020304" pitchFamily="18" charset="0"/>
            </a:endParaRPr>
          </a:p>
          <a:p>
            <a:pPr eaLnBrk="1" hangingPunct="1">
              <a:lnSpc>
                <a:spcPct val="80000"/>
              </a:lnSpc>
            </a:pPr>
            <a:endParaRPr lang="en-US" altLang="en-US">
              <a:latin typeface="Palatino Linotype" panose="02040502050505030304" pitchFamily="18" charset="0"/>
            </a:endParaRPr>
          </a:p>
        </p:txBody>
      </p:sp>
      <p:pic>
        <p:nvPicPr>
          <p:cNvPr id="4" name="Picture 3" descr="A logo of a university&#10;&#10;Description automatically generated with low confidence">
            <a:extLst>
              <a:ext uri="{FF2B5EF4-FFF2-40B4-BE49-F238E27FC236}">
                <a16:creationId xmlns:a16="http://schemas.microsoft.com/office/drawing/2014/main" id="{87B672C1-20DA-C45C-D5C5-9B22168F72D1}"/>
              </a:ext>
            </a:extLst>
          </p:cNvPr>
          <p:cNvPicPr>
            <a:picLocks noChangeAspect="1"/>
          </p:cNvPicPr>
          <p:nvPr/>
        </p:nvPicPr>
        <p:blipFill>
          <a:blip r:embed="rId2"/>
          <a:stretch>
            <a:fillRect/>
          </a:stretch>
        </p:blipFill>
        <p:spPr>
          <a:xfrm>
            <a:off x="0" y="0"/>
            <a:ext cx="846138" cy="844550"/>
          </a:xfrm>
          <a:prstGeom prst="rect">
            <a:avLst/>
          </a:prstGeom>
          <a:effectLst>
            <a:outerShdw blurRad="50800" dist="38100" dir="10800000" algn="r" rotWithShape="0">
              <a:prstClr val="black">
                <a:alpha val="40000"/>
              </a:prstClr>
            </a:outerShdw>
          </a:effectLst>
        </p:spPr>
      </p:pic>
      <p:pic>
        <p:nvPicPr>
          <p:cNvPr id="14341" name="Picture 6">
            <a:extLst>
              <a:ext uri="{FF2B5EF4-FFF2-40B4-BE49-F238E27FC236}">
                <a16:creationId xmlns:a16="http://schemas.microsoft.com/office/drawing/2014/main" id="{192C546B-FDCD-67FA-813A-B8CB57FB9A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000" y="0"/>
            <a:ext cx="2624138" cy="246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CBFEA490-D451-BEF9-A69C-24A38FAF9FF3}"/>
              </a:ext>
            </a:extLst>
          </p:cNvPr>
          <p:cNvSpPr>
            <a:spLocks noGrp="1" noRot="1" noChangeArrowheads="1"/>
          </p:cNvSpPr>
          <p:nvPr>
            <p:ph type="title"/>
          </p:nvPr>
        </p:nvSpPr>
        <p:spPr>
          <a:xfrm>
            <a:off x="1066800" y="304800"/>
            <a:ext cx="6629400" cy="1325563"/>
          </a:xfrm>
        </p:spPr>
        <p:txBody>
          <a:bodyPr/>
          <a:lstStyle/>
          <a:p>
            <a:pPr eaLnBrk="1" hangingPunct="1"/>
            <a:r>
              <a:rPr lang="en-CA" altLang="en-US" sz="4000">
                <a:latin typeface="Times New Roman" panose="02020603050405020304" pitchFamily="18" charset="0"/>
                <a:cs typeface="Times New Roman" panose="02020603050405020304" pitchFamily="18" charset="0"/>
              </a:rPr>
              <a:t>Double Standard</a:t>
            </a:r>
            <a:endParaRPr lang="en-US" altLang="en-US" sz="4000">
              <a:latin typeface="Times New Roman" panose="02020603050405020304" pitchFamily="18" charset="0"/>
              <a:cs typeface="Times New Roman" panose="02020603050405020304" pitchFamily="18" charset="0"/>
            </a:endParaRPr>
          </a:p>
        </p:txBody>
      </p:sp>
      <p:sp>
        <p:nvSpPr>
          <p:cNvPr id="15363" name="Rectangle 3">
            <a:extLst>
              <a:ext uri="{FF2B5EF4-FFF2-40B4-BE49-F238E27FC236}">
                <a16:creationId xmlns:a16="http://schemas.microsoft.com/office/drawing/2014/main" id="{21E30DF0-7165-FD73-EBBD-45506FB1807D}"/>
              </a:ext>
            </a:extLst>
          </p:cNvPr>
          <p:cNvSpPr>
            <a:spLocks noGrp="1" noChangeArrowheads="1"/>
          </p:cNvSpPr>
          <p:nvPr>
            <p:ph idx="1"/>
          </p:nvPr>
        </p:nvSpPr>
        <p:spPr>
          <a:xfrm>
            <a:off x="838200" y="1631950"/>
            <a:ext cx="10515600" cy="4351338"/>
          </a:xfrm>
        </p:spPr>
        <p:txBody>
          <a:bodyPr/>
          <a:lstStyle/>
          <a:p>
            <a:pPr eaLnBrk="1" hangingPunct="1"/>
            <a:r>
              <a:rPr lang="en-US" altLang="en-US">
                <a:latin typeface="Times New Roman" panose="02020603050405020304" pitchFamily="18" charset="0"/>
                <a:cs typeface="Times New Roman" panose="02020603050405020304" pitchFamily="18" charset="0"/>
              </a:rPr>
              <a:t>Men must renegotiate their relationship with women based on equality.  </a:t>
            </a:r>
          </a:p>
          <a:p>
            <a:pPr eaLnBrk="1" hangingPunct="1"/>
            <a:r>
              <a:rPr lang="en-US" altLang="en-US">
                <a:latin typeface="Times New Roman" panose="02020603050405020304" pitchFamily="18" charset="0"/>
                <a:cs typeface="Times New Roman" panose="02020603050405020304" pitchFamily="18" charset="0"/>
              </a:rPr>
              <a:t>Men are not permitted to show emotions; they will be precluded from female- dominated professions.</a:t>
            </a:r>
          </a:p>
          <a:p>
            <a:pPr eaLnBrk="1" hangingPunct="1"/>
            <a:r>
              <a:rPr lang="en-US" altLang="en-US">
                <a:latin typeface="Times New Roman" panose="02020603050405020304" pitchFamily="18" charset="0"/>
                <a:cs typeface="Times New Roman" panose="02020603050405020304" pitchFamily="18" charset="0"/>
              </a:rPr>
              <a:t>Discouraged from working with children and criticized by his male counter parts for being wimpy.</a:t>
            </a:r>
          </a:p>
          <a:p>
            <a:pPr eaLnBrk="1" hangingPunct="1"/>
            <a:r>
              <a:rPr lang="en-US" altLang="en-US">
                <a:latin typeface="Times New Roman" panose="02020603050405020304" pitchFamily="18" charset="0"/>
                <a:cs typeface="Times New Roman" panose="02020603050405020304" pitchFamily="18" charset="0"/>
              </a:rPr>
              <a:t>Females are no longer seen as weak and vacillating rather seen as valuable team worker within the workplace. This has created an identity crisis, because men have lost  their spot in the lime-light and they must find themselves and what is expected of them.</a:t>
            </a:r>
          </a:p>
          <a:p>
            <a:pPr eaLnBrk="1" hangingPunct="1"/>
            <a:endParaRPr lang="en-US" altLang="en-US" sz="2400"/>
          </a:p>
        </p:txBody>
      </p:sp>
      <p:pic>
        <p:nvPicPr>
          <p:cNvPr id="4" name="Picture 3" descr="A logo of a university&#10;&#10;Description automatically generated with low confidence">
            <a:extLst>
              <a:ext uri="{FF2B5EF4-FFF2-40B4-BE49-F238E27FC236}">
                <a16:creationId xmlns:a16="http://schemas.microsoft.com/office/drawing/2014/main" id="{DF8F5EFA-5ECF-EEC1-F236-D282D3AE8402}"/>
              </a:ext>
            </a:extLst>
          </p:cNvPr>
          <p:cNvPicPr>
            <a:picLocks noChangeAspect="1"/>
          </p:cNvPicPr>
          <p:nvPr/>
        </p:nvPicPr>
        <p:blipFill>
          <a:blip r:embed="rId2"/>
          <a:stretch>
            <a:fillRect/>
          </a:stretch>
        </p:blipFill>
        <p:spPr>
          <a:xfrm>
            <a:off x="0" y="0"/>
            <a:ext cx="846138" cy="844550"/>
          </a:xfrm>
          <a:prstGeom prst="rect">
            <a:avLst/>
          </a:prstGeom>
          <a:effectLst>
            <a:outerShdw blurRad="50800" dist="38100" dir="10800000" algn="r" rotWithShape="0">
              <a:prstClr val="black">
                <a:alpha val="40000"/>
              </a:prstClr>
            </a:outerShdw>
          </a:effectLst>
        </p:spPr>
      </p:pic>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DF8C2D50-5EDF-DEEF-BCD2-2DEEECC57AD3}"/>
              </a:ext>
            </a:extLst>
          </p:cNvPr>
          <p:cNvSpPr>
            <a:spLocks noGrp="1" noRot="1" noChangeArrowheads="1"/>
          </p:cNvSpPr>
          <p:nvPr>
            <p:ph type="title"/>
          </p:nvPr>
        </p:nvSpPr>
        <p:spPr>
          <a:xfrm>
            <a:off x="1295400" y="533400"/>
            <a:ext cx="8229600" cy="944563"/>
          </a:xfrm>
        </p:spPr>
        <p:txBody>
          <a:bodyPr/>
          <a:lstStyle/>
          <a:p>
            <a:pPr eaLnBrk="1" hangingPunct="1"/>
            <a:r>
              <a:rPr lang="en-US" altLang="en-US" sz="4000">
                <a:latin typeface="Times New Roman" panose="02020603050405020304" pitchFamily="18" charset="0"/>
                <a:cs typeface="Times New Roman" panose="02020603050405020304" pitchFamily="18" charset="0"/>
              </a:rPr>
              <a:t>Employment Status</a:t>
            </a:r>
          </a:p>
        </p:txBody>
      </p:sp>
      <p:sp>
        <p:nvSpPr>
          <p:cNvPr id="16387" name="Rectangle 3">
            <a:extLst>
              <a:ext uri="{FF2B5EF4-FFF2-40B4-BE49-F238E27FC236}">
                <a16:creationId xmlns:a16="http://schemas.microsoft.com/office/drawing/2014/main" id="{66995D87-E557-AC8A-EBE6-DE77509B2D30}"/>
              </a:ext>
            </a:extLst>
          </p:cNvPr>
          <p:cNvSpPr>
            <a:spLocks noGrp="1" noChangeArrowheads="1"/>
          </p:cNvSpPr>
          <p:nvPr>
            <p:ph idx="1"/>
          </p:nvPr>
        </p:nvSpPr>
        <p:spPr/>
        <p:txBody>
          <a:bodyPr/>
          <a:lstStyle/>
          <a:p>
            <a:pPr eaLnBrk="1" hangingPunct="1">
              <a:lnSpc>
                <a:spcPct val="80000"/>
              </a:lnSpc>
              <a:buClr>
                <a:schemeClr val="tx1"/>
              </a:buClr>
              <a:buFont typeface="Wingdings" panose="05000000000000000000" pitchFamily="2" charset="2"/>
              <a:buChar char="q"/>
            </a:pPr>
            <a:r>
              <a:rPr lang="en-CA" altLang="en-US" sz="2400">
                <a:latin typeface="Times New Roman" panose="02020603050405020304" pitchFamily="18" charset="0"/>
                <a:cs typeface="Times New Roman" panose="02020603050405020304" pitchFamily="18" charset="0"/>
              </a:rPr>
              <a:t> 46.7% of Canada’s labour force is comprised of women</a:t>
            </a:r>
          </a:p>
          <a:p>
            <a:pPr eaLnBrk="1" hangingPunct="1">
              <a:lnSpc>
                <a:spcPct val="80000"/>
              </a:lnSpc>
              <a:buClr>
                <a:schemeClr val="tx1"/>
              </a:buClr>
              <a:buFont typeface="Wingdings" panose="05000000000000000000" pitchFamily="2" charset="2"/>
              <a:buChar char="q"/>
            </a:pPr>
            <a:r>
              <a:rPr lang="en-CA" altLang="en-US" sz="2400">
                <a:latin typeface="Times New Roman" panose="02020603050405020304" pitchFamily="18" charset="0"/>
                <a:cs typeface="Times New Roman" panose="02020603050405020304" pitchFamily="18" charset="0"/>
              </a:rPr>
              <a:t> Nearly 58% of all adult women were in paid employment compared to only 24%   in 1950</a:t>
            </a:r>
          </a:p>
          <a:p>
            <a:pPr eaLnBrk="1" hangingPunct="1">
              <a:lnSpc>
                <a:spcPct val="80000"/>
              </a:lnSpc>
              <a:buClr>
                <a:schemeClr val="tx1"/>
              </a:buClr>
              <a:buFont typeface="Wingdings" panose="05000000000000000000" pitchFamily="2" charset="2"/>
              <a:buChar char="q"/>
            </a:pPr>
            <a:r>
              <a:rPr lang="en-CA" altLang="en-US" sz="2400">
                <a:latin typeface="Times New Roman" panose="02020603050405020304" pitchFamily="18" charset="0"/>
                <a:cs typeface="Times New Roman" panose="02020603050405020304" pitchFamily="18" charset="0"/>
              </a:rPr>
              <a:t> Gendered division of labour restricts women from higher paid “male” jobs. As a result, women have a lower status and lower paid jobs</a:t>
            </a:r>
          </a:p>
          <a:p>
            <a:pPr eaLnBrk="1" hangingPunct="1">
              <a:lnSpc>
                <a:spcPct val="80000"/>
              </a:lnSpc>
              <a:buFont typeface="Wingdings" panose="05000000000000000000" pitchFamily="2" charset="2"/>
              <a:buChar char="q"/>
            </a:pPr>
            <a:r>
              <a:rPr lang="en-CA" altLang="en-US" sz="2400">
                <a:latin typeface="Times New Roman" panose="02020603050405020304" pitchFamily="18" charset="0"/>
                <a:cs typeface="Times New Roman" panose="02020603050405020304" pitchFamily="18" charset="0"/>
              </a:rPr>
              <a:t> Common trends in female jobs:</a:t>
            </a:r>
          </a:p>
          <a:p>
            <a:pPr eaLnBrk="1" hangingPunct="1">
              <a:lnSpc>
                <a:spcPct val="80000"/>
              </a:lnSpc>
              <a:buClr>
                <a:schemeClr val="tx1"/>
              </a:buClr>
              <a:buFont typeface="Wingdings" panose="05000000000000000000" pitchFamily="2" charset="2"/>
              <a:buChar char="q"/>
            </a:pPr>
            <a:r>
              <a:rPr lang="en-CA" altLang="en-US" sz="2400">
                <a:latin typeface="Times New Roman" panose="02020603050405020304" pitchFamily="18" charset="0"/>
                <a:cs typeface="Times New Roman" panose="02020603050405020304" pitchFamily="18" charset="0"/>
              </a:rPr>
              <a:t> Women are usually in occupations such as elementary teaching, nursing/health related jobs, secretaries and office clerks, or retail sales/service (including cashiers)</a:t>
            </a:r>
          </a:p>
          <a:p>
            <a:pPr eaLnBrk="1" hangingPunct="1">
              <a:lnSpc>
                <a:spcPct val="80000"/>
              </a:lnSpc>
              <a:buClr>
                <a:schemeClr val="tx1"/>
              </a:buClr>
              <a:buFont typeface="Wingdings" panose="05000000000000000000" pitchFamily="2" charset="2"/>
              <a:buChar char="q"/>
            </a:pPr>
            <a:r>
              <a:rPr lang="en-CA" altLang="en-US" sz="2400">
                <a:latin typeface="Times New Roman" panose="02020603050405020304" pitchFamily="18" charset="0"/>
                <a:cs typeface="Times New Roman" panose="02020603050405020304" pitchFamily="18" charset="0"/>
              </a:rPr>
              <a:t> Even though women have and continue to make advances in their careers they still spend more time than men in childcare and housework</a:t>
            </a:r>
            <a:endParaRPr lang="en-US" altLang="en-US" sz="2400">
              <a:latin typeface="Times New Roman" panose="02020603050405020304" pitchFamily="18" charset="0"/>
              <a:cs typeface="Times New Roman" panose="02020603050405020304" pitchFamily="18" charset="0"/>
            </a:endParaRPr>
          </a:p>
          <a:p>
            <a:pPr eaLnBrk="1" hangingPunct="1">
              <a:lnSpc>
                <a:spcPct val="80000"/>
              </a:lnSpc>
            </a:pPr>
            <a:endParaRPr lang="en-US" altLang="en-US" sz="2400">
              <a:latin typeface="Palatino Linotype" panose="02040502050505030304" pitchFamily="18" charset="0"/>
            </a:endParaRPr>
          </a:p>
        </p:txBody>
      </p:sp>
      <p:pic>
        <p:nvPicPr>
          <p:cNvPr id="4" name="Picture 3" descr="A logo of a university&#10;&#10;Description automatically generated with low confidence">
            <a:extLst>
              <a:ext uri="{FF2B5EF4-FFF2-40B4-BE49-F238E27FC236}">
                <a16:creationId xmlns:a16="http://schemas.microsoft.com/office/drawing/2014/main" id="{4D1827A5-6BC7-10A8-8CE9-702EFFBB1752}"/>
              </a:ext>
            </a:extLst>
          </p:cNvPr>
          <p:cNvPicPr>
            <a:picLocks noChangeAspect="1"/>
          </p:cNvPicPr>
          <p:nvPr/>
        </p:nvPicPr>
        <p:blipFill>
          <a:blip r:embed="rId2"/>
          <a:stretch>
            <a:fillRect/>
          </a:stretch>
        </p:blipFill>
        <p:spPr>
          <a:xfrm>
            <a:off x="0" y="0"/>
            <a:ext cx="846138" cy="844550"/>
          </a:xfrm>
          <a:prstGeom prst="rect">
            <a:avLst/>
          </a:prstGeom>
          <a:effectLst>
            <a:outerShdw blurRad="50800" dist="38100" dir="10800000" algn="r" rotWithShape="0">
              <a:prstClr val="black">
                <a:alpha val="40000"/>
              </a:prstClr>
            </a:outerShdw>
          </a:effectLst>
        </p:spPr>
      </p:pic>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FE3B7615-FE43-CDF1-7D9A-6CFB45D82CCE}"/>
              </a:ext>
            </a:extLst>
          </p:cNvPr>
          <p:cNvSpPr>
            <a:spLocks noGrp="1" noRot="1" noChangeArrowheads="1"/>
          </p:cNvSpPr>
          <p:nvPr>
            <p:ph type="title"/>
          </p:nvPr>
        </p:nvSpPr>
        <p:spPr/>
        <p:txBody>
          <a:bodyPr/>
          <a:lstStyle/>
          <a:p>
            <a:pPr eaLnBrk="1" hangingPunct="1"/>
            <a:r>
              <a:rPr lang="en-US" altLang="en-US" sz="4000">
                <a:latin typeface="Palatino Linotype" panose="02040502050505030304" pitchFamily="18" charset="0"/>
              </a:rPr>
              <a:t>Income Earnings Now a days</a:t>
            </a:r>
          </a:p>
        </p:txBody>
      </p:sp>
      <p:sp>
        <p:nvSpPr>
          <p:cNvPr id="17411" name="Rectangle 3">
            <a:extLst>
              <a:ext uri="{FF2B5EF4-FFF2-40B4-BE49-F238E27FC236}">
                <a16:creationId xmlns:a16="http://schemas.microsoft.com/office/drawing/2014/main" id="{5B351115-0B37-CF85-8AA9-872143EE55B3}"/>
              </a:ext>
            </a:extLst>
          </p:cNvPr>
          <p:cNvSpPr>
            <a:spLocks noGrp="1" noChangeArrowheads="1"/>
          </p:cNvSpPr>
          <p:nvPr>
            <p:ph idx="1"/>
          </p:nvPr>
        </p:nvSpPr>
        <p:spPr>
          <a:xfrm>
            <a:off x="1981200" y="1524000"/>
            <a:ext cx="8229600" cy="2663825"/>
          </a:xfrm>
        </p:spPr>
        <p:txBody>
          <a:bodyPr/>
          <a:lstStyle/>
          <a:p>
            <a:pPr eaLnBrk="1" hangingPunct="1"/>
            <a:r>
              <a:rPr lang="en-CA" altLang="en-US">
                <a:latin typeface="Times New Roman" panose="02020603050405020304" pitchFamily="18" charset="0"/>
                <a:cs typeface="Times New Roman" panose="02020603050405020304" pitchFamily="18" charset="0"/>
              </a:rPr>
              <a:t>Women earn 61% of what men earn</a:t>
            </a:r>
          </a:p>
          <a:p>
            <a:pPr eaLnBrk="1" hangingPunct="1"/>
            <a:r>
              <a:rPr lang="en-CA" altLang="en-US">
                <a:latin typeface="Times New Roman" panose="02020603050405020304" pitchFamily="18" charset="0"/>
                <a:cs typeface="Times New Roman" panose="02020603050405020304" pitchFamily="18" charset="0"/>
              </a:rPr>
              <a:t>Women in full time employment earn around 70 cents for every dollar a man makes</a:t>
            </a:r>
          </a:p>
          <a:p>
            <a:pPr eaLnBrk="1" hangingPunct="1"/>
            <a:r>
              <a:rPr lang="en-CA" altLang="en-US">
                <a:latin typeface="Times New Roman" panose="02020603050405020304" pitchFamily="18" charset="0"/>
                <a:cs typeface="Times New Roman" panose="02020603050405020304" pitchFamily="18" charset="0"/>
              </a:rPr>
              <a:t>Overall, the most common occupations held by women are lower paying</a:t>
            </a:r>
          </a:p>
          <a:p>
            <a:pPr eaLnBrk="1" hangingPunct="1"/>
            <a:r>
              <a:rPr lang="en-CA" altLang="en-US">
                <a:latin typeface="Times New Roman" panose="02020603050405020304" pitchFamily="18" charset="0"/>
                <a:cs typeface="Times New Roman" panose="02020603050405020304" pitchFamily="18" charset="0"/>
              </a:rPr>
              <a:t>Men are more likely to ask for a raise while women tend to not ask for what they deserve</a:t>
            </a:r>
            <a:endParaRPr lang="en-US" altLang="en-US">
              <a:latin typeface="Times New Roman" panose="02020603050405020304" pitchFamily="18" charset="0"/>
              <a:cs typeface="Times New Roman" panose="02020603050405020304" pitchFamily="18" charset="0"/>
            </a:endParaRPr>
          </a:p>
        </p:txBody>
      </p:sp>
      <p:pic>
        <p:nvPicPr>
          <p:cNvPr id="17412" name="Picture 4">
            <a:extLst>
              <a:ext uri="{FF2B5EF4-FFF2-40B4-BE49-F238E27FC236}">
                <a16:creationId xmlns:a16="http://schemas.microsoft.com/office/drawing/2014/main" id="{94203FCA-C80B-300C-87B1-911217D73F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3" y="44958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3" name="Picture 6">
            <a:extLst>
              <a:ext uri="{FF2B5EF4-FFF2-40B4-BE49-F238E27FC236}">
                <a16:creationId xmlns:a16="http://schemas.microsoft.com/office/drawing/2014/main" id="{B49165FE-714B-08A9-0902-DEBC6BACE8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4602163"/>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4" name="Picture 8">
            <a:extLst>
              <a:ext uri="{FF2B5EF4-FFF2-40B4-BE49-F238E27FC236}">
                <a16:creationId xmlns:a16="http://schemas.microsoft.com/office/drawing/2014/main" id="{429380BB-2659-8EE9-0744-C5E5971F62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91713" y="44958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descr="A logo of a university&#10;&#10;Description automatically generated with low confidence">
            <a:extLst>
              <a:ext uri="{FF2B5EF4-FFF2-40B4-BE49-F238E27FC236}">
                <a16:creationId xmlns:a16="http://schemas.microsoft.com/office/drawing/2014/main" id="{F6028305-3EE3-06EC-4D1D-617A4B927CF9}"/>
              </a:ext>
            </a:extLst>
          </p:cNvPr>
          <p:cNvPicPr>
            <a:picLocks noChangeAspect="1"/>
          </p:cNvPicPr>
          <p:nvPr/>
        </p:nvPicPr>
        <p:blipFill>
          <a:blip r:embed="rId3"/>
          <a:stretch>
            <a:fillRect/>
          </a:stretch>
        </p:blipFill>
        <p:spPr>
          <a:xfrm>
            <a:off x="0" y="0"/>
            <a:ext cx="846138" cy="844550"/>
          </a:xfrm>
          <a:prstGeom prst="rect">
            <a:avLst/>
          </a:prstGeom>
          <a:effectLst>
            <a:outerShdw blurRad="50800" dist="38100" dir="10800000" algn="r" rotWithShape="0">
              <a:prstClr val="black">
                <a:alpha val="40000"/>
              </a:prstClr>
            </a:outerShdw>
          </a:effectLst>
        </p:spPr>
      </p:pic>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C37FE242-7295-180D-6095-A6DE3AE1BEDF}"/>
              </a:ext>
            </a:extLst>
          </p:cNvPr>
          <p:cNvSpPr>
            <a:spLocks noGrp="1" noRot="1" noChangeArrowheads="1"/>
          </p:cNvSpPr>
          <p:nvPr>
            <p:ph type="title"/>
          </p:nvPr>
        </p:nvSpPr>
        <p:spPr>
          <a:xfrm>
            <a:off x="990600" y="273050"/>
            <a:ext cx="10972800" cy="1143000"/>
          </a:xfrm>
        </p:spPr>
        <p:txBody>
          <a:bodyPr/>
          <a:lstStyle/>
          <a:p>
            <a:pPr eaLnBrk="1" hangingPunct="1"/>
            <a:r>
              <a:rPr lang="en-US" altLang="en-US" sz="4000">
                <a:latin typeface="Palatino Linotype" panose="02040502050505030304" pitchFamily="18" charset="0"/>
              </a:rPr>
              <a:t>Education</a:t>
            </a:r>
          </a:p>
        </p:txBody>
      </p:sp>
      <p:sp>
        <p:nvSpPr>
          <p:cNvPr id="18435" name="Rectangle 3">
            <a:extLst>
              <a:ext uri="{FF2B5EF4-FFF2-40B4-BE49-F238E27FC236}">
                <a16:creationId xmlns:a16="http://schemas.microsoft.com/office/drawing/2014/main" id="{76E2100B-9D6E-0D99-E06D-24018914CF87}"/>
              </a:ext>
            </a:extLst>
          </p:cNvPr>
          <p:cNvSpPr>
            <a:spLocks noGrp="1" noChangeArrowheads="1"/>
          </p:cNvSpPr>
          <p:nvPr>
            <p:ph type="body" sz="half" idx="1"/>
          </p:nvPr>
        </p:nvSpPr>
        <p:spPr>
          <a:xfrm>
            <a:off x="609600" y="1600200"/>
            <a:ext cx="6019800" cy="4525963"/>
          </a:xfrm>
        </p:spPr>
        <p:txBody>
          <a:bodyPr/>
          <a:lstStyle/>
          <a:p>
            <a:pPr algn="just" eaLnBrk="1" hangingPunct="1"/>
            <a:r>
              <a:rPr lang="en-CA" altLang="en-US" sz="2400">
                <a:latin typeface="Times New Roman" panose="02020603050405020304" pitchFamily="18" charset="0"/>
                <a:cs typeface="Times New Roman" panose="02020603050405020304" pitchFamily="18" charset="0"/>
              </a:rPr>
              <a:t>Women are outperforming men in math, writing and reading in Ontario primary schools</a:t>
            </a:r>
          </a:p>
          <a:p>
            <a:pPr algn="just" eaLnBrk="1" hangingPunct="1"/>
            <a:r>
              <a:rPr lang="en-CA" altLang="en-US" sz="2400">
                <a:latin typeface="Times New Roman" panose="02020603050405020304" pitchFamily="18" charset="0"/>
                <a:cs typeface="Times New Roman" panose="02020603050405020304" pitchFamily="18" charset="0"/>
              </a:rPr>
              <a:t>Women make up 58% of university graduates</a:t>
            </a:r>
          </a:p>
          <a:p>
            <a:pPr algn="just" eaLnBrk="1" hangingPunct="1"/>
            <a:r>
              <a:rPr lang="en-CA" altLang="en-US" sz="2400">
                <a:latin typeface="Times New Roman" panose="02020603050405020304" pitchFamily="18" charset="0"/>
                <a:cs typeface="Times New Roman" panose="02020603050405020304" pitchFamily="18" charset="0"/>
              </a:rPr>
              <a:t>Faculties such as Computer Science and Engineering remain predominantly male</a:t>
            </a:r>
          </a:p>
          <a:p>
            <a:pPr algn="just" eaLnBrk="1" hangingPunct="1"/>
            <a:r>
              <a:rPr lang="en-CA" altLang="en-US" sz="2400">
                <a:latin typeface="Times New Roman" panose="02020603050405020304" pitchFamily="18" charset="0"/>
                <a:cs typeface="Times New Roman" panose="02020603050405020304" pitchFamily="18" charset="0"/>
              </a:rPr>
              <a:t>Women are predominantly in Arts and Social Sciences </a:t>
            </a: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a:p>
        </p:txBody>
      </p:sp>
      <p:pic>
        <p:nvPicPr>
          <p:cNvPr id="18436" name="Picture 4">
            <a:extLst>
              <a:ext uri="{FF2B5EF4-FFF2-40B4-BE49-F238E27FC236}">
                <a16:creationId xmlns:a16="http://schemas.microsoft.com/office/drawing/2014/main" id="{7518EB6A-0CFE-DD4D-B3BC-83F36E9B40C2}"/>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7162800" y="1143000"/>
            <a:ext cx="3238500" cy="5105400"/>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 name="Picture 3" descr="A logo of a university&#10;&#10;Description automatically generated with low confidence">
            <a:extLst>
              <a:ext uri="{FF2B5EF4-FFF2-40B4-BE49-F238E27FC236}">
                <a16:creationId xmlns:a16="http://schemas.microsoft.com/office/drawing/2014/main" id="{C4321EB7-C314-19B7-FD14-1112C3CEA554}"/>
              </a:ext>
            </a:extLst>
          </p:cNvPr>
          <p:cNvPicPr>
            <a:picLocks noChangeAspect="1"/>
          </p:cNvPicPr>
          <p:nvPr/>
        </p:nvPicPr>
        <p:blipFill>
          <a:blip r:embed="rId3"/>
          <a:stretch>
            <a:fillRect/>
          </a:stretch>
        </p:blipFill>
        <p:spPr>
          <a:xfrm>
            <a:off x="0" y="0"/>
            <a:ext cx="846138" cy="844550"/>
          </a:xfrm>
          <a:prstGeom prst="rect">
            <a:avLst/>
          </a:prstGeom>
          <a:effectLst>
            <a:outerShdw blurRad="50800" dist="38100" dir="10800000" algn="r" rotWithShape="0">
              <a:prstClr val="black">
                <a:alpha val="40000"/>
              </a:prstClr>
            </a:outerShdw>
          </a:effectLst>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CE83DF5B-3D2A-93F1-8086-846F8C00C737}"/>
              </a:ext>
            </a:extLst>
          </p:cNvPr>
          <p:cNvSpPr>
            <a:spLocks noGrp="1" noRot="1" noChangeArrowheads="1"/>
          </p:cNvSpPr>
          <p:nvPr>
            <p:ph type="title"/>
          </p:nvPr>
        </p:nvSpPr>
        <p:spPr>
          <a:xfrm>
            <a:off x="990600" y="381000"/>
            <a:ext cx="10972800" cy="1143000"/>
          </a:xfrm>
        </p:spPr>
        <p:txBody>
          <a:bodyPr/>
          <a:lstStyle/>
          <a:p>
            <a:pPr eaLnBrk="1" hangingPunct="1"/>
            <a:r>
              <a:rPr lang="en-US" altLang="en-US">
                <a:latin typeface="Palatino Linotype" panose="02040502050505030304" pitchFamily="18" charset="0"/>
              </a:rPr>
              <a:t>Political Status</a:t>
            </a:r>
          </a:p>
        </p:txBody>
      </p:sp>
      <p:sp>
        <p:nvSpPr>
          <p:cNvPr id="19459" name="Rectangle 3">
            <a:extLst>
              <a:ext uri="{FF2B5EF4-FFF2-40B4-BE49-F238E27FC236}">
                <a16:creationId xmlns:a16="http://schemas.microsoft.com/office/drawing/2014/main" id="{1091FF31-41A2-1C46-CEE9-17603A253999}"/>
              </a:ext>
            </a:extLst>
          </p:cNvPr>
          <p:cNvSpPr>
            <a:spLocks noGrp="1" noChangeArrowheads="1"/>
          </p:cNvSpPr>
          <p:nvPr>
            <p:ph type="body" sz="half" idx="1"/>
          </p:nvPr>
        </p:nvSpPr>
        <p:spPr>
          <a:xfrm>
            <a:off x="609600" y="1600200"/>
            <a:ext cx="5943600" cy="4525963"/>
          </a:xfrm>
        </p:spPr>
        <p:txBody>
          <a:bodyPr/>
          <a:lstStyle/>
          <a:p>
            <a:pPr algn="just" eaLnBrk="1" hangingPunct="1"/>
            <a:r>
              <a:rPr lang="en-CA" altLang="en-US" sz="2400">
                <a:latin typeface="Times New Roman" panose="02020603050405020304" pitchFamily="18" charset="0"/>
                <a:cs typeface="Times New Roman" panose="02020603050405020304" pitchFamily="18" charset="0"/>
              </a:rPr>
              <a:t>Very little representation of women in politics:</a:t>
            </a:r>
          </a:p>
          <a:p>
            <a:pPr algn="just" eaLnBrk="1" hangingPunct="1"/>
            <a:r>
              <a:rPr lang="en-CA" altLang="en-US" sz="2400">
                <a:latin typeface="Times New Roman" panose="02020603050405020304" pitchFamily="18" charset="0"/>
                <a:cs typeface="Times New Roman" panose="02020603050405020304" pitchFamily="18" charset="0"/>
              </a:rPr>
              <a:t>Out of 50 seats in Parliament- women Represent 14.3% of the total</a:t>
            </a:r>
          </a:p>
          <a:p>
            <a:pPr algn="just" eaLnBrk="1" hangingPunct="1"/>
            <a:r>
              <a:rPr lang="en-US" altLang="en-US" sz="2400">
                <a:latin typeface="Times New Roman" panose="02020603050405020304" pitchFamily="18" charset="0"/>
                <a:cs typeface="Times New Roman" panose="02020603050405020304" pitchFamily="18" charset="0"/>
              </a:rPr>
              <a:t>Political violence and fear of harassment deter active participation.</a:t>
            </a:r>
          </a:p>
          <a:p>
            <a:pPr algn="just" eaLnBrk="1" hangingPunct="1"/>
            <a:r>
              <a:rPr lang="en-US" altLang="en-US" sz="2400">
                <a:latin typeface="Times New Roman" panose="02020603050405020304" pitchFamily="18" charset="0"/>
                <a:cs typeface="Times New Roman" panose="02020603050405020304" pitchFamily="18" charset="0"/>
              </a:rPr>
              <a:t>Patriarchal mindset and traditional gender roles discourage women from entering politics.</a:t>
            </a:r>
            <a:endParaRPr lang="en-US" altLang="en-US"/>
          </a:p>
        </p:txBody>
      </p:sp>
      <p:pic>
        <p:nvPicPr>
          <p:cNvPr id="19460" name="Picture 4">
            <a:extLst>
              <a:ext uri="{FF2B5EF4-FFF2-40B4-BE49-F238E27FC236}">
                <a16:creationId xmlns:a16="http://schemas.microsoft.com/office/drawing/2014/main" id="{1B4BE722-4648-341B-8D88-33E17F4B90DC}"/>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7848600" y="1501775"/>
            <a:ext cx="2644775" cy="4422775"/>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 name="Picture 3" descr="A logo of a university&#10;&#10;Description automatically generated with low confidence">
            <a:extLst>
              <a:ext uri="{FF2B5EF4-FFF2-40B4-BE49-F238E27FC236}">
                <a16:creationId xmlns:a16="http://schemas.microsoft.com/office/drawing/2014/main" id="{0128A5CA-245C-0377-FF40-81D330DEBEF8}"/>
              </a:ext>
            </a:extLst>
          </p:cNvPr>
          <p:cNvPicPr>
            <a:picLocks noChangeAspect="1"/>
          </p:cNvPicPr>
          <p:nvPr/>
        </p:nvPicPr>
        <p:blipFill>
          <a:blip r:embed="rId3"/>
          <a:stretch>
            <a:fillRect/>
          </a:stretch>
        </p:blipFill>
        <p:spPr>
          <a:xfrm>
            <a:off x="0" y="0"/>
            <a:ext cx="846138" cy="844550"/>
          </a:xfrm>
          <a:prstGeom prst="rect">
            <a:avLst/>
          </a:prstGeom>
          <a:effectLst>
            <a:outerShdw blurRad="50800" dist="38100" dir="10800000" algn="r" rotWithShape="0">
              <a:prstClr val="black">
                <a:alpha val="40000"/>
              </a:prstClr>
            </a:outerShdw>
          </a:effectLst>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297E4D02-A10B-E792-5E3B-7A8096E82A4C}"/>
              </a:ext>
            </a:extLst>
          </p:cNvPr>
          <p:cNvSpPr>
            <a:spLocks noGrp="1" noRot="1" noChangeArrowheads="1"/>
          </p:cNvSpPr>
          <p:nvPr>
            <p:ph type="title"/>
          </p:nvPr>
        </p:nvSpPr>
        <p:spPr>
          <a:xfrm>
            <a:off x="1066800" y="381000"/>
            <a:ext cx="6096000" cy="1143000"/>
          </a:xfrm>
        </p:spPr>
        <p:txBody>
          <a:bodyPr/>
          <a:lstStyle/>
          <a:p>
            <a:pPr eaLnBrk="1" hangingPunct="1"/>
            <a:r>
              <a:rPr lang="en-US" altLang="en-US">
                <a:latin typeface="Palatino Linotype" panose="02040502050505030304" pitchFamily="18" charset="0"/>
              </a:rPr>
              <a:t>Domestic Violence</a:t>
            </a:r>
          </a:p>
        </p:txBody>
      </p:sp>
      <p:sp>
        <p:nvSpPr>
          <p:cNvPr id="20483" name="Rectangle 3">
            <a:extLst>
              <a:ext uri="{FF2B5EF4-FFF2-40B4-BE49-F238E27FC236}">
                <a16:creationId xmlns:a16="http://schemas.microsoft.com/office/drawing/2014/main" id="{7E1098E2-3C31-90FB-7C3C-8C5CB29167F2}"/>
              </a:ext>
            </a:extLst>
          </p:cNvPr>
          <p:cNvSpPr>
            <a:spLocks noGrp="1" noChangeArrowheads="1"/>
          </p:cNvSpPr>
          <p:nvPr>
            <p:ph type="body" sz="half" idx="1"/>
          </p:nvPr>
        </p:nvSpPr>
        <p:spPr>
          <a:xfrm>
            <a:off x="609600" y="1562100"/>
            <a:ext cx="6324600" cy="4525963"/>
          </a:xfrm>
        </p:spPr>
        <p:txBody>
          <a:bodyPr/>
          <a:lstStyle/>
          <a:p>
            <a:pPr eaLnBrk="1" hangingPunct="1"/>
            <a:endParaRPr lang="en-CA" altLang="en-US">
              <a:latin typeface="Palatino Linotype" panose="02040502050505030304" pitchFamily="18" charset="0"/>
            </a:endParaRPr>
          </a:p>
          <a:p>
            <a:pPr algn="just" eaLnBrk="1" hangingPunct="1"/>
            <a:r>
              <a:rPr lang="en-CA" altLang="en-US">
                <a:latin typeface="Times New Roman" panose="02020603050405020304" pitchFamily="18" charset="0"/>
                <a:cs typeface="Times New Roman" panose="02020603050405020304" pitchFamily="18" charset="0"/>
              </a:rPr>
              <a:t>90% of domestic violence victims are women</a:t>
            </a:r>
          </a:p>
          <a:p>
            <a:pPr algn="just" eaLnBrk="1" hangingPunct="1"/>
            <a:r>
              <a:rPr lang="en-US" altLang="en-US">
                <a:latin typeface="Times New Roman" panose="02020603050405020304" pitchFamily="18" charset="0"/>
                <a:cs typeface="Times New Roman" panose="02020603050405020304" pitchFamily="18" charset="0"/>
              </a:rPr>
              <a:t>In Bangladesh, domestic violence is a </a:t>
            </a:r>
            <a:r>
              <a:rPr lang="en-US" altLang="en-US" b="1">
                <a:latin typeface="Times New Roman" panose="02020603050405020304" pitchFamily="18" charset="0"/>
                <a:cs typeface="Times New Roman" panose="02020603050405020304" pitchFamily="18" charset="0"/>
              </a:rPr>
              <a:t>widespread and serious issue</a:t>
            </a:r>
            <a:r>
              <a:rPr lang="en-US" altLang="en-US">
                <a:latin typeface="Times New Roman" panose="02020603050405020304" pitchFamily="18" charset="0"/>
                <a:cs typeface="Times New Roman" panose="02020603050405020304" pitchFamily="18" charset="0"/>
              </a:rPr>
              <a:t> affecting women across all socio-economic backgrounds.</a:t>
            </a:r>
          </a:p>
          <a:p>
            <a:pPr algn="just" eaLnBrk="1" hangingPunct="1"/>
            <a:r>
              <a:rPr lang="en-US" altLang="en-US">
                <a:latin typeface="Times New Roman" panose="02020603050405020304" pitchFamily="18" charset="0"/>
                <a:cs typeface="Times New Roman" panose="02020603050405020304" pitchFamily="18" charset="0"/>
              </a:rPr>
              <a:t>It is often </a:t>
            </a:r>
            <a:r>
              <a:rPr lang="en-US" altLang="en-US" b="1">
                <a:latin typeface="Times New Roman" panose="02020603050405020304" pitchFamily="18" charset="0"/>
                <a:cs typeface="Times New Roman" panose="02020603050405020304" pitchFamily="18" charset="0"/>
              </a:rPr>
              <a:t>underreported</a:t>
            </a:r>
            <a:r>
              <a:rPr lang="en-US" altLang="en-US">
                <a:latin typeface="Times New Roman" panose="02020603050405020304" pitchFamily="18" charset="0"/>
                <a:cs typeface="Times New Roman" panose="02020603050405020304" pitchFamily="18" charset="0"/>
              </a:rPr>
              <a:t> due to fear, and lack of support systems.</a:t>
            </a:r>
          </a:p>
        </p:txBody>
      </p:sp>
      <p:pic>
        <p:nvPicPr>
          <p:cNvPr id="20484" name="Picture 4">
            <a:extLst>
              <a:ext uri="{FF2B5EF4-FFF2-40B4-BE49-F238E27FC236}">
                <a16:creationId xmlns:a16="http://schemas.microsoft.com/office/drawing/2014/main" id="{54B197D7-69EA-A129-B57E-0484DAE71872}"/>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7620000" y="1741488"/>
            <a:ext cx="3022600" cy="4346575"/>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 name="Picture 3" descr="A logo of a university&#10;&#10;Description automatically generated with low confidence">
            <a:extLst>
              <a:ext uri="{FF2B5EF4-FFF2-40B4-BE49-F238E27FC236}">
                <a16:creationId xmlns:a16="http://schemas.microsoft.com/office/drawing/2014/main" id="{BBBB549B-A699-F9BF-50D7-3768945066B2}"/>
              </a:ext>
            </a:extLst>
          </p:cNvPr>
          <p:cNvPicPr>
            <a:picLocks noChangeAspect="1"/>
          </p:cNvPicPr>
          <p:nvPr/>
        </p:nvPicPr>
        <p:blipFill>
          <a:blip r:embed="rId3"/>
          <a:stretch>
            <a:fillRect/>
          </a:stretch>
        </p:blipFill>
        <p:spPr>
          <a:xfrm>
            <a:off x="0" y="0"/>
            <a:ext cx="846138" cy="844550"/>
          </a:xfrm>
          <a:prstGeom prst="rect">
            <a:avLst/>
          </a:prstGeom>
          <a:effectLst>
            <a:outerShdw blurRad="50800" dist="38100" dir="10800000" algn="r" rotWithShape="0">
              <a:prstClr val="black">
                <a:alpha val="40000"/>
              </a:prstClr>
            </a:outerShdw>
          </a:effectLst>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logo of a university&#10;&#10;Description automatically generated with low confidence">
            <a:extLst>
              <a:ext uri="{FF2B5EF4-FFF2-40B4-BE49-F238E27FC236}">
                <a16:creationId xmlns:a16="http://schemas.microsoft.com/office/drawing/2014/main" id="{13E7153A-2AE9-FB78-9DD8-6880D246DB02}"/>
              </a:ext>
            </a:extLst>
          </p:cNvPr>
          <p:cNvPicPr>
            <a:picLocks noChangeAspect="1"/>
          </p:cNvPicPr>
          <p:nvPr/>
        </p:nvPicPr>
        <p:blipFill>
          <a:blip r:embed="rId3"/>
          <a:stretch>
            <a:fillRect/>
          </a:stretch>
        </p:blipFill>
        <p:spPr>
          <a:xfrm>
            <a:off x="0" y="0"/>
            <a:ext cx="846138" cy="844550"/>
          </a:xfrm>
          <a:prstGeom prst="rect">
            <a:avLst/>
          </a:prstGeom>
          <a:effectLst>
            <a:outerShdw blurRad="50800" dist="38100" dir="10800000" algn="r" rotWithShape="0">
              <a:prstClr val="black">
                <a:alpha val="40000"/>
              </a:prstClr>
            </a:outerShdw>
          </a:effectLst>
        </p:spPr>
      </p:pic>
      <p:sp>
        <p:nvSpPr>
          <p:cNvPr id="8" name="Slide Number Placeholder 7">
            <a:extLst>
              <a:ext uri="{FF2B5EF4-FFF2-40B4-BE49-F238E27FC236}">
                <a16:creationId xmlns:a16="http://schemas.microsoft.com/office/drawing/2014/main" id="{1E95CD24-030C-F8CC-3DC3-B3EAF22741D8}"/>
              </a:ext>
            </a:extLst>
          </p:cNvPr>
          <p:cNvSpPr>
            <a:spLocks noGrp="1"/>
          </p:cNvSpPr>
          <p:nvPr>
            <p:ph type="sldNum" sz="quarter" idx="12"/>
          </p:nvPr>
        </p:nvSpPr>
        <p:spPr/>
        <p:txBody>
          <a:bodyPr/>
          <a:lstStyle/>
          <a:p>
            <a:pPr>
              <a:defRPr/>
            </a:pPr>
            <a:fld id="{2695982B-92F8-4849-A422-C22EE220D2E7}" type="slidenum">
              <a:rPr lang="en-GB"/>
              <a:pPr>
                <a:defRPr/>
              </a:pPr>
              <a:t>14</a:t>
            </a:fld>
            <a:endParaRPr lang="en-GB"/>
          </a:p>
        </p:txBody>
      </p:sp>
      <p:pic>
        <p:nvPicPr>
          <p:cNvPr id="2" name="Picture 1">
            <a:extLst>
              <a:ext uri="{FF2B5EF4-FFF2-40B4-BE49-F238E27FC236}">
                <a16:creationId xmlns:a16="http://schemas.microsoft.com/office/drawing/2014/main" id="{8713D9CD-9838-FF98-F11B-DD74FBF2EB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2600" y="-315913"/>
            <a:ext cx="3403600" cy="3403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Google Shape;134;p14">
            <a:extLst>
              <a:ext uri="{FF2B5EF4-FFF2-40B4-BE49-F238E27FC236}">
                <a16:creationId xmlns:a16="http://schemas.microsoft.com/office/drawing/2014/main" id="{EFD47FF6-5520-E2C0-2A1D-996B1BE7B67D}"/>
              </a:ext>
            </a:extLst>
          </p:cNvPr>
          <p:cNvSpPr txBox="1"/>
          <p:nvPr/>
        </p:nvSpPr>
        <p:spPr>
          <a:xfrm>
            <a:off x="1466850" y="2732088"/>
            <a:ext cx="9258300" cy="1558925"/>
          </a:xfrm>
          <a:prstGeom prst="rect">
            <a:avLst/>
          </a:prstGeom>
          <a:noFill/>
          <a:ln>
            <a:noFill/>
          </a:ln>
        </p:spPr>
        <p:txBody>
          <a:bodyPr spcFirstLastPara="1" lIns="121900" tIns="121900" rIns="121900" bIns="121900">
            <a:spAutoFit/>
          </a:bodyPr>
          <a:lstStyle/>
          <a:p>
            <a:pPr algn="ctr" eaLnBrk="1" fontAlgn="auto" hangingPunct="1">
              <a:spcBef>
                <a:spcPts val="0"/>
              </a:spcBef>
              <a:spcAft>
                <a:spcPts val="0"/>
              </a:spcAft>
              <a:defRPr/>
            </a:pPr>
            <a:r>
              <a:rPr lang="en-GB" sz="4267" b="1" dirty="0">
                <a:ln w="0"/>
                <a:solidFill>
                  <a:schemeClr val="bg1"/>
                </a:solidFill>
                <a:effectLst>
                  <a:outerShdw blurRad="38100" dist="25400" dir="5400000" algn="ctr" rotWithShape="0">
                    <a:srgbClr val="6E747A">
                      <a:alpha val="43000"/>
                    </a:srgbClr>
                  </a:outerShdw>
                </a:effectLst>
                <a:latin typeface="Book Antiqua" panose="02040602050305030304" pitchFamily="18" charset="0"/>
                <a:ea typeface="Lato"/>
                <a:cs typeface="Lato"/>
                <a:sym typeface="Lato"/>
              </a:rPr>
              <a:t>Any Query About Gender Inequality..?</a:t>
            </a:r>
            <a:endParaRPr sz="4267" b="1" dirty="0">
              <a:ln w="0"/>
              <a:solidFill>
                <a:schemeClr val="bg1"/>
              </a:solidFill>
              <a:effectLst>
                <a:outerShdw blurRad="38100" dist="25400" dir="5400000" algn="ctr" rotWithShape="0">
                  <a:srgbClr val="6E747A">
                    <a:alpha val="43000"/>
                  </a:srgbClr>
                </a:outerShdw>
              </a:effectLst>
              <a:latin typeface="Book Antiqua" panose="02040602050305030304" pitchFamily="18" charset="0"/>
              <a:ea typeface="Lato"/>
              <a:cs typeface="Lato"/>
              <a:sym typeface="Lato"/>
            </a:endParaRPr>
          </a:p>
        </p:txBody>
      </p:sp>
      <p:sp>
        <p:nvSpPr>
          <p:cNvPr id="7" name="TextBox 6">
            <a:extLst>
              <a:ext uri="{FF2B5EF4-FFF2-40B4-BE49-F238E27FC236}">
                <a16:creationId xmlns:a16="http://schemas.microsoft.com/office/drawing/2014/main" id="{362F648B-0E09-B111-1B92-B4677ACCF7E8}"/>
              </a:ext>
            </a:extLst>
          </p:cNvPr>
          <p:cNvSpPr txBox="1"/>
          <p:nvPr/>
        </p:nvSpPr>
        <p:spPr>
          <a:xfrm>
            <a:off x="228600" y="5151438"/>
            <a:ext cx="4227513" cy="1570037"/>
          </a:xfrm>
          <a:prstGeom prst="rect">
            <a:avLst/>
          </a:prstGeom>
          <a:noFill/>
        </p:spPr>
        <p:txBody>
          <a:bodyPr wrap="none">
            <a:spAutoFit/>
          </a:bodyPr>
          <a:lstStyle/>
          <a:p>
            <a:pPr eaLnBrk="1" fontAlgn="auto" hangingPunct="1">
              <a:spcBef>
                <a:spcPts val="0"/>
              </a:spcBef>
              <a:spcAft>
                <a:spcPts val="0"/>
              </a:spcAft>
              <a:defRPr/>
            </a:pPr>
            <a:r>
              <a:rPr lang="en-US" sz="2400" b="1" dirty="0">
                <a:latin typeface="Book Antiqua" panose="02040602050305030304" pitchFamily="18" charset="0"/>
              </a:rPr>
              <a:t>References:</a:t>
            </a:r>
          </a:p>
          <a:p>
            <a:pPr marL="457189" indent="-457189" eaLnBrk="1" fontAlgn="auto" hangingPunct="1">
              <a:spcBef>
                <a:spcPts val="0"/>
              </a:spcBef>
              <a:spcAft>
                <a:spcPts val="0"/>
              </a:spcAft>
              <a:buFontTx/>
              <a:buAutoNum type="arabicPeriod"/>
              <a:defRPr/>
            </a:pPr>
            <a:r>
              <a:rPr lang="en-US" sz="2400" b="1" dirty="0">
                <a:latin typeface="Book Antiqua" panose="02040602050305030304" pitchFamily="18" charset="0"/>
              </a:rPr>
              <a:t>Unicef.org</a:t>
            </a:r>
          </a:p>
          <a:p>
            <a:pPr marL="457189" indent="-457189" eaLnBrk="1" fontAlgn="auto" hangingPunct="1">
              <a:spcBef>
                <a:spcPts val="0"/>
              </a:spcBef>
              <a:spcAft>
                <a:spcPts val="0"/>
              </a:spcAft>
              <a:buFontTx/>
              <a:buAutoNum type="arabicPeriod"/>
              <a:defRPr/>
            </a:pPr>
            <a:r>
              <a:rPr lang="en-US" sz="2400" b="1" dirty="0">
                <a:latin typeface="Book Antiqua" panose="02040602050305030304" pitchFamily="18" charset="0"/>
              </a:rPr>
              <a:t>Global Citizen</a:t>
            </a:r>
          </a:p>
          <a:p>
            <a:pPr marL="457189" indent="-457189" eaLnBrk="1" fontAlgn="auto" hangingPunct="1">
              <a:spcBef>
                <a:spcPts val="0"/>
              </a:spcBef>
              <a:spcAft>
                <a:spcPts val="0"/>
              </a:spcAft>
              <a:buFontTx/>
              <a:buAutoNum type="arabicPeriod"/>
              <a:defRPr/>
            </a:pPr>
            <a:r>
              <a:rPr lang="en-US" sz="2400" b="1" dirty="0">
                <a:latin typeface="Book Antiqua" panose="02040602050305030304" pitchFamily="18" charset="0"/>
              </a:rPr>
              <a:t>University of Asia pacific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7"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tream">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441</TotalTime>
  <Words>801</Words>
  <Application>Microsoft Office PowerPoint</Application>
  <PresentationFormat>Widescreen</PresentationFormat>
  <Paragraphs>91</Paragraphs>
  <Slides>14</Slides>
  <Notes>4</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Stream</vt:lpstr>
      <vt:lpstr> Critical Approach to Sociology Presentation on  Gender Inequality</vt:lpstr>
      <vt:lpstr>What is Gender Inequality….??</vt:lpstr>
      <vt:lpstr>How were women seen?</vt:lpstr>
      <vt:lpstr>And now…</vt:lpstr>
      <vt:lpstr>Reality</vt:lpstr>
      <vt:lpstr>Gender as a Social Problem </vt:lpstr>
      <vt:lpstr>Explaining Gendered Inequality</vt:lpstr>
      <vt:lpstr>Double Standard</vt:lpstr>
      <vt:lpstr>Employment Status</vt:lpstr>
      <vt:lpstr>Income Earnings Now a days</vt:lpstr>
      <vt:lpstr>Education</vt:lpstr>
      <vt:lpstr>Political Status</vt:lpstr>
      <vt:lpstr>Domestic Violence</vt:lpstr>
      <vt:lpstr>PowerPoint Presentation</vt:lpstr>
    </vt:vector>
  </TitlesOfParts>
  <Company>Ontario Power Generation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scarlets</dc:creator>
  <cp:lastModifiedBy>Istiaq Alam</cp:lastModifiedBy>
  <cp:revision>66</cp:revision>
  <dcterms:created xsi:type="dcterms:W3CDTF">2007-01-04T15:48:35Z</dcterms:created>
  <dcterms:modified xsi:type="dcterms:W3CDTF">2025-04-12T16:13:20Z</dcterms:modified>
</cp:coreProperties>
</file>