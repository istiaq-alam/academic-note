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nton" charset="1" panose="00000500000000000000"/>
      <p:regular r:id="rId17"/>
    </p:embeddedFont>
    <p:embeddedFont>
      <p:font typeface="Nunito Sans Expanded Semi-Bold" charset="1" panose="00000000000000000000"/>
      <p:regular r:id="rId18"/>
    </p:embeddedFont>
    <p:embeddedFont>
      <p:font typeface="Courier Prime" charset="1" panose="00000509000000000000"/>
      <p:regular r:id="rId19"/>
    </p:embeddedFont>
    <p:embeddedFont>
      <p:font typeface="Nunito Sans Expanded Medium" charset="1" panose="00000000000000000000"/>
      <p:regular r:id="rId20"/>
    </p:embeddedFont>
    <p:embeddedFont>
      <p:font typeface="Nunito Sans Expanded Bold" charset="1" panose="00000000000000000000"/>
      <p:regular r:id="rId21"/>
    </p:embeddedFont>
    <p:embeddedFont>
      <p:font typeface="Roboto Mono" charset="1" panose="00000000000000000000"/>
      <p:regular r:id="rId22"/>
    </p:embeddedFont>
    <p:embeddedFont>
      <p:font typeface="Nunito Sans Expanded" charset="1" panose="00000000000000000000"/>
      <p:regular r:id="rId23"/>
    </p:embeddedFont>
    <p:embeddedFont>
      <p:font typeface="Nunito Sans Expanded Light"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8.png" Type="http://schemas.openxmlformats.org/officeDocument/2006/relationships/image"/><Relationship Id="rId15"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8.png" Type="http://schemas.openxmlformats.org/officeDocument/2006/relationships/image"/><Relationship Id="rId13"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9.jpeg" Type="http://schemas.openxmlformats.org/officeDocument/2006/relationships/image"/><Relationship Id="rId7" Target="../media/image20.jpeg" Type="http://schemas.openxmlformats.org/officeDocument/2006/relationships/image"/><Relationship Id="rId8" Target="../media/image21.jpeg" Type="http://schemas.openxmlformats.org/officeDocument/2006/relationships/image"/><Relationship Id="rId9" Target="../media/image2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14" Target="../media/image33.png" Type="http://schemas.openxmlformats.org/officeDocument/2006/relationships/image"/><Relationship Id="rId15" Target="../media/image34.svg" Type="http://schemas.openxmlformats.org/officeDocument/2006/relationships/image"/><Relationship Id="rId16" Target="../media/image35.png" Type="http://schemas.openxmlformats.org/officeDocument/2006/relationships/image"/><Relationship Id="rId17" Target="../media/image36.svg" Type="http://schemas.openxmlformats.org/officeDocument/2006/relationships/image"/><Relationship Id="rId18" Target="../media/image37.png" Type="http://schemas.openxmlformats.org/officeDocument/2006/relationships/image"/><Relationship Id="rId19" Target="../media/image38.svg" Type="http://schemas.openxmlformats.org/officeDocument/2006/relationships/image"/><Relationship Id="rId2" Target="../media/image1.png" Type="http://schemas.openxmlformats.org/officeDocument/2006/relationships/image"/><Relationship Id="rId20" Target="../media/image10.png" Type="http://schemas.openxmlformats.org/officeDocument/2006/relationships/image"/><Relationship Id="rId21" Target="../media/image11.svg" Type="http://schemas.openxmlformats.org/officeDocument/2006/relationships/image"/><Relationship Id="rId22" Target="../media/image8.png" Type="http://schemas.openxmlformats.org/officeDocument/2006/relationships/image"/><Relationship Id="rId23" Target="../media/image9.sv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39.pn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8.png" Type="http://schemas.openxmlformats.org/officeDocument/2006/relationships/image"/><Relationship Id="rId13"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1.jpeg" Type="http://schemas.openxmlformats.org/officeDocument/2006/relationships/image"/><Relationship Id="rId5" Target="../media/image40.jpe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8.png" Type="http://schemas.openxmlformats.org/officeDocument/2006/relationships/image"/><Relationship Id="rId14"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5.jpeg" Type="http://schemas.openxmlformats.org/officeDocument/2006/relationships/image"/><Relationship Id="rId5" Target="../media/image46.jpeg" Type="http://schemas.openxmlformats.org/officeDocument/2006/relationships/image"/><Relationship Id="rId6" Target="../media/image47.jpe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 Id="rId9" Target="../media/image4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4828262" y="5391150"/>
            <a:ext cx="8631475" cy="8350952"/>
          </a:xfrm>
          <a:custGeom>
            <a:avLst/>
            <a:gdLst/>
            <a:ahLst/>
            <a:cxnLst/>
            <a:rect r="r" b="b" t="t" l="l"/>
            <a:pathLst>
              <a:path h="8350952" w="8631475">
                <a:moveTo>
                  <a:pt x="0" y="0"/>
                </a:moveTo>
                <a:lnTo>
                  <a:pt x="8631476" y="0"/>
                </a:lnTo>
                <a:lnTo>
                  <a:pt x="8631476" y="8350952"/>
                </a:lnTo>
                <a:lnTo>
                  <a:pt x="0" y="8350952"/>
                </a:lnTo>
                <a:lnTo>
                  <a:pt x="0" y="0"/>
                </a:lnTo>
                <a:close/>
              </a:path>
            </a:pathLst>
          </a:custGeom>
          <a:blipFill>
            <a:blip r:embed="rId4"/>
            <a:stretch>
              <a:fillRect l="0" t="0" r="0" b="0"/>
            </a:stretch>
          </a:blipFill>
        </p:spPr>
      </p:sp>
      <p:sp>
        <p:nvSpPr>
          <p:cNvPr name="Freeform 6" id="6"/>
          <p:cNvSpPr/>
          <p:nvPr/>
        </p:nvSpPr>
        <p:spPr>
          <a:xfrm flipH="false" flipV="false" rot="0">
            <a:off x="14906978" y="9043238"/>
            <a:ext cx="2571397" cy="430125"/>
          </a:xfrm>
          <a:custGeom>
            <a:avLst/>
            <a:gdLst/>
            <a:ahLst/>
            <a:cxnLst/>
            <a:rect r="r" b="b" t="t" l="l"/>
            <a:pathLst>
              <a:path h="430125" w="2571397">
                <a:moveTo>
                  <a:pt x="0" y="0"/>
                </a:moveTo>
                <a:lnTo>
                  <a:pt x="2571397" y="0"/>
                </a:lnTo>
                <a:lnTo>
                  <a:pt x="2571397" y="430124"/>
                </a:lnTo>
                <a:lnTo>
                  <a:pt x="0" y="4301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615757" y="3441455"/>
            <a:ext cx="17056485" cy="2293237"/>
          </a:xfrm>
          <a:prstGeom prst="rect">
            <a:avLst/>
          </a:prstGeom>
        </p:spPr>
        <p:txBody>
          <a:bodyPr anchor="t" rtlCol="false" tIns="0" lIns="0" bIns="0" rIns="0">
            <a:spAutoFit/>
          </a:bodyPr>
          <a:lstStyle/>
          <a:p>
            <a:pPr algn="ctr">
              <a:lnSpc>
                <a:spcPts val="17335"/>
              </a:lnSpc>
            </a:pPr>
            <a:r>
              <a:rPr lang="en-US" sz="17163">
                <a:solidFill>
                  <a:srgbClr val="211F1C"/>
                </a:solidFill>
                <a:latin typeface="Anton"/>
              </a:rPr>
              <a:t>SOCIAL MEDIA</a:t>
            </a:r>
          </a:p>
        </p:txBody>
      </p:sp>
      <p:sp>
        <p:nvSpPr>
          <p:cNvPr name="Freeform 8" id="8"/>
          <p:cNvSpPr/>
          <p:nvPr/>
        </p:nvSpPr>
        <p:spPr>
          <a:xfrm flipH="false" flipV="false" rot="0">
            <a:off x="2358180" y="4165025"/>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809625" y="9043238"/>
            <a:ext cx="2880627" cy="432385"/>
            <a:chOff x="0" y="0"/>
            <a:chExt cx="3840836" cy="576513"/>
          </a:xfrm>
        </p:grpSpPr>
        <p:grpSp>
          <p:nvGrpSpPr>
            <p:cNvPr name="Group 10" id="10"/>
            <p:cNvGrpSpPr/>
            <p:nvPr/>
          </p:nvGrpSpPr>
          <p:grpSpPr>
            <a:xfrm rot="0">
              <a:off x="0" y="0"/>
              <a:ext cx="3840836" cy="576513"/>
              <a:chOff x="0" y="0"/>
              <a:chExt cx="8296205" cy="1245268"/>
            </a:xfrm>
          </p:grpSpPr>
          <p:sp>
            <p:nvSpPr>
              <p:cNvPr name="Freeform 11" id="11"/>
              <p:cNvSpPr/>
              <p:nvPr/>
            </p:nvSpPr>
            <p:spPr>
              <a:xfrm flipH="false" flipV="false" rot="0">
                <a:off x="0" y="0"/>
                <a:ext cx="8296205" cy="1245268"/>
              </a:xfrm>
              <a:custGeom>
                <a:avLst/>
                <a:gdLst/>
                <a:ahLst/>
                <a:cxnLst/>
                <a:rect r="r" b="b" t="t" l="l"/>
                <a:pathLst>
                  <a:path h="1245268" w="8296205">
                    <a:moveTo>
                      <a:pt x="83315" y="0"/>
                    </a:moveTo>
                    <a:lnTo>
                      <a:pt x="8212890" y="0"/>
                    </a:lnTo>
                    <a:cubicBezTo>
                      <a:pt x="8258904" y="0"/>
                      <a:pt x="8296205" y="37301"/>
                      <a:pt x="8296205" y="83315"/>
                    </a:cubicBezTo>
                    <a:lnTo>
                      <a:pt x="8296205" y="1161953"/>
                    </a:lnTo>
                    <a:cubicBezTo>
                      <a:pt x="8296205" y="1207966"/>
                      <a:pt x="8258904" y="1245268"/>
                      <a:pt x="8212890" y="1245268"/>
                    </a:cubicBezTo>
                    <a:lnTo>
                      <a:pt x="83315" y="1245268"/>
                    </a:lnTo>
                    <a:cubicBezTo>
                      <a:pt x="37301" y="1245268"/>
                      <a:pt x="0" y="1207966"/>
                      <a:pt x="0" y="1161953"/>
                    </a:cubicBezTo>
                    <a:lnTo>
                      <a:pt x="0" y="83315"/>
                    </a:lnTo>
                    <a:cubicBezTo>
                      <a:pt x="0" y="37301"/>
                      <a:pt x="37301" y="0"/>
                      <a:pt x="83315" y="0"/>
                    </a:cubicBezTo>
                    <a:close/>
                  </a:path>
                </a:pathLst>
              </a:custGeom>
              <a:solidFill>
                <a:srgbClr val="F1F1F1"/>
              </a:solidFill>
              <a:ln w="9525" cap="rnd">
                <a:solidFill>
                  <a:srgbClr val="000000"/>
                </a:solidFill>
                <a:prstDash val="solid"/>
                <a:round/>
              </a:ln>
            </p:spPr>
          </p:sp>
          <p:sp>
            <p:nvSpPr>
              <p:cNvPr name="TextBox 12" id="12"/>
              <p:cNvSpPr txBox="true"/>
              <p:nvPr/>
            </p:nvSpPr>
            <p:spPr>
              <a:xfrm>
                <a:off x="0" y="-38100"/>
                <a:ext cx="8296205" cy="1283368"/>
              </a:xfrm>
              <a:prstGeom prst="rect">
                <a:avLst/>
              </a:prstGeom>
            </p:spPr>
            <p:txBody>
              <a:bodyPr anchor="ctr" rtlCol="false" tIns="12700" lIns="12700" bIns="12700" rIns="12700"/>
              <a:lstStyle/>
              <a:p>
                <a:pPr algn="ctr" marL="0" indent="0" lvl="0">
                  <a:lnSpc>
                    <a:spcPts val="2116"/>
                  </a:lnSpc>
                  <a:spcBef>
                    <a:spcPct val="0"/>
                  </a:spcBef>
                </a:pPr>
                <a:r>
                  <a:rPr lang="en-US" sz="1439" spc="211" strike="noStrike" u="none">
                    <a:solidFill>
                      <a:srgbClr val="211F1C"/>
                    </a:solidFill>
                    <a:latin typeface="Nunito Sans Expanded Semi-Bold"/>
                  </a:rPr>
                  <a:t>BORCELLE</a:t>
                </a:r>
              </a:p>
            </p:txBody>
          </p:sp>
        </p:grpSp>
        <p:sp>
          <p:nvSpPr>
            <p:cNvPr name="Freeform 13" id="13"/>
            <p:cNvSpPr/>
            <p:nvPr/>
          </p:nvSpPr>
          <p:spPr>
            <a:xfrm flipH="false" flipV="false" rot="0">
              <a:off x="3233807" y="116532"/>
              <a:ext cx="341941" cy="341941"/>
            </a:xfrm>
            <a:custGeom>
              <a:avLst/>
              <a:gdLst/>
              <a:ahLst/>
              <a:cxnLst/>
              <a:rect r="r" b="b" t="t" l="l"/>
              <a:pathLst>
                <a:path h="341941" w="341941">
                  <a:moveTo>
                    <a:pt x="0" y="0"/>
                  </a:moveTo>
                  <a:lnTo>
                    <a:pt x="341942" y="0"/>
                  </a:lnTo>
                  <a:lnTo>
                    <a:pt x="341942" y="341942"/>
                  </a:lnTo>
                  <a:lnTo>
                    <a:pt x="0" y="3419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265087" y="118039"/>
              <a:ext cx="341941" cy="341941"/>
            </a:xfrm>
            <a:custGeom>
              <a:avLst/>
              <a:gdLst/>
              <a:ahLst/>
              <a:cxnLst/>
              <a:rect r="r" b="b" t="t" l="l"/>
              <a:pathLst>
                <a:path h="341941" w="341941">
                  <a:moveTo>
                    <a:pt x="0" y="0"/>
                  </a:moveTo>
                  <a:lnTo>
                    <a:pt x="341941" y="0"/>
                  </a:lnTo>
                  <a:lnTo>
                    <a:pt x="341941" y="341941"/>
                  </a:lnTo>
                  <a:lnTo>
                    <a:pt x="0" y="3419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
        <p:nvSpPr>
          <p:cNvPr name="Freeform 15" id="15"/>
          <p:cNvSpPr/>
          <p:nvPr/>
        </p:nvSpPr>
        <p:spPr>
          <a:xfrm flipH="false" flipV="false" rot="0">
            <a:off x="15575306" y="4165025"/>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8365121" y="812085"/>
            <a:ext cx="1557758" cy="1331175"/>
          </a:xfrm>
          <a:custGeom>
            <a:avLst/>
            <a:gdLst/>
            <a:ahLst/>
            <a:cxnLst/>
            <a:rect r="r" b="b" t="t" l="l"/>
            <a:pathLst>
              <a:path h="1331175" w="1557758">
                <a:moveTo>
                  <a:pt x="0" y="0"/>
                </a:moveTo>
                <a:lnTo>
                  <a:pt x="1557758" y="0"/>
                </a:lnTo>
                <a:lnTo>
                  <a:pt x="1557758" y="1331176"/>
                </a:lnTo>
                <a:lnTo>
                  <a:pt x="0" y="13311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7" id="17"/>
          <p:cNvSpPr txBox="true"/>
          <p:nvPr/>
        </p:nvSpPr>
        <p:spPr>
          <a:xfrm rot="0">
            <a:off x="3807192" y="2427283"/>
            <a:ext cx="10673616" cy="336957"/>
          </a:xfrm>
          <a:prstGeom prst="rect">
            <a:avLst/>
          </a:prstGeom>
        </p:spPr>
        <p:txBody>
          <a:bodyPr anchor="t" rtlCol="false" tIns="0" lIns="0" bIns="0" rIns="0">
            <a:spAutoFit/>
          </a:bodyPr>
          <a:lstStyle/>
          <a:p>
            <a:pPr algn="ctr">
              <a:lnSpc>
                <a:spcPts val="2704"/>
              </a:lnSpc>
            </a:pPr>
            <a:r>
              <a:rPr lang="en-US" sz="1839" spc="270">
                <a:solidFill>
                  <a:srgbClr val="211F1C"/>
                </a:solidFill>
                <a:latin typeface="Nunito Sans Expanded Semi-Bold"/>
              </a:rPr>
              <a:t>BORCELLE</a:t>
            </a:r>
          </a:p>
        </p:txBody>
      </p:sp>
      <p:sp>
        <p:nvSpPr>
          <p:cNvPr name="TextBox 18" id="18"/>
          <p:cNvSpPr txBox="true"/>
          <p:nvPr/>
        </p:nvSpPr>
        <p:spPr>
          <a:xfrm rot="0">
            <a:off x="809625" y="773985"/>
            <a:ext cx="4018637" cy="255422"/>
          </a:xfrm>
          <a:prstGeom prst="rect">
            <a:avLst/>
          </a:prstGeom>
        </p:spPr>
        <p:txBody>
          <a:bodyPr anchor="t" rtlCol="false" tIns="0" lIns="0" bIns="0" rIns="0">
            <a:spAutoFit/>
          </a:bodyPr>
          <a:lstStyle/>
          <a:p>
            <a:pPr algn="l" marL="0" indent="0" lvl="0">
              <a:lnSpc>
                <a:spcPts val="2116"/>
              </a:lnSpc>
              <a:spcBef>
                <a:spcPct val="0"/>
              </a:spcBef>
            </a:pPr>
            <a:r>
              <a:rPr lang="en-US" sz="1439" spc="211" strike="noStrike" u="none">
                <a:solidFill>
                  <a:srgbClr val="211F1C"/>
                </a:solidFill>
                <a:latin typeface="Nunito Sans Expanded Semi-Bold"/>
              </a:rPr>
              <a:t>@REALLYGREATSITE</a:t>
            </a:r>
          </a:p>
        </p:txBody>
      </p:sp>
      <p:sp>
        <p:nvSpPr>
          <p:cNvPr name="TextBox 19" id="19"/>
          <p:cNvSpPr txBox="true"/>
          <p:nvPr/>
        </p:nvSpPr>
        <p:spPr>
          <a:xfrm rot="0">
            <a:off x="14240878" y="773278"/>
            <a:ext cx="3237497" cy="255422"/>
          </a:xfrm>
          <a:prstGeom prst="rect">
            <a:avLst/>
          </a:prstGeom>
        </p:spPr>
        <p:txBody>
          <a:bodyPr anchor="t" rtlCol="false" tIns="0" lIns="0" bIns="0" rIns="0">
            <a:spAutoFit/>
          </a:bodyPr>
          <a:lstStyle/>
          <a:p>
            <a:pPr algn="r" marL="0" indent="0" lvl="0">
              <a:lnSpc>
                <a:spcPts val="2116"/>
              </a:lnSpc>
              <a:spcBef>
                <a:spcPct val="0"/>
              </a:spcBef>
            </a:pPr>
            <a:r>
              <a:rPr lang="en-US" sz="1439" spc="211" strike="noStrike" u="none">
                <a:solidFill>
                  <a:srgbClr val="211F1C"/>
                </a:solidFill>
                <a:latin typeface="Nunito Sans Expanded Semi-Bold"/>
              </a:rPr>
              <a:t>WINTER 2030</a:t>
            </a:r>
          </a:p>
        </p:txBody>
      </p:sp>
      <p:grpSp>
        <p:nvGrpSpPr>
          <p:cNvPr name="Group 20" id="20"/>
          <p:cNvGrpSpPr/>
          <p:nvPr/>
        </p:nvGrpSpPr>
        <p:grpSpPr>
          <a:xfrm rot="0">
            <a:off x="11955201" y="4974561"/>
            <a:ext cx="3904425" cy="1520262"/>
            <a:chOff x="0" y="0"/>
            <a:chExt cx="5205900" cy="2027016"/>
          </a:xfrm>
        </p:grpSpPr>
        <p:sp>
          <p:nvSpPr>
            <p:cNvPr name="Freeform 21" id="21"/>
            <p:cNvSpPr/>
            <p:nvPr/>
          </p:nvSpPr>
          <p:spPr>
            <a:xfrm flipH="false" flipV="false" rot="-646737">
              <a:off x="57404" y="466417"/>
              <a:ext cx="5091093" cy="1094183"/>
            </a:xfrm>
            <a:custGeom>
              <a:avLst/>
              <a:gdLst/>
              <a:ahLst/>
              <a:cxnLst/>
              <a:rect r="r" b="b" t="t" l="l"/>
              <a:pathLst>
                <a:path h="1094183" w="5091093">
                  <a:moveTo>
                    <a:pt x="0" y="0"/>
                  </a:moveTo>
                  <a:lnTo>
                    <a:pt x="5091093" y="0"/>
                  </a:lnTo>
                  <a:lnTo>
                    <a:pt x="5091093" y="1094183"/>
                  </a:lnTo>
                  <a:lnTo>
                    <a:pt x="0" y="1094183"/>
                  </a:lnTo>
                  <a:lnTo>
                    <a:pt x="0" y="0"/>
                  </a:lnTo>
                  <a:close/>
                </a:path>
              </a:pathLst>
            </a:custGeom>
            <a:blipFill>
              <a:blip r:embed="rId13"/>
              <a:stretch>
                <a:fillRect l="-14367" t="-175930" r="-8781" b="-423912"/>
              </a:stretch>
            </a:blipFill>
          </p:spPr>
        </p:sp>
        <p:sp>
          <p:nvSpPr>
            <p:cNvPr name="TextBox 22" id="22"/>
            <p:cNvSpPr txBox="true"/>
            <p:nvPr/>
          </p:nvSpPr>
          <p:spPr>
            <a:xfrm rot="-646737">
              <a:off x="895063" y="659994"/>
              <a:ext cx="3402541" cy="631987"/>
            </a:xfrm>
            <a:prstGeom prst="rect">
              <a:avLst/>
            </a:prstGeom>
          </p:spPr>
          <p:txBody>
            <a:bodyPr anchor="t" rtlCol="false" tIns="0" lIns="0" bIns="0" rIns="0">
              <a:spAutoFit/>
            </a:bodyPr>
            <a:lstStyle/>
            <a:p>
              <a:pPr algn="ctr">
                <a:lnSpc>
                  <a:spcPts val="4072"/>
                </a:lnSpc>
                <a:spcBef>
                  <a:spcPct val="0"/>
                </a:spcBef>
              </a:pPr>
              <a:r>
                <a:rPr lang="en-US" sz="2770" spc="407">
                  <a:solidFill>
                    <a:srgbClr val="FFFFFF"/>
                  </a:solidFill>
                  <a:latin typeface="Courier Prime"/>
                </a:rPr>
                <a:t>REPORT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4906978" y="9043238"/>
            <a:ext cx="2571397" cy="430125"/>
          </a:xfrm>
          <a:custGeom>
            <a:avLst/>
            <a:gdLst/>
            <a:ahLst/>
            <a:cxnLst/>
            <a:rect r="r" b="b" t="t" l="l"/>
            <a:pathLst>
              <a:path h="430125" w="2571397">
                <a:moveTo>
                  <a:pt x="0" y="0"/>
                </a:moveTo>
                <a:lnTo>
                  <a:pt x="2571397" y="0"/>
                </a:lnTo>
                <a:lnTo>
                  <a:pt x="2571397" y="430124"/>
                </a:lnTo>
                <a:lnTo>
                  <a:pt x="0" y="4301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991530" y="3712397"/>
            <a:ext cx="6667500" cy="874356"/>
            <a:chOff x="0" y="0"/>
            <a:chExt cx="2126876" cy="278912"/>
          </a:xfrm>
        </p:grpSpPr>
        <p:sp>
          <p:nvSpPr>
            <p:cNvPr name="Freeform 7" id="7"/>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8" id="8"/>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sz="1739" spc="255">
                  <a:solidFill>
                    <a:srgbClr val="000000"/>
                  </a:solidFill>
                  <a:latin typeface="Nunito Sans Expanded Medium"/>
                </a:rPr>
                <a:t>PERFORMANCE OVERVIEW</a:t>
              </a:r>
            </a:p>
          </p:txBody>
        </p:sp>
      </p:grpSp>
      <p:grpSp>
        <p:nvGrpSpPr>
          <p:cNvPr name="Group 9" id="9"/>
          <p:cNvGrpSpPr/>
          <p:nvPr/>
        </p:nvGrpSpPr>
        <p:grpSpPr>
          <a:xfrm rot="0">
            <a:off x="809625" y="3712397"/>
            <a:ext cx="897095" cy="874356"/>
            <a:chOff x="0" y="0"/>
            <a:chExt cx="286166" cy="278912"/>
          </a:xfrm>
        </p:grpSpPr>
        <p:sp>
          <p:nvSpPr>
            <p:cNvPr name="Freeform 10" id="10"/>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11" id="11"/>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sz="2139" spc="314">
                  <a:solidFill>
                    <a:srgbClr val="000000"/>
                  </a:solidFill>
                  <a:latin typeface="Nunito Sans Expanded Bold"/>
                </a:rPr>
                <a:t>2</a:t>
              </a:r>
            </a:p>
          </p:txBody>
        </p:sp>
      </p:grpSp>
      <p:grpSp>
        <p:nvGrpSpPr>
          <p:cNvPr name="Group 12" id="12"/>
          <p:cNvGrpSpPr/>
          <p:nvPr/>
        </p:nvGrpSpPr>
        <p:grpSpPr>
          <a:xfrm rot="0">
            <a:off x="1991530" y="4913454"/>
            <a:ext cx="6667500" cy="874356"/>
            <a:chOff x="0" y="0"/>
            <a:chExt cx="2126876" cy="278912"/>
          </a:xfrm>
        </p:grpSpPr>
        <p:sp>
          <p:nvSpPr>
            <p:cNvPr name="Freeform 13" id="13"/>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14" id="14"/>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sz="1739" spc="255">
                  <a:solidFill>
                    <a:srgbClr val="000000"/>
                  </a:solidFill>
                  <a:latin typeface="Nunito Sans Expanded Medium"/>
                </a:rPr>
                <a:t>PERFORMANCE OVERVIEW</a:t>
              </a:r>
            </a:p>
          </p:txBody>
        </p:sp>
      </p:grpSp>
      <p:grpSp>
        <p:nvGrpSpPr>
          <p:cNvPr name="Group 15" id="15"/>
          <p:cNvGrpSpPr/>
          <p:nvPr/>
        </p:nvGrpSpPr>
        <p:grpSpPr>
          <a:xfrm rot="0">
            <a:off x="809625" y="4913454"/>
            <a:ext cx="897095" cy="874356"/>
            <a:chOff x="0" y="0"/>
            <a:chExt cx="286166" cy="278912"/>
          </a:xfrm>
        </p:grpSpPr>
        <p:sp>
          <p:nvSpPr>
            <p:cNvPr name="Freeform 16" id="16"/>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17" id="17"/>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sz="2139" spc="314">
                  <a:solidFill>
                    <a:srgbClr val="000000"/>
                  </a:solidFill>
                  <a:latin typeface="Nunito Sans Expanded Bold"/>
                </a:rPr>
                <a:t>3</a:t>
              </a:r>
            </a:p>
          </p:txBody>
        </p:sp>
      </p:grpSp>
      <p:grpSp>
        <p:nvGrpSpPr>
          <p:cNvPr name="Group 18" id="18"/>
          <p:cNvGrpSpPr/>
          <p:nvPr/>
        </p:nvGrpSpPr>
        <p:grpSpPr>
          <a:xfrm rot="0">
            <a:off x="1991530" y="6114511"/>
            <a:ext cx="6667500" cy="874356"/>
            <a:chOff x="0" y="0"/>
            <a:chExt cx="2126876" cy="278912"/>
          </a:xfrm>
        </p:grpSpPr>
        <p:sp>
          <p:nvSpPr>
            <p:cNvPr name="Freeform 19" id="19"/>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20" id="20"/>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sz="1739" spc="255">
                  <a:solidFill>
                    <a:srgbClr val="000000"/>
                  </a:solidFill>
                  <a:latin typeface="Nunito Sans Expanded Medium"/>
                </a:rPr>
                <a:t>SUMMER MARKETING BUDGET</a:t>
              </a:r>
            </a:p>
          </p:txBody>
        </p:sp>
      </p:grpSp>
      <p:grpSp>
        <p:nvGrpSpPr>
          <p:cNvPr name="Group 21" id="21"/>
          <p:cNvGrpSpPr/>
          <p:nvPr/>
        </p:nvGrpSpPr>
        <p:grpSpPr>
          <a:xfrm rot="0">
            <a:off x="809625" y="6114511"/>
            <a:ext cx="897095" cy="874356"/>
            <a:chOff x="0" y="0"/>
            <a:chExt cx="286166" cy="278912"/>
          </a:xfrm>
        </p:grpSpPr>
        <p:sp>
          <p:nvSpPr>
            <p:cNvPr name="Freeform 22" id="22"/>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23" id="23"/>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sz="2139" spc="314">
                  <a:solidFill>
                    <a:srgbClr val="000000"/>
                  </a:solidFill>
                  <a:latin typeface="Nunito Sans Expanded Bold"/>
                </a:rPr>
                <a:t>4</a:t>
              </a:r>
            </a:p>
          </p:txBody>
        </p:sp>
      </p:grpSp>
      <p:grpSp>
        <p:nvGrpSpPr>
          <p:cNvPr name="Group 24" id="24"/>
          <p:cNvGrpSpPr/>
          <p:nvPr/>
        </p:nvGrpSpPr>
        <p:grpSpPr>
          <a:xfrm rot="0">
            <a:off x="1991530" y="7315568"/>
            <a:ext cx="6667500" cy="874356"/>
            <a:chOff x="0" y="0"/>
            <a:chExt cx="2126876" cy="278912"/>
          </a:xfrm>
        </p:grpSpPr>
        <p:sp>
          <p:nvSpPr>
            <p:cNvPr name="Freeform 25" id="25"/>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26" id="26"/>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sz="1739" spc="255">
                  <a:solidFill>
                    <a:srgbClr val="000000"/>
                  </a:solidFill>
                  <a:latin typeface="Nunito Sans Expanded Medium"/>
                </a:rPr>
                <a:t>SOCIAL MEDIA INSIGHTS</a:t>
              </a:r>
            </a:p>
          </p:txBody>
        </p:sp>
      </p:grpSp>
      <p:grpSp>
        <p:nvGrpSpPr>
          <p:cNvPr name="Group 27" id="27"/>
          <p:cNvGrpSpPr/>
          <p:nvPr/>
        </p:nvGrpSpPr>
        <p:grpSpPr>
          <a:xfrm rot="0">
            <a:off x="809625" y="7315568"/>
            <a:ext cx="897095" cy="874356"/>
            <a:chOff x="0" y="0"/>
            <a:chExt cx="286166" cy="278912"/>
          </a:xfrm>
        </p:grpSpPr>
        <p:sp>
          <p:nvSpPr>
            <p:cNvPr name="Freeform 28" id="28"/>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29" id="29"/>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sz="2139" spc="314">
                  <a:solidFill>
                    <a:srgbClr val="000000"/>
                  </a:solidFill>
                  <a:latin typeface="Nunito Sans Expanded Bold"/>
                </a:rPr>
                <a:t>5</a:t>
              </a:r>
            </a:p>
          </p:txBody>
        </p:sp>
      </p:grpSp>
      <p:grpSp>
        <p:nvGrpSpPr>
          <p:cNvPr name="Group 30" id="30"/>
          <p:cNvGrpSpPr/>
          <p:nvPr/>
        </p:nvGrpSpPr>
        <p:grpSpPr>
          <a:xfrm rot="0">
            <a:off x="9606624" y="3712397"/>
            <a:ext cx="897095" cy="874356"/>
            <a:chOff x="0" y="0"/>
            <a:chExt cx="286166" cy="278912"/>
          </a:xfrm>
        </p:grpSpPr>
        <p:sp>
          <p:nvSpPr>
            <p:cNvPr name="Freeform 31" id="31"/>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32" id="32"/>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sz="2139" spc="314">
                  <a:solidFill>
                    <a:srgbClr val="000000"/>
                  </a:solidFill>
                  <a:latin typeface="Nunito Sans Expanded Bold"/>
                </a:rPr>
                <a:t>6</a:t>
              </a:r>
            </a:p>
          </p:txBody>
        </p:sp>
      </p:grpSp>
      <p:grpSp>
        <p:nvGrpSpPr>
          <p:cNvPr name="Group 33" id="33"/>
          <p:cNvGrpSpPr/>
          <p:nvPr/>
        </p:nvGrpSpPr>
        <p:grpSpPr>
          <a:xfrm rot="0">
            <a:off x="10789468" y="3712397"/>
            <a:ext cx="6667500" cy="874356"/>
            <a:chOff x="0" y="0"/>
            <a:chExt cx="2126876" cy="278912"/>
          </a:xfrm>
        </p:grpSpPr>
        <p:sp>
          <p:nvSpPr>
            <p:cNvPr name="Freeform 34" id="34"/>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35" id="35"/>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sz="1739" spc="255">
                  <a:solidFill>
                    <a:srgbClr val="000000"/>
                  </a:solidFill>
                  <a:latin typeface="Nunito Sans Expanded Medium"/>
                </a:rPr>
                <a:t>AGE RANGE</a:t>
              </a:r>
            </a:p>
          </p:txBody>
        </p:sp>
      </p:grpSp>
      <p:grpSp>
        <p:nvGrpSpPr>
          <p:cNvPr name="Group 36" id="36"/>
          <p:cNvGrpSpPr/>
          <p:nvPr/>
        </p:nvGrpSpPr>
        <p:grpSpPr>
          <a:xfrm rot="0">
            <a:off x="9606624" y="4913454"/>
            <a:ext cx="897095" cy="874356"/>
            <a:chOff x="0" y="0"/>
            <a:chExt cx="286166" cy="278912"/>
          </a:xfrm>
        </p:grpSpPr>
        <p:sp>
          <p:nvSpPr>
            <p:cNvPr name="Freeform 37" id="37"/>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38" id="38"/>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sz="2139" spc="314">
                  <a:solidFill>
                    <a:srgbClr val="000000"/>
                  </a:solidFill>
                  <a:latin typeface="Nunito Sans Expanded Bold"/>
                </a:rPr>
                <a:t>7</a:t>
              </a:r>
            </a:p>
          </p:txBody>
        </p:sp>
      </p:grpSp>
      <p:grpSp>
        <p:nvGrpSpPr>
          <p:cNvPr name="Group 39" id="39"/>
          <p:cNvGrpSpPr/>
          <p:nvPr/>
        </p:nvGrpSpPr>
        <p:grpSpPr>
          <a:xfrm rot="0">
            <a:off x="10789468" y="4913454"/>
            <a:ext cx="6667500" cy="874356"/>
            <a:chOff x="0" y="0"/>
            <a:chExt cx="2126876" cy="278912"/>
          </a:xfrm>
        </p:grpSpPr>
        <p:sp>
          <p:nvSpPr>
            <p:cNvPr name="Freeform 40" id="40"/>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41" id="41"/>
            <p:cNvSpPr txBox="true"/>
            <p:nvPr/>
          </p:nvSpPr>
          <p:spPr>
            <a:xfrm>
              <a:off x="0" y="-38100"/>
              <a:ext cx="2126876" cy="317012"/>
            </a:xfrm>
            <a:prstGeom prst="rect">
              <a:avLst/>
            </a:prstGeom>
          </p:spPr>
          <p:txBody>
            <a:bodyPr anchor="ctr" rtlCol="false" tIns="38100" lIns="38100" bIns="38100" rIns="38100"/>
            <a:lstStyle/>
            <a:p>
              <a:pPr algn="ctr" marL="0" indent="0" lvl="0">
                <a:lnSpc>
                  <a:spcPts val="2557"/>
                </a:lnSpc>
                <a:spcBef>
                  <a:spcPct val="0"/>
                </a:spcBef>
              </a:pPr>
              <a:r>
                <a:rPr lang="en-US" sz="1739" spc="255" strike="noStrike" u="none">
                  <a:solidFill>
                    <a:srgbClr val="000000"/>
                  </a:solidFill>
                  <a:latin typeface="Nunito Sans Expanded Medium"/>
                </a:rPr>
                <a:t>TOP POSTS</a:t>
              </a:r>
            </a:p>
          </p:txBody>
        </p:sp>
      </p:grpSp>
      <p:grpSp>
        <p:nvGrpSpPr>
          <p:cNvPr name="Group 42" id="42"/>
          <p:cNvGrpSpPr/>
          <p:nvPr/>
        </p:nvGrpSpPr>
        <p:grpSpPr>
          <a:xfrm rot="0">
            <a:off x="9606624" y="6114511"/>
            <a:ext cx="897095" cy="874356"/>
            <a:chOff x="0" y="0"/>
            <a:chExt cx="286166" cy="278912"/>
          </a:xfrm>
        </p:grpSpPr>
        <p:sp>
          <p:nvSpPr>
            <p:cNvPr name="Freeform 43" id="43"/>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44" id="44"/>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sz="2139" spc="314">
                  <a:solidFill>
                    <a:srgbClr val="000000"/>
                  </a:solidFill>
                  <a:latin typeface="Nunito Sans Expanded Bold"/>
                </a:rPr>
                <a:t>8</a:t>
              </a:r>
            </a:p>
          </p:txBody>
        </p:sp>
      </p:grpSp>
      <p:grpSp>
        <p:nvGrpSpPr>
          <p:cNvPr name="Group 45" id="45"/>
          <p:cNvGrpSpPr/>
          <p:nvPr/>
        </p:nvGrpSpPr>
        <p:grpSpPr>
          <a:xfrm rot="0">
            <a:off x="10789468" y="6114511"/>
            <a:ext cx="6667500" cy="874356"/>
            <a:chOff x="0" y="0"/>
            <a:chExt cx="2126876" cy="278912"/>
          </a:xfrm>
        </p:grpSpPr>
        <p:sp>
          <p:nvSpPr>
            <p:cNvPr name="Freeform 46" id="46"/>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47" id="47"/>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sz="1739" spc="255">
                  <a:solidFill>
                    <a:srgbClr val="000000"/>
                  </a:solidFill>
                  <a:latin typeface="Nunito Sans Expanded Medium"/>
                </a:rPr>
                <a:t>TOP STORIES</a:t>
              </a:r>
            </a:p>
          </p:txBody>
        </p:sp>
      </p:grpSp>
      <p:grpSp>
        <p:nvGrpSpPr>
          <p:cNvPr name="Group 48" id="48"/>
          <p:cNvGrpSpPr/>
          <p:nvPr/>
        </p:nvGrpSpPr>
        <p:grpSpPr>
          <a:xfrm rot="0">
            <a:off x="9606624" y="7315568"/>
            <a:ext cx="897095" cy="874356"/>
            <a:chOff x="0" y="0"/>
            <a:chExt cx="286166" cy="278912"/>
          </a:xfrm>
        </p:grpSpPr>
        <p:sp>
          <p:nvSpPr>
            <p:cNvPr name="Freeform 49" id="49"/>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50" id="50"/>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sz="2139" spc="314">
                  <a:solidFill>
                    <a:srgbClr val="000000"/>
                  </a:solidFill>
                  <a:latin typeface="Nunito Sans Expanded Bold"/>
                </a:rPr>
                <a:t>9</a:t>
              </a:r>
            </a:p>
          </p:txBody>
        </p:sp>
      </p:grpSp>
      <p:grpSp>
        <p:nvGrpSpPr>
          <p:cNvPr name="Group 51" id="51"/>
          <p:cNvGrpSpPr/>
          <p:nvPr/>
        </p:nvGrpSpPr>
        <p:grpSpPr>
          <a:xfrm rot="0">
            <a:off x="10789468" y="7315568"/>
            <a:ext cx="6667500" cy="874356"/>
            <a:chOff x="0" y="0"/>
            <a:chExt cx="2126876" cy="278912"/>
          </a:xfrm>
        </p:grpSpPr>
        <p:sp>
          <p:nvSpPr>
            <p:cNvPr name="Freeform 52" id="52"/>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53" id="53"/>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sz="1739" spc="255">
                  <a:solidFill>
                    <a:srgbClr val="000000"/>
                  </a:solidFill>
                  <a:latin typeface="Nunito Sans Expanded Medium"/>
                </a:rPr>
                <a:t>NEXT STEPS</a:t>
              </a:r>
            </a:p>
          </p:txBody>
        </p:sp>
      </p:grpSp>
      <p:sp>
        <p:nvSpPr>
          <p:cNvPr name="Freeform 54" id="54"/>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5" id="55"/>
          <p:cNvSpPr txBox="true"/>
          <p:nvPr/>
        </p:nvSpPr>
        <p:spPr>
          <a:xfrm rot="0">
            <a:off x="809625" y="1883890"/>
            <a:ext cx="11890034" cy="1126425"/>
          </a:xfrm>
          <a:prstGeom prst="rect">
            <a:avLst/>
          </a:prstGeom>
        </p:spPr>
        <p:txBody>
          <a:bodyPr anchor="t" rtlCol="false" tIns="0" lIns="0" bIns="0" rIns="0">
            <a:spAutoFit/>
          </a:bodyPr>
          <a:lstStyle/>
          <a:p>
            <a:pPr algn="l" marL="0" indent="0" lvl="0">
              <a:lnSpc>
                <a:spcPts val="8475"/>
              </a:lnSpc>
              <a:spcBef>
                <a:spcPct val="0"/>
              </a:spcBef>
            </a:pPr>
            <a:r>
              <a:rPr lang="en-US" sz="8392">
                <a:solidFill>
                  <a:srgbClr val="211F1C"/>
                </a:solidFill>
                <a:latin typeface="Anton"/>
              </a:rPr>
              <a:t>TABLE OF CONTENT</a:t>
            </a:r>
          </a:p>
        </p:txBody>
      </p:sp>
      <p:sp>
        <p:nvSpPr>
          <p:cNvPr name="TextBox 56" id="56"/>
          <p:cNvSpPr txBox="true"/>
          <p:nvPr/>
        </p:nvSpPr>
        <p:spPr>
          <a:xfrm rot="0">
            <a:off x="809625" y="773985"/>
            <a:ext cx="4018637" cy="255422"/>
          </a:xfrm>
          <a:prstGeom prst="rect">
            <a:avLst/>
          </a:prstGeom>
        </p:spPr>
        <p:txBody>
          <a:bodyPr anchor="t" rtlCol="false" tIns="0" lIns="0" bIns="0" rIns="0">
            <a:spAutoFit/>
          </a:bodyPr>
          <a:lstStyle/>
          <a:p>
            <a:pPr algn="l" marL="0" indent="0" lvl="0">
              <a:lnSpc>
                <a:spcPts val="2116"/>
              </a:lnSpc>
              <a:spcBef>
                <a:spcPct val="0"/>
              </a:spcBef>
            </a:pPr>
            <a:r>
              <a:rPr lang="en-US" sz="1439" spc="211" strike="noStrike" u="none">
                <a:solidFill>
                  <a:srgbClr val="211F1C"/>
                </a:solidFill>
                <a:latin typeface="Nunito Sans Expanded Semi-Bold"/>
              </a:rPr>
              <a:t>@REALLYGREATSITE</a:t>
            </a:r>
          </a:p>
        </p:txBody>
      </p:sp>
      <p:grpSp>
        <p:nvGrpSpPr>
          <p:cNvPr name="Group 57" id="57"/>
          <p:cNvGrpSpPr/>
          <p:nvPr/>
        </p:nvGrpSpPr>
        <p:grpSpPr>
          <a:xfrm rot="0">
            <a:off x="809625" y="9043238"/>
            <a:ext cx="2880627" cy="432385"/>
            <a:chOff x="0" y="0"/>
            <a:chExt cx="3840836" cy="576513"/>
          </a:xfrm>
        </p:grpSpPr>
        <p:grpSp>
          <p:nvGrpSpPr>
            <p:cNvPr name="Group 58" id="58"/>
            <p:cNvGrpSpPr/>
            <p:nvPr/>
          </p:nvGrpSpPr>
          <p:grpSpPr>
            <a:xfrm rot="0">
              <a:off x="0" y="0"/>
              <a:ext cx="3840836" cy="576513"/>
              <a:chOff x="0" y="0"/>
              <a:chExt cx="8296205" cy="1245268"/>
            </a:xfrm>
          </p:grpSpPr>
          <p:sp>
            <p:nvSpPr>
              <p:cNvPr name="Freeform 59" id="59"/>
              <p:cNvSpPr/>
              <p:nvPr/>
            </p:nvSpPr>
            <p:spPr>
              <a:xfrm flipH="false" flipV="false" rot="0">
                <a:off x="0" y="0"/>
                <a:ext cx="8296205" cy="1245268"/>
              </a:xfrm>
              <a:custGeom>
                <a:avLst/>
                <a:gdLst/>
                <a:ahLst/>
                <a:cxnLst/>
                <a:rect r="r" b="b" t="t" l="l"/>
                <a:pathLst>
                  <a:path h="1245268" w="8296205">
                    <a:moveTo>
                      <a:pt x="83315" y="0"/>
                    </a:moveTo>
                    <a:lnTo>
                      <a:pt x="8212890" y="0"/>
                    </a:lnTo>
                    <a:cubicBezTo>
                      <a:pt x="8258904" y="0"/>
                      <a:pt x="8296205" y="37301"/>
                      <a:pt x="8296205" y="83315"/>
                    </a:cubicBezTo>
                    <a:lnTo>
                      <a:pt x="8296205" y="1161953"/>
                    </a:lnTo>
                    <a:cubicBezTo>
                      <a:pt x="8296205" y="1207966"/>
                      <a:pt x="8258904" y="1245268"/>
                      <a:pt x="8212890" y="1245268"/>
                    </a:cubicBezTo>
                    <a:lnTo>
                      <a:pt x="83315" y="1245268"/>
                    </a:lnTo>
                    <a:cubicBezTo>
                      <a:pt x="37301" y="1245268"/>
                      <a:pt x="0" y="1207966"/>
                      <a:pt x="0" y="1161953"/>
                    </a:cubicBezTo>
                    <a:lnTo>
                      <a:pt x="0" y="83315"/>
                    </a:lnTo>
                    <a:cubicBezTo>
                      <a:pt x="0" y="37301"/>
                      <a:pt x="37301" y="0"/>
                      <a:pt x="83315" y="0"/>
                    </a:cubicBezTo>
                    <a:close/>
                  </a:path>
                </a:pathLst>
              </a:custGeom>
              <a:solidFill>
                <a:srgbClr val="F1F1F1"/>
              </a:solidFill>
              <a:ln w="9525" cap="rnd">
                <a:solidFill>
                  <a:srgbClr val="000000"/>
                </a:solidFill>
                <a:prstDash val="solid"/>
                <a:round/>
              </a:ln>
            </p:spPr>
          </p:sp>
          <p:sp>
            <p:nvSpPr>
              <p:cNvPr name="TextBox 60" id="60"/>
              <p:cNvSpPr txBox="true"/>
              <p:nvPr/>
            </p:nvSpPr>
            <p:spPr>
              <a:xfrm>
                <a:off x="0" y="-38100"/>
                <a:ext cx="8296205" cy="1283368"/>
              </a:xfrm>
              <a:prstGeom prst="rect">
                <a:avLst/>
              </a:prstGeom>
            </p:spPr>
            <p:txBody>
              <a:bodyPr anchor="ctr" rtlCol="false" tIns="12700" lIns="12700" bIns="12700" rIns="12700"/>
              <a:lstStyle/>
              <a:p>
                <a:pPr algn="ctr" marL="0" indent="0" lvl="0">
                  <a:lnSpc>
                    <a:spcPts val="2116"/>
                  </a:lnSpc>
                  <a:spcBef>
                    <a:spcPct val="0"/>
                  </a:spcBef>
                </a:pPr>
                <a:r>
                  <a:rPr lang="en-US" sz="1439" spc="211" strike="noStrike" u="none">
                    <a:solidFill>
                      <a:srgbClr val="211F1C"/>
                    </a:solidFill>
                    <a:latin typeface="Nunito Sans Expanded Semi-Bold"/>
                  </a:rPr>
                  <a:t>BORCELLE</a:t>
                </a:r>
              </a:p>
            </p:txBody>
          </p:sp>
        </p:grpSp>
        <p:sp>
          <p:nvSpPr>
            <p:cNvPr name="Freeform 61" id="61"/>
            <p:cNvSpPr/>
            <p:nvPr/>
          </p:nvSpPr>
          <p:spPr>
            <a:xfrm flipH="false" flipV="false" rot="0">
              <a:off x="3233807" y="116532"/>
              <a:ext cx="341941" cy="341941"/>
            </a:xfrm>
            <a:custGeom>
              <a:avLst/>
              <a:gdLst/>
              <a:ahLst/>
              <a:cxnLst/>
              <a:rect r="r" b="b" t="t" l="l"/>
              <a:pathLst>
                <a:path h="341941" w="341941">
                  <a:moveTo>
                    <a:pt x="0" y="0"/>
                  </a:moveTo>
                  <a:lnTo>
                    <a:pt x="341942" y="0"/>
                  </a:lnTo>
                  <a:lnTo>
                    <a:pt x="341942" y="341942"/>
                  </a:lnTo>
                  <a:lnTo>
                    <a:pt x="0" y="3419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2" id="62"/>
            <p:cNvSpPr/>
            <p:nvPr/>
          </p:nvSpPr>
          <p:spPr>
            <a:xfrm flipH="false" flipV="false" rot="0">
              <a:off x="265087" y="118039"/>
              <a:ext cx="341941" cy="341941"/>
            </a:xfrm>
            <a:custGeom>
              <a:avLst/>
              <a:gdLst/>
              <a:ahLst/>
              <a:cxnLst/>
              <a:rect r="r" b="b" t="t" l="l"/>
              <a:pathLst>
                <a:path h="341941" w="341941">
                  <a:moveTo>
                    <a:pt x="0" y="0"/>
                  </a:moveTo>
                  <a:lnTo>
                    <a:pt x="341941" y="0"/>
                  </a:lnTo>
                  <a:lnTo>
                    <a:pt x="341941" y="341941"/>
                  </a:lnTo>
                  <a:lnTo>
                    <a:pt x="0" y="3419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3879846" y="9043238"/>
            <a:ext cx="1066053" cy="432385"/>
            <a:chOff x="0" y="0"/>
            <a:chExt cx="3070231" cy="1245268"/>
          </a:xfrm>
        </p:grpSpPr>
        <p:sp>
          <p:nvSpPr>
            <p:cNvPr name="Freeform 64" id="64"/>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65" id="65"/>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sz="1439" spc="211">
                  <a:solidFill>
                    <a:srgbClr val="211F1C"/>
                  </a:solidFill>
                  <a:latin typeface="Nunito Sans Expanded Semi-Bold"/>
                </a:rPr>
                <a:t>2/11</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4906978" y="9045498"/>
            <a:ext cx="2571397" cy="430125"/>
          </a:xfrm>
          <a:custGeom>
            <a:avLst/>
            <a:gdLst/>
            <a:ahLst/>
            <a:cxnLst/>
            <a:rect r="r" b="b" t="t" l="l"/>
            <a:pathLst>
              <a:path h="430125" w="2571397">
                <a:moveTo>
                  <a:pt x="0" y="0"/>
                </a:moveTo>
                <a:lnTo>
                  <a:pt x="2571397" y="0"/>
                </a:lnTo>
                <a:lnTo>
                  <a:pt x="2571397" y="430124"/>
                </a:lnTo>
                <a:lnTo>
                  <a:pt x="0" y="4301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809625" y="3669663"/>
            <a:ext cx="4993936" cy="4791729"/>
            <a:chOff x="0" y="0"/>
            <a:chExt cx="1315275" cy="1262019"/>
          </a:xfrm>
        </p:grpSpPr>
        <p:sp>
          <p:nvSpPr>
            <p:cNvPr name="Freeform 7" id="7"/>
            <p:cNvSpPr/>
            <p:nvPr/>
          </p:nvSpPr>
          <p:spPr>
            <a:xfrm flipH="false" flipV="false" rot="0">
              <a:off x="0" y="0"/>
              <a:ext cx="1315275" cy="1262019"/>
            </a:xfrm>
            <a:custGeom>
              <a:avLst/>
              <a:gdLst/>
              <a:ahLst/>
              <a:cxnLst/>
              <a:rect r="r" b="b" t="t" l="l"/>
              <a:pathLst>
                <a:path h="1262019" w="1315275">
                  <a:moveTo>
                    <a:pt x="55810" y="0"/>
                  </a:moveTo>
                  <a:lnTo>
                    <a:pt x="1259466" y="0"/>
                  </a:lnTo>
                  <a:cubicBezTo>
                    <a:pt x="1274268" y="0"/>
                    <a:pt x="1288463" y="5880"/>
                    <a:pt x="1298929" y="16346"/>
                  </a:cubicBezTo>
                  <a:cubicBezTo>
                    <a:pt x="1309396" y="26813"/>
                    <a:pt x="1315275" y="41008"/>
                    <a:pt x="1315275" y="55810"/>
                  </a:cubicBezTo>
                  <a:lnTo>
                    <a:pt x="1315275" y="1206210"/>
                  </a:lnTo>
                  <a:cubicBezTo>
                    <a:pt x="1315275" y="1221011"/>
                    <a:pt x="1309396" y="1235207"/>
                    <a:pt x="1298929" y="1245673"/>
                  </a:cubicBezTo>
                  <a:cubicBezTo>
                    <a:pt x="1288463" y="1256139"/>
                    <a:pt x="1274268" y="1262019"/>
                    <a:pt x="1259466" y="1262019"/>
                  </a:cubicBezTo>
                  <a:lnTo>
                    <a:pt x="55810" y="1262019"/>
                  </a:lnTo>
                  <a:cubicBezTo>
                    <a:pt x="41008" y="1262019"/>
                    <a:pt x="26813" y="1256139"/>
                    <a:pt x="16346" y="1245673"/>
                  </a:cubicBezTo>
                  <a:cubicBezTo>
                    <a:pt x="5880" y="1235207"/>
                    <a:pt x="0" y="1221011"/>
                    <a:pt x="0" y="1206210"/>
                  </a:cubicBezTo>
                  <a:lnTo>
                    <a:pt x="0" y="55810"/>
                  </a:lnTo>
                  <a:cubicBezTo>
                    <a:pt x="0" y="41008"/>
                    <a:pt x="5880" y="26813"/>
                    <a:pt x="16346" y="16346"/>
                  </a:cubicBezTo>
                  <a:cubicBezTo>
                    <a:pt x="26813" y="5880"/>
                    <a:pt x="41008" y="0"/>
                    <a:pt x="55810" y="0"/>
                  </a:cubicBezTo>
                  <a:close/>
                </a:path>
              </a:pathLst>
            </a:custGeom>
            <a:solidFill>
              <a:srgbClr val="F1F1F1"/>
            </a:solidFill>
            <a:ln w="19050" cap="rnd">
              <a:solidFill>
                <a:srgbClr val="000000"/>
              </a:solidFill>
              <a:prstDash val="solid"/>
              <a:round/>
            </a:ln>
          </p:spPr>
        </p:sp>
        <p:sp>
          <p:nvSpPr>
            <p:cNvPr name="TextBox 8" id="8"/>
            <p:cNvSpPr txBox="true"/>
            <p:nvPr/>
          </p:nvSpPr>
          <p:spPr>
            <a:xfrm>
              <a:off x="0" y="-38100"/>
              <a:ext cx="1315275" cy="1300119"/>
            </a:xfrm>
            <a:prstGeom prst="rect">
              <a:avLst/>
            </a:prstGeom>
          </p:spPr>
          <p:txBody>
            <a:bodyPr anchor="ctr" rtlCol="false" tIns="50800" lIns="50800" bIns="50800" rIns="50800"/>
            <a:lstStyle/>
            <a:p>
              <a:pPr algn="ctr">
                <a:lnSpc>
                  <a:spcPts val="2116"/>
                </a:lnSpc>
              </a:pPr>
            </a:p>
          </p:txBody>
        </p:sp>
      </p:grpSp>
      <p:sp>
        <p:nvSpPr>
          <p:cNvPr name="Freeform 9" id="9"/>
          <p:cNvSpPr/>
          <p:nvPr/>
        </p:nvSpPr>
        <p:spPr>
          <a:xfrm flipH="false" flipV="false" rot="0">
            <a:off x="2541064" y="4273185"/>
            <a:ext cx="1531059" cy="1414141"/>
          </a:xfrm>
          <a:custGeom>
            <a:avLst/>
            <a:gdLst/>
            <a:ahLst/>
            <a:cxnLst/>
            <a:rect r="r" b="b" t="t" l="l"/>
            <a:pathLst>
              <a:path h="1414141" w="1531059">
                <a:moveTo>
                  <a:pt x="0" y="0"/>
                </a:moveTo>
                <a:lnTo>
                  <a:pt x="1531059" y="0"/>
                </a:lnTo>
                <a:lnTo>
                  <a:pt x="1531059" y="1414142"/>
                </a:lnTo>
                <a:lnTo>
                  <a:pt x="0" y="14141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916736" y="6154027"/>
            <a:ext cx="2779714" cy="327025"/>
          </a:xfrm>
          <a:prstGeom prst="rect">
            <a:avLst/>
          </a:prstGeom>
        </p:spPr>
        <p:txBody>
          <a:bodyPr anchor="t" rtlCol="false" tIns="0" lIns="0" bIns="0" rIns="0">
            <a:spAutoFit/>
          </a:bodyPr>
          <a:lstStyle/>
          <a:p>
            <a:pPr algn="ctr">
              <a:lnSpc>
                <a:spcPts val="2525"/>
              </a:lnSpc>
            </a:pPr>
            <a:r>
              <a:rPr lang="en-US" sz="2500" spc="250">
                <a:solidFill>
                  <a:srgbClr val="211F1C"/>
                </a:solidFill>
                <a:latin typeface="Anton"/>
              </a:rPr>
              <a:t>LIKES</a:t>
            </a:r>
          </a:p>
        </p:txBody>
      </p:sp>
      <p:sp>
        <p:nvSpPr>
          <p:cNvPr name="TextBox 11" id="11"/>
          <p:cNvSpPr txBox="true"/>
          <p:nvPr/>
        </p:nvSpPr>
        <p:spPr>
          <a:xfrm rot="0">
            <a:off x="1178124" y="6691398"/>
            <a:ext cx="4256939" cy="1283361"/>
          </a:xfrm>
          <a:prstGeom prst="rect">
            <a:avLst/>
          </a:prstGeom>
        </p:spPr>
        <p:txBody>
          <a:bodyPr anchor="t" rtlCol="false" tIns="0" lIns="0" bIns="0" rIns="0">
            <a:spAutoFit/>
          </a:bodyPr>
          <a:lstStyle/>
          <a:p>
            <a:pPr algn="ctr" marL="0" indent="0" lvl="0">
              <a:lnSpc>
                <a:spcPts val="2557"/>
              </a:lnSpc>
              <a:spcBef>
                <a:spcPct val="0"/>
              </a:spcBef>
            </a:pPr>
            <a:r>
              <a:rPr lang="en-US" sz="1739" strike="noStrike" u="none">
                <a:solidFill>
                  <a:srgbClr val="211F1C"/>
                </a:solidFill>
                <a:latin typeface="Roboto Mono"/>
              </a:rPr>
              <a:t>Lorem ipsum dolor sit amet, consectetur adipiscing elit. </a:t>
            </a:r>
          </a:p>
          <a:p>
            <a:pPr algn="ctr" marL="0" indent="0" lvl="0">
              <a:lnSpc>
                <a:spcPts val="2557"/>
              </a:lnSpc>
              <a:spcBef>
                <a:spcPct val="0"/>
              </a:spcBef>
            </a:pPr>
            <a:r>
              <a:rPr lang="en-US" sz="1739" strike="noStrike" u="none">
                <a:solidFill>
                  <a:srgbClr val="211F1C"/>
                </a:solidFill>
                <a:latin typeface="Roboto Mono"/>
              </a:rPr>
              <a:t>Nullam ut elementum erat. Proin eu dolor efficitur, bibendum.</a:t>
            </a:r>
          </a:p>
        </p:txBody>
      </p:sp>
      <p:grpSp>
        <p:nvGrpSpPr>
          <p:cNvPr name="Group 12" id="12"/>
          <p:cNvGrpSpPr/>
          <p:nvPr/>
        </p:nvGrpSpPr>
        <p:grpSpPr>
          <a:xfrm rot="0">
            <a:off x="6647032" y="3669663"/>
            <a:ext cx="4993936" cy="4791729"/>
            <a:chOff x="0" y="0"/>
            <a:chExt cx="1315275" cy="1262019"/>
          </a:xfrm>
        </p:grpSpPr>
        <p:sp>
          <p:nvSpPr>
            <p:cNvPr name="Freeform 13" id="13"/>
            <p:cNvSpPr/>
            <p:nvPr/>
          </p:nvSpPr>
          <p:spPr>
            <a:xfrm flipH="false" flipV="false" rot="0">
              <a:off x="0" y="0"/>
              <a:ext cx="1315275" cy="1262019"/>
            </a:xfrm>
            <a:custGeom>
              <a:avLst/>
              <a:gdLst/>
              <a:ahLst/>
              <a:cxnLst/>
              <a:rect r="r" b="b" t="t" l="l"/>
              <a:pathLst>
                <a:path h="1262019" w="1315275">
                  <a:moveTo>
                    <a:pt x="55810" y="0"/>
                  </a:moveTo>
                  <a:lnTo>
                    <a:pt x="1259466" y="0"/>
                  </a:lnTo>
                  <a:cubicBezTo>
                    <a:pt x="1274268" y="0"/>
                    <a:pt x="1288463" y="5880"/>
                    <a:pt x="1298929" y="16346"/>
                  </a:cubicBezTo>
                  <a:cubicBezTo>
                    <a:pt x="1309396" y="26813"/>
                    <a:pt x="1315275" y="41008"/>
                    <a:pt x="1315275" y="55810"/>
                  </a:cubicBezTo>
                  <a:lnTo>
                    <a:pt x="1315275" y="1206210"/>
                  </a:lnTo>
                  <a:cubicBezTo>
                    <a:pt x="1315275" y="1221011"/>
                    <a:pt x="1309396" y="1235207"/>
                    <a:pt x="1298929" y="1245673"/>
                  </a:cubicBezTo>
                  <a:cubicBezTo>
                    <a:pt x="1288463" y="1256139"/>
                    <a:pt x="1274268" y="1262019"/>
                    <a:pt x="1259466" y="1262019"/>
                  </a:cubicBezTo>
                  <a:lnTo>
                    <a:pt x="55810" y="1262019"/>
                  </a:lnTo>
                  <a:cubicBezTo>
                    <a:pt x="41008" y="1262019"/>
                    <a:pt x="26813" y="1256139"/>
                    <a:pt x="16346" y="1245673"/>
                  </a:cubicBezTo>
                  <a:cubicBezTo>
                    <a:pt x="5880" y="1235207"/>
                    <a:pt x="0" y="1221011"/>
                    <a:pt x="0" y="1206210"/>
                  </a:cubicBezTo>
                  <a:lnTo>
                    <a:pt x="0" y="55810"/>
                  </a:lnTo>
                  <a:cubicBezTo>
                    <a:pt x="0" y="41008"/>
                    <a:pt x="5880" y="26813"/>
                    <a:pt x="16346" y="16346"/>
                  </a:cubicBezTo>
                  <a:cubicBezTo>
                    <a:pt x="26813" y="5880"/>
                    <a:pt x="41008" y="0"/>
                    <a:pt x="55810" y="0"/>
                  </a:cubicBezTo>
                  <a:close/>
                </a:path>
              </a:pathLst>
            </a:custGeom>
            <a:solidFill>
              <a:srgbClr val="F1F1F1"/>
            </a:solidFill>
            <a:ln w="19050" cap="rnd">
              <a:solidFill>
                <a:srgbClr val="000000"/>
              </a:solidFill>
              <a:prstDash val="solid"/>
              <a:round/>
            </a:ln>
          </p:spPr>
        </p:sp>
        <p:sp>
          <p:nvSpPr>
            <p:cNvPr name="TextBox 14" id="14"/>
            <p:cNvSpPr txBox="true"/>
            <p:nvPr/>
          </p:nvSpPr>
          <p:spPr>
            <a:xfrm>
              <a:off x="0" y="-38100"/>
              <a:ext cx="1315275" cy="1300119"/>
            </a:xfrm>
            <a:prstGeom prst="rect">
              <a:avLst/>
            </a:prstGeom>
          </p:spPr>
          <p:txBody>
            <a:bodyPr anchor="ctr" rtlCol="false" tIns="50800" lIns="50800" bIns="50800" rIns="50800"/>
            <a:lstStyle/>
            <a:p>
              <a:pPr algn="ctr">
                <a:lnSpc>
                  <a:spcPts val="2116"/>
                </a:lnSpc>
              </a:pPr>
            </a:p>
          </p:txBody>
        </p:sp>
      </p:grpSp>
      <p:sp>
        <p:nvSpPr>
          <p:cNvPr name="Freeform 15" id="15"/>
          <p:cNvSpPr/>
          <p:nvPr/>
        </p:nvSpPr>
        <p:spPr>
          <a:xfrm flipH="false" flipV="false" rot="0">
            <a:off x="8208336" y="4330395"/>
            <a:ext cx="1871328" cy="1299722"/>
          </a:xfrm>
          <a:custGeom>
            <a:avLst/>
            <a:gdLst/>
            <a:ahLst/>
            <a:cxnLst/>
            <a:rect r="r" b="b" t="t" l="l"/>
            <a:pathLst>
              <a:path h="1299722" w="1871328">
                <a:moveTo>
                  <a:pt x="0" y="0"/>
                </a:moveTo>
                <a:lnTo>
                  <a:pt x="1871328" y="0"/>
                </a:lnTo>
                <a:lnTo>
                  <a:pt x="1871328" y="1299722"/>
                </a:lnTo>
                <a:lnTo>
                  <a:pt x="0" y="12997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6" id="16"/>
          <p:cNvGrpSpPr/>
          <p:nvPr/>
        </p:nvGrpSpPr>
        <p:grpSpPr>
          <a:xfrm rot="0">
            <a:off x="12484439" y="3669663"/>
            <a:ext cx="4993936" cy="4791729"/>
            <a:chOff x="0" y="0"/>
            <a:chExt cx="1315275" cy="1262019"/>
          </a:xfrm>
        </p:grpSpPr>
        <p:sp>
          <p:nvSpPr>
            <p:cNvPr name="Freeform 17" id="17"/>
            <p:cNvSpPr/>
            <p:nvPr/>
          </p:nvSpPr>
          <p:spPr>
            <a:xfrm flipH="false" flipV="false" rot="0">
              <a:off x="0" y="0"/>
              <a:ext cx="1315275" cy="1262019"/>
            </a:xfrm>
            <a:custGeom>
              <a:avLst/>
              <a:gdLst/>
              <a:ahLst/>
              <a:cxnLst/>
              <a:rect r="r" b="b" t="t" l="l"/>
              <a:pathLst>
                <a:path h="1262019" w="1315275">
                  <a:moveTo>
                    <a:pt x="55810" y="0"/>
                  </a:moveTo>
                  <a:lnTo>
                    <a:pt x="1259466" y="0"/>
                  </a:lnTo>
                  <a:cubicBezTo>
                    <a:pt x="1274268" y="0"/>
                    <a:pt x="1288463" y="5880"/>
                    <a:pt x="1298929" y="16346"/>
                  </a:cubicBezTo>
                  <a:cubicBezTo>
                    <a:pt x="1309396" y="26813"/>
                    <a:pt x="1315275" y="41008"/>
                    <a:pt x="1315275" y="55810"/>
                  </a:cubicBezTo>
                  <a:lnTo>
                    <a:pt x="1315275" y="1206210"/>
                  </a:lnTo>
                  <a:cubicBezTo>
                    <a:pt x="1315275" y="1221011"/>
                    <a:pt x="1309396" y="1235207"/>
                    <a:pt x="1298929" y="1245673"/>
                  </a:cubicBezTo>
                  <a:cubicBezTo>
                    <a:pt x="1288463" y="1256139"/>
                    <a:pt x="1274268" y="1262019"/>
                    <a:pt x="1259466" y="1262019"/>
                  </a:cubicBezTo>
                  <a:lnTo>
                    <a:pt x="55810" y="1262019"/>
                  </a:lnTo>
                  <a:cubicBezTo>
                    <a:pt x="41008" y="1262019"/>
                    <a:pt x="26813" y="1256139"/>
                    <a:pt x="16346" y="1245673"/>
                  </a:cubicBezTo>
                  <a:cubicBezTo>
                    <a:pt x="5880" y="1235207"/>
                    <a:pt x="0" y="1221011"/>
                    <a:pt x="0" y="1206210"/>
                  </a:cubicBezTo>
                  <a:lnTo>
                    <a:pt x="0" y="55810"/>
                  </a:lnTo>
                  <a:cubicBezTo>
                    <a:pt x="0" y="41008"/>
                    <a:pt x="5880" y="26813"/>
                    <a:pt x="16346" y="16346"/>
                  </a:cubicBezTo>
                  <a:cubicBezTo>
                    <a:pt x="26813" y="5880"/>
                    <a:pt x="41008" y="0"/>
                    <a:pt x="55810" y="0"/>
                  </a:cubicBezTo>
                  <a:close/>
                </a:path>
              </a:pathLst>
            </a:custGeom>
            <a:solidFill>
              <a:srgbClr val="F1F1F1"/>
            </a:solidFill>
            <a:ln w="19050" cap="rnd">
              <a:solidFill>
                <a:srgbClr val="000000"/>
              </a:solidFill>
              <a:prstDash val="solid"/>
              <a:round/>
            </a:ln>
          </p:spPr>
        </p:sp>
        <p:sp>
          <p:nvSpPr>
            <p:cNvPr name="TextBox 18" id="18"/>
            <p:cNvSpPr txBox="true"/>
            <p:nvPr/>
          </p:nvSpPr>
          <p:spPr>
            <a:xfrm>
              <a:off x="0" y="-38100"/>
              <a:ext cx="1315275" cy="1300119"/>
            </a:xfrm>
            <a:prstGeom prst="rect">
              <a:avLst/>
            </a:prstGeom>
          </p:spPr>
          <p:txBody>
            <a:bodyPr anchor="ctr" rtlCol="false" tIns="50800" lIns="50800" bIns="50800" rIns="50800"/>
            <a:lstStyle/>
            <a:p>
              <a:pPr algn="ctr">
                <a:lnSpc>
                  <a:spcPts val="2116"/>
                </a:lnSpc>
              </a:pPr>
            </a:p>
          </p:txBody>
        </p:sp>
      </p:grpSp>
      <p:sp>
        <p:nvSpPr>
          <p:cNvPr name="Freeform 19" id="19"/>
          <p:cNvSpPr/>
          <p:nvPr/>
        </p:nvSpPr>
        <p:spPr>
          <a:xfrm flipH="false" flipV="false" rot="0">
            <a:off x="14206468" y="4080239"/>
            <a:ext cx="1549878" cy="1549878"/>
          </a:xfrm>
          <a:custGeom>
            <a:avLst/>
            <a:gdLst/>
            <a:ahLst/>
            <a:cxnLst/>
            <a:rect r="r" b="b" t="t" l="l"/>
            <a:pathLst>
              <a:path h="1549878" w="1549878">
                <a:moveTo>
                  <a:pt x="0" y="0"/>
                </a:moveTo>
                <a:lnTo>
                  <a:pt x="1549878" y="0"/>
                </a:lnTo>
                <a:lnTo>
                  <a:pt x="1549878" y="1549878"/>
                </a:lnTo>
                <a:lnTo>
                  <a:pt x="0" y="15498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7754143" y="6154027"/>
            <a:ext cx="2779714" cy="327025"/>
          </a:xfrm>
          <a:prstGeom prst="rect">
            <a:avLst/>
          </a:prstGeom>
        </p:spPr>
        <p:txBody>
          <a:bodyPr anchor="t" rtlCol="false" tIns="0" lIns="0" bIns="0" rIns="0">
            <a:spAutoFit/>
          </a:bodyPr>
          <a:lstStyle/>
          <a:p>
            <a:pPr algn="ctr">
              <a:lnSpc>
                <a:spcPts val="2525"/>
              </a:lnSpc>
            </a:pPr>
            <a:r>
              <a:rPr lang="en-US" sz="2500" spc="250">
                <a:solidFill>
                  <a:srgbClr val="211F1C"/>
                </a:solidFill>
                <a:latin typeface="Anton"/>
              </a:rPr>
              <a:t>ENGAGEMENT</a:t>
            </a:r>
          </a:p>
        </p:txBody>
      </p:sp>
      <p:sp>
        <p:nvSpPr>
          <p:cNvPr name="TextBox 21" id="21"/>
          <p:cNvSpPr txBox="true"/>
          <p:nvPr/>
        </p:nvSpPr>
        <p:spPr>
          <a:xfrm rot="0">
            <a:off x="7015531" y="6691398"/>
            <a:ext cx="4256939" cy="1283361"/>
          </a:xfrm>
          <a:prstGeom prst="rect">
            <a:avLst/>
          </a:prstGeom>
        </p:spPr>
        <p:txBody>
          <a:bodyPr anchor="t" rtlCol="false" tIns="0" lIns="0" bIns="0" rIns="0">
            <a:spAutoFit/>
          </a:bodyPr>
          <a:lstStyle/>
          <a:p>
            <a:pPr algn="ctr" marL="0" indent="0" lvl="0">
              <a:lnSpc>
                <a:spcPts val="2557"/>
              </a:lnSpc>
              <a:spcBef>
                <a:spcPct val="0"/>
              </a:spcBef>
            </a:pPr>
            <a:r>
              <a:rPr lang="en-US" sz="1739" strike="noStrike" u="none">
                <a:solidFill>
                  <a:srgbClr val="211F1C"/>
                </a:solidFill>
                <a:latin typeface="Roboto Mono"/>
              </a:rPr>
              <a:t>Lorem ipsum dolor sit amet, consectetur adipiscing elit. </a:t>
            </a:r>
          </a:p>
          <a:p>
            <a:pPr algn="ctr" marL="0" indent="0" lvl="0">
              <a:lnSpc>
                <a:spcPts val="2557"/>
              </a:lnSpc>
              <a:spcBef>
                <a:spcPct val="0"/>
              </a:spcBef>
            </a:pPr>
            <a:r>
              <a:rPr lang="en-US" sz="1739" strike="noStrike" u="none">
                <a:solidFill>
                  <a:srgbClr val="211F1C"/>
                </a:solidFill>
                <a:latin typeface="Roboto Mono"/>
              </a:rPr>
              <a:t>Nullam ut elementum erat. Proin eu dolor efficitur, bibendum.</a:t>
            </a:r>
          </a:p>
        </p:txBody>
      </p:sp>
      <p:sp>
        <p:nvSpPr>
          <p:cNvPr name="TextBox 22" id="22"/>
          <p:cNvSpPr txBox="true"/>
          <p:nvPr/>
        </p:nvSpPr>
        <p:spPr>
          <a:xfrm rot="0">
            <a:off x="13591550" y="6154027"/>
            <a:ext cx="2779714" cy="327025"/>
          </a:xfrm>
          <a:prstGeom prst="rect">
            <a:avLst/>
          </a:prstGeom>
        </p:spPr>
        <p:txBody>
          <a:bodyPr anchor="t" rtlCol="false" tIns="0" lIns="0" bIns="0" rIns="0">
            <a:spAutoFit/>
          </a:bodyPr>
          <a:lstStyle/>
          <a:p>
            <a:pPr algn="ctr">
              <a:lnSpc>
                <a:spcPts val="2525"/>
              </a:lnSpc>
            </a:pPr>
            <a:r>
              <a:rPr lang="en-US" sz="2500" spc="250">
                <a:solidFill>
                  <a:srgbClr val="211F1C"/>
                </a:solidFill>
                <a:latin typeface="Anton"/>
              </a:rPr>
              <a:t>MENTIONS</a:t>
            </a:r>
          </a:p>
        </p:txBody>
      </p:sp>
      <p:sp>
        <p:nvSpPr>
          <p:cNvPr name="TextBox 23" id="23"/>
          <p:cNvSpPr txBox="true"/>
          <p:nvPr/>
        </p:nvSpPr>
        <p:spPr>
          <a:xfrm rot="0">
            <a:off x="12852937" y="6691398"/>
            <a:ext cx="4256939" cy="1283361"/>
          </a:xfrm>
          <a:prstGeom prst="rect">
            <a:avLst/>
          </a:prstGeom>
        </p:spPr>
        <p:txBody>
          <a:bodyPr anchor="t" rtlCol="false" tIns="0" lIns="0" bIns="0" rIns="0">
            <a:spAutoFit/>
          </a:bodyPr>
          <a:lstStyle/>
          <a:p>
            <a:pPr algn="ctr" marL="0" indent="0" lvl="0">
              <a:lnSpc>
                <a:spcPts val="2557"/>
              </a:lnSpc>
              <a:spcBef>
                <a:spcPct val="0"/>
              </a:spcBef>
            </a:pPr>
            <a:r>
              <a:rPr lang="en-US" sz="1739" strike="noStrike" u="none">
                <a:solidFill>
                  <a:srgbClr val="211F1C"/>
                </a:solidFill>
                <a:latin typeface="Roboto Mono"/>
              </a:rPr>
              <a:t>Lorem ipsum dolor sit amet, consectetur adipiscing elit. </a:t>
            </a:r>
          </a:p>
          <a:p>
            <a:pPr algn="ctr" marL="0" indent="0" lvl="0">
              <a:lnSpc>
                <a:spcPts val="2557"/>
              </a:lnSpc>
              <a:spcBef>
                <a:spcPct val="0"/>
              </a:spcBef>
            </a:pPr>
            <a:r>
              <a:rPr lang="en-US" sz="1739" strike="noStrike" u="none">
                <a:solidFill>
                  <a:srgbClr val="211F1C"/>
                </a:solidFill>
                <a:latin typeface="Roboto Mono"/>
              </a:rPr>
              <a:t>Nullam ut elementum erat. Proin eu dolor efficitur, bibendum.</a:t>
            </a:r>
          </a:p>
        </p:txBody>
      </p:sp>
      <p:sp>
        <p:nvSpPr>
          <p:cNvPr name="TextBox 24" id="24"/>
          <p:cNvSpPr txBox="true"/>
          <p:nvPr/>
        </p:nvSpPr>
        <p:spPr>
          <a:xfrm rot="0">
            <a:off x="3750302" y="2646696"/>
            <a:ext cx="10787396" cy="635661"/>
          </a:xfrm>
          <a:prstGeom prst="rect">
            <a:avLst/>
          </a:prstGeom>
        </p:spPr>
        <p:txBody>
          <a:bodyPr anchor="t" rtlCol="false" tIns="0" lIns="0" bIns="0" rIns="0">
            <a:spAutoFit/>
          </a:bodyPr>
          <a:lstStyle/>
          <a:p>
            <a:pPr algn="ctr" marL="0" indent="0" lvl="0">
              <a:lnSpc>
                <a:spcPts val="2557"/>
              </a:lnSpc>
              <a:spcBef>
                <a:spcPct val="0"/>
              </a:spcBef>
            </a:pPr>
            <a:r>
              <a:rPr lang="en-US" sz="1739">
                <a:solidFill>
                  <a:srgbClr val="211F1C"/>
                </a:solidFill>
                <a:latin typeface="Roboto Mono"/>
              </a:rPr>
              <a:t>Lorem ipsum dolor sit amet, consectetur adipiscing elit, sed do eiusmod tempor incididunt ut labore et dolore magna aliqua.</a:t>
            </a:r>
          </a:p>
        </p:txBody>
      </p:sp>
      <p:sp>
        <p:nvSpPr>
          <p:cNvPr name="TextBox 25" id="25"/>
          <p:cNvSpPr txBox="true"/>
          <p:nvPr/>
        </p:nvSpPr>
        <p:spPr>
          <a:xfrm rot="0">
            <a:off x="2144165" y="1374852"/>
            <a:ext cx="13999670" cy="1126425"/>
          </a:xfrm>
          <a:prstGeom prst="rect">
            <a:avLst/>
          </a:prstGeom>
        </p:spPr>
        <p:txBody>
          <a:bodyPr anchor="t" rtlCol="false" tIns="0" lIns="0" bIns="0" rIns="0">
            <a:spAutoFit/>
          </a:bodyPr>
          <a:lstStyle/>
          <a:p>
            <a:pPr algn="ctr" marL="0" indent="0" lvl="0">
              <a:lnSpc>
                <a:spcPts val="8475"/>
              </a:lnSpc>
              <a:spcBef>
                <a:spcPct val="0"/>
              </a:spcBef>
            </a:pPr>
            <a:r>
              <a:rPr lang="en-US" sz="8392" strike="noStrike" u="none">
                <a:solidFill>
                  <a:srgbClr val="211F1C"/>
                </a:solidFill>
                <a:latin typeface="Anton"/>
              </a:rPr>
              <a:t>PERFORMANCE OVERVIEW</a:t>
            </a:r>
          </a:p>
        </p:txBody>
      </p:sp>
      <p:sp>
        <p:nvSpPr>
          <p:cNvPr name="Freeform 26" id="26"/>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7" id="27"/>
          <p:cNvSpPr txBox="true"/>
          <p:nvPr/>
        </p:nvSpPr>
        <p:spPr>
          <a:xfrm rot="0">
            <a:off x="809625" y="773985"/>
            <a:ext cx="4018637" cy="255422"/>
          </a:xfrm>
          <a:prstGeom prst="rect">
            <a:avLst/>
          </a:prstGeom>
        </p:spPr>
        <p:txBody>
          <a:bodyPr anchor="t" rtlCol="false" tIns="0" lIns="0" bIns="0" rIns="0">
            <a:spAutoFit/>
          </a:bodyPr>
          <a:lstStyle/>
          <a:p>
            <a:pPr algn="l" marL="0" indent="0" lvl="0">
              <a:lnSpc>
                <a:spcPts val="2116"/>
              </a:lnSpc>
              <a:spcBef>
                <a:spcPct val="0"/>
              </a:spcBef>
            </a:pPr>
            <a:r>
              <a:rPr lang="en-US" sz="1439" spc="211" strike="noStrike" u="none">
                <a:solidFill>
                  <a:srgbClr val="211F1C"/>
                </a:solidFill>
                <a:latin typeface="Nunito Sans Expanded Semi-Bold"/>
              </a:rPr>
              <a:t>@REALLYGREATSITE</a:t>
            </a:r>
          </a:p>
        </p:txBody>
      </p:sp>
      <p:grpSp>
        <p:nvGrpSpPr>
          <p:cNvPr name="Group 28" id="28"/>
          <p:cNvGrpSpPr/>
          <p:nvPr/>
        </p:nvGrpSpPr>
        <p:grpSpPr>
          <a:xfrm rot="0">
            <a:off x="809625" y="9043238"/>
            <a:ext cx="2880627" cy="432385"/>
            <a:chOff x="0" y="0"/>
            <a:chExt cx="3840836" cy="576513"/>
          </a:xfrm>
        </p:grpSpPr>
        <p:grpSp>
          <p:nvGrpSpPr>
            <p:cNvPr name="Group 29" id="29"/>
            <p:cNvGrpSpPr/>
            <p:nvPr/>
          </p:nvGrpSpPr>
          <p:grpSpPr>
            <a:xfrm rot="0">
              <a:off x="0" y="0"/>
              <a:ext cx="3840836" cy="576513"/>
              <a:chOff x="0" y="0"/>
              <a:chExt cx="8296205" cy="1245268"/>
            </a:xfrm>
          </p:grpSpPr>
          <p:sp>
            <p:nvSpPr>
              <p:cNvPr name="Freeform 30" id="30"/>
              <p:cNvSpPr/>
              <p:nvPr/>
            </p:nvSpPr>
            <p:spPr>
              <a:xfrm flipH="false" flipV="false" rot="0">
                <a:off x="0" y="0"/>
                <a:ext cx="8296205" cy="1245268"/>
              </a:xfrm>
              <a:custGeom>
                <a:avLst/>
                <a:gdLst/>
                <a:ahLst/>
                <a:cxnLst/>
                <a:rect r="r" b="b" t="t" l="l"/>
                <a:pathLst>
                  <a:path h="1245268" w="8296205">
                    <a:moveTo>
                      <a:pt x="83315" y="0"/>
                    </a:moveTo>
                    <a:lnTo>
                      <a:pt x="8212890" y="0"/>
                    </a:lnTo>
                    <a:cubicBezTo>
                      <a:pt x="8258904" y="0"/>
                      <a:pt x="8296205" y="37301"/>
                      <a:pt x="8296205" y="83315"/>
                    </a:cubicBezTo>
                    <a:lnTo>
                      <a:pt x="8296205" y="1161953"/>
                    </a:lnTo>
                    <a:cubicBezTo>
                      <a:pt x="8296205" y="1207966"/>
                      <a:pt x="8258904" y="1245268"/>
                      <a:pt x="8212890" y="1245268"/>
                    </a:cubicBezTo>
                    <a:lnTo>
                      <a:pt x="83315" y="1245268"/>
                    </a:lnTo>
                    <a:cubicBezTo>
                      <a:pt x="37301" y="1245268"/>
                      <a:pt x="0" y="1207966"/>
                      <a:pt x="0" y="1161953"/>
                    </a:cubicBezTo>
                    <a:lnTo>
                      <a:pt x="0" y="83315"/>
                    </a:lnTo>
                    <a:cubicBezTo>
                      <a:pt x="0" y="37301"/>
                      <a:pt x="37301" y="0"/>
                      <a:pt x="83315" y="0"/>
                    </a:cubicBezTo>
                    <a:close/>
                  </a:path>
                </a:pathLst>
              </a:custGeom>
              <a:solidFill>
                <a:srgbClr val="F1F1F1"/>
              </a:solidFill>
              <a:ln w="9525" cap="rnd">
                <a:solidFill>
                  <a:srgbClr val="000000"/>
                </a:solidFill>
                <a:prstDash val="solid"/>
                <a:round/>
              </a:ln>
            </p:spPr>
          </p:sp>
          <p:sp>
            <p:nvSpPr>
              <p:cNvPr name="TextBox 31" id="31"/>
              <p:cNvSpPr txBox="true"/>
              <p:nvPr/>
            </p:nvSpPr>
            <p:spPr>
              <a:xfrm>
                <a:off x="0" y="-38100"/>
                <a:ext cx="8296205" cy="1283368"/>
              </a:xfrm>
              <a:prstGeom prst="rect">
                <a:avLst/>
              </a:prstGeom>
            </p:spPr>
            <p:txBody>
              <a:bodyPr anchor="ctr" rtlCol="false" tIns="12700" lIns="12700" bIns="12700" rIns="12700"/>
              <a:lstStyle/>
              <a:p>
                <a:pPr algn="ctr" marL="0" indent="0" lvl="0">
                  <a:lnSpc>
                    <a:spcPts val="2116"/>
                  </a:lnSpc>
                  <a:spcBef>
                    <a:spcPct val="0"/>
                  </a:spcBef>
                </a:pPr>
                <a:r>
                  <a:rPr lang="en-US" sz="1439" spc="211" strike="noStrike" u="none">
                    <a:solidFill>
                      <a:srgbClr val="211F1C"/>
                    </a:solidFill>
                    <a:latin typeface="Nunito Sans Expanded Semi-Bold"/>
                  </a:rPr>
                  <a:t>BORCELLE</a:t>
                </a:r>
              </a:p>
            </p:txBody>
          </p:sp>
        </p:grpSp>
        <p:sp>
          <p:nvSpPr>
            <p:cNvPr name="Freeform 32" id="32"/>
            <p:cNvSpPr/>
            <p:nvPr/>
          </p:nvSpPr>
          <p:spPr>
            <a:xfrm flipH="false" flipV="false" rot="0">
              <a:off x="3233807" y="116532"/>
              <a:ext cx="341941" cy="341941"/>
            </a:xfrm>
            <a:custGeom>
              <a:avLst/>
              <a:gdLst/>
              <a:ahLst/>
              <a:cxnLst/>
              <a:rect r="r" b="b" t="t" l="l"/>
              <a:pathLst>
                <a:path h="341941" w="341941">
                  <a:moveTo>
                    <a:pt x="0" y="0"/>
                  </a:moveTo>
                  <a:lnTo>
                    <a:pt x="341942" y="0"/>
                  </a:lnTo>
                  <a:lnTo>
                    <a:pt x="341942" y="341942"/>
                  </a:lnTo>
                  <a:lnTo>
                    <a:pt x="0" y="3419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3" id="33"/>
            <p:cNvSpPr/>
            <p:nvPr/>
          </p:nvSpPr>
          <p:spPr>
            <a:xfrm flipH="false" flipV="false" rot="0">
              <a:off x="265087" y="118039"/>
              <a:ext cx="341941" cy="341941"/>
            </a:xfrm>
            <a:custGeom>
              <a:avLst/>
              <a:gdLst/>
              <a:ahLst/>
              <a:cxnLst/>
              <a:rect r="r" b="b" t="t" l="l"/>
              <a:pathLst>
                <a:path h="341941" w="341941">
                  <a:moveTo>
                    <a:pt x="0" y="0"/>
                  </a:moveTo>
                  <a:lnTo>
                    <a:pt x="341941" y="0"/>
                  </a:lnTo>
                  <a:lnTo>
                    <a:pt x="341941" y="341941"/>
                  </a:lnTo>
                  <a:lnTo>
                    <a:pt x="0" y="34194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grpSp>
        <p:nvGrpSpPr>
          <p:cNvPr name="Group 34" id="34"/>
          <p:cNvGrpSpPr/>
          <p:nvPr/>
        </p:nvGrpSpPr>
        <p:grpSpPr>
          <a:xfrm rot="0">
            <a:off x="3879846" y="9043238"/>
            <a:ext cx="1066053" cy="432385"/>
            <a:chOff x="0" y="0"/>
            <a:chExt cx="3070231" cy="1245268"/>
          </a:xfrm>
        </p:grpSpPr>
        <p:sp>
          <p:nvSpPr>
            <p:cNvPr name="Freeform 35" id="35"/>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36" id="36"/>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sz="1439" spc="211">
                  <a:solidFill>
                    <a:srgbClr val="211F1C"/>
                  </a:solidFill>
                  <a:latin typeface="Nunito Sans Expanded Semi-Bold"/>
                </a:rPr>
                <a:t>3/11</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4906978" y="9043238"/>
            <a:ext cx="2571397" cy="430125"/>
          </a:xfrm>
          <a:custGeom>
            <a:avLst/>
            <a:gdLst/>
            <a:ahLst/>
            <a:cxnLst/>
            <a:rect r="r" b="b" t="t" l="l"/>
            <a:pathLst>
              <a:path h="430125" w="2571397">
                <a:moveTo>
                  <a:pt x="0" y="0"/>
                </a:moveTo>
                <a:lnTo>
                  <a:pt x="2571397" y="0"/>
                </a:lnTo>
                <a:lnTo>
                  <a:pt x="2571397" y="430124"/>
                </a:lnTo>
                <a:lnTo>
                  <a:pt x="0" y="4301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809625" y="1643928"/>
            <a:ext cx="3177049" cy="3174058"/>
            <a:chOff x="0" y="0"/>
            <a:chExt cx="1728779" cy="1727151"/>
          </a:xfrm>
        </p:grpSpPr>
        <p:sp>
          <p:nvSpPr>
            <p:cNvPr name="Freeform 7" id="7"/>
            <p:cNvSpPr/>
            <p:nvPr/>
          </p:nvSpPr>
          <p:spPr>
            <a:xfrm flipH="false" flipV="false" rot="0">
              <a:off x="0" y="0"/>
              <a:ext cx="1728779" cy="1727151"/>
            </a:xfrm>
            <a:custGeom>
              <a:avLst/>
              <a:gdLst/>
              <a:ahLst/>
              <a:cxnLst/>
              <a:rect r="r" b="b" t="t" l="l"/>
              <a:pathLst>
                <a:path h="1727151" w="1728779">
                  <a:moveTo>
                    <a:pt x="87726" y="0"/>
                  </a:moveTo>
                  <a:lnTo>
                    <a:pt x="1641053" y="0"/>
                  </a:lnTo>
                  <a:cubicBezTo>
                    <a:pt x="1664319" y="0"/>
                    <a:pt x="1686633" y="9243"/>
                    <a:pt x="1703084" y="25694"/>
                  </a:cubicBezTo>
                  <a:cubicBezTo>
                    <a:pt x="1719536" y="42146"/>
                    <a:pt x="1728779" y="64459"/>
                    <a:pt x="1728779" y="87726"/>
                  </a:cubicBezTo>
                  <a:lnTo>
                    <a:pt x="1728779" y="1639425"/>
                  </a:lnTo>
                  <a:cubicBezTo>
                    <a:pt x="1728779" y="1662692"/>
                    <a:pt x="1719536" y="1685005"/>
                    <a:pt x="1703084" y="1701457"/>
                  </a:cubicBezTo>
                  <a:cubicBezTo>
                    <a:pt x="1686633" y="1717909"/>
                    <a:pt x="1664319" y="1727151"/>
                    <a:pt x="1641053" y="1727151"/>
                  </a:cubicBezTo>
                  <a:lnTo>
                    <a:pt x="87726" y="1727151"/>
                  </a:lnTo>
                  <a:cubicBezTo>
                    <a:pt x="64459" y="1727151"/>
                    <a:pt x="42146" y="1717909"/>
                    <a:pt x="25694" y="1701457"/>
                  </a:cubicBezTo>
                  <a:cubicBezTo>
                    <a:pt x="9243" y="1685005"/>
                    <a:pt x="0" y="1662692"/>
                    <a:pt x="0" y="1639425"/>
                  </a:cubicBezTo>
                  <a:lnTo>
                    <a:pt x="0" y="87726"/>
                  </a:lnTo>
                  <a:cubicBezTo>
                    <a:pt x="0" y="64459"/>
                    <a:pt x="9243" y="42146"/>
                    <a:pt x="25694" y="25694"/>
                  </a:cubicBezTo>
                  <a:cubicBezTo>
                    <a:pt x="42146" y="9243"/>
                    <a:pt x="64459" y="0"/>
                    <a:pt x="87726" y="0"/>
                  </a:cubicBezTo>
                  <a:close/>
                </a:path>
              </a:pathLst>
            </a:custGeom>
            <a:solidFill>
              <a:srgbClr val="F1F1F1"/>
            </a:solidFill>
            <a:ln w="9525" cap="rnd">
              <a:solidFill>
                <a:srgbClr val="000000"/>
              </a:solidFill>
              <a:prstDash val="solid"/>
              <a:round/>
            </a:ln>
          </p:spPr>
        </p:sp>
        <p:sp>
          <p:nvSpPr>
            <p:cNvPr name="TextBox 8" id="8"/>
            <p:cNvSpPr txBox="true"/>
            <p:nvPr/>
          </p:nvSpPr>
          <p:spPr>
            <a:xfrm>
              <a:off x="0" y="-38100"/>
              <a:ext cx="1728779" cy="1765251"/>
            </a:xfrm>
            <a:prstGeom prst="rect">
              <a:avLst/>
            </a:prstGeom>
          </p:spPr>
          <p:txBody>
            <a:bodyPr anchor="ctr" rtlCol="false" tIns="50800" lIns="50800" bIns="50800" rIns="50800"/>
            <a:lstStyle/>
            <a:p>
              <a:pPr algn="ctr">
                <a:lnSpc>
                  <a:spcPts val="2116"/>
                </a:lnSpc>
              </a:pPr>
            </a:p>
          </p:txBody>
        </p:sp>
      </p:grpSp>
      <p:grpSp>
        <p:nvGrpSpPr>
          <p:cNvPr name="Group 9" id="9"/>
          <p:cNvGrpSpPr/>
          <p:nvPr/>
        </p:nvGrpSpPr>
        <p:grpSpPr>
          <a:xfrm rot="0">
            <a:off x="809625" y="5241360"/>
            <a:ext cx="3177049" cy="3174058"/>
            <a:chOff x="0" y="0"/>
            <a:chExt cx="1728779" cy="1727151"/>
          </a:xfrm>
        </p:grpSpPr>
        <p:sp>
          <p:nvSpPr>
            <p:cNvPr name="Freeform 10" id="10"/>
            <p:cNvSpPr/>
            <p:nvPr/>
          </p:nvSpPr>
          <p:spPr>
            <a:xfrm flipH="false" flipV="false" rot="0">
              <a:off x="0" y="0"/>
              <a:ext cx="1728779" cy="1727151"/>
            </a:xfrm>
            <a:custGeom>
              <a:avLst/>
              <a:gdLst/>
              <a:ahLst/>
              <a:cxnLst/>
              <a:rect r="r" b="b" t="t" l="l"/>
              <a:pathLst>
                <a:path h="1727151" w="1728779">
                  <a:moveTo>
                    <a:pt x="87726" y="0"/>
                  </a:moveTo>
                  <a:lnTo>
                    <a:pt x="1641053" y="0"/>
                  </a:lnTo>
                  <a:cubicBezTo>
                    <a:pt x="1664319" y="0"/>
                    <a:pt x="1686633" y="9243"/>
                    <a:pt x="1703084" y="25694"/>
                  </a:cubicBezTo>
                  <a:cubicBezTo>
                    <a:pt x="1719536" y="42146"/>
                    <a:pt x="1728779" y="64459"/>
                    <a:pt x="1728779" y="87726"/>
                  </a:cubicBezTo>
                  <a:lnTo>
                    <a:pt x="1728779" y="1639425"/>
                  </a:lnTo>
                  <a:cubicBezTo>
                    <a:pt x="1728779" y="1662692"/>
                    <a:pt x="1719536" y="1685005"/>
                    <a:pt x="1703084" y="1701457"/>
                  </a:cubicBezTo>
                  <a:cubicBezTo>
                    <a:pt x="1686633" y="1717909"/>
                    <a:pt x="1664319" y="1727151"/>
                    <a:pt x="1641053" y="1727151"/>
                  </a:cubicBezTo>
                  <a:lnTo>
                    <a:pt x="87726" y="1727151"/>
                  </a:lnTo>
                  <a:cubicBezTo>
                    <a:pt x="64459" y="1727151"/>
                    <a:pt x="42146" y="1717909"/>
                    <a:pt x="25694" y="1701457"/>
                  </a:cubicBezTo>
                  <a:cubicBezTo>
                    <a:pt x="9243" y="1685005"/>
                    <a:pt x="0" y="1662692"/>
                    <a:pt x="0" y="1639425"/>
                  </a:cubicBezTo>
                  <a:lnTo>
                    <a:pt x="0" y="87726"/>
                  </a:lnTo>
                  <a:cubicBezTo>
                    <a:pt x="0" y="64459"/>
                    <a:pt x="9243" y="42146"/>
                    <a:pt x="25694" y="25694"/>
                  </a:cubicBezTo>
                  <a:cubicBezTo>
                    <a:pt x="42146" y="9243"/>
                    <a:pt x="64459" y="0"/>
                    <a:pt x="87726" y="0"/>
                  </a:cubicBezTo>
                  <a:close/>
                </a:path>
              </a:pathLst>
            </a:custGeom>
            <a:solidFill>
              <a:srgbClr val="F1F1F1"/>
            </a:solidFill>
            <a:ln w="9525" cap="rnd">
              <a:solidFill>
                <a:srgbClr val="000000"/>
              </a:solidFill>
              <a:prstDash val="solid"/>
              <a:round/>
            </a:ln>
          </p:spPr>
        </p:sp>
        <p:sp>
          <p:nvSpPr>
            <p:cNvPr name="TextBox 11" id="11"/>
            <p:cNvSpPr txBox="true"/>
            <p:nvPr/>
          </p:nvSpPr>
          <p:spPr>
            <a:xfrm>
              <a:off x="0" y="-38100"/>
              <a:ext cx="1728779" cy="1765251"/>
            </a:xfrm>
            <a:prstGeom prst="rect">
              <a:avLst/>
            </a:prstGeom>
          </p:spPr>
          <p:txBody>
            <a:bodyPr anchor="ctr" rtlCol="false" tIns="50800" lIns="50800" bIns="50800" rIns="50800"/>
            <a:lstStyle/>
            <a:p>
              <a:pPr algn="ctr">
                <a:lnSpc>
                  <a:spcPts val="2116"/>
                </a:lnSpc>
              </a:pPr>
            </a:p>
          </p:txBody>
        </p:sp>
      </p:grpSp>
      <p:grpSp>
        <p:nvGrpSpPr>
          <p:cNvPr name="Group 12" id="12"/>
          <p:cNvGrpSpPr/>
          <p:nvPr/>
        </p:nvGrpSpPr>
        <p:grpSpPr>
          <a:xfrm rot="0">
            <a:off x="4498597" y="1643928"/>
            <a:ext cx="3177049" cy="3174058"/>
            <a:chOff x="0" y="0"/>
            <a:chExt cx="1728779" cy="1727151"/>
          </a:xfrm>
        </p:grpSpPr>
        <p:sp>
          <p:nvSpPr>
            <p:cNvPr name="Freeform 13" id="13"/>
            <p:cNvSpPr/>
            <p:nvPr/>
          </p:nvSpPr>
          <p:spPr>
            <a:xfrm flipH="false" flipV="false" rot="0">
              <a:off x="0" y="0"/>
              <a:ext cx="1728779" cy="1727151"/>
            </a:xfrm>
            <a:custGeom>
              <a:avLst/>
              <a:gdLst/>
              <a:ahLst/>
              <a:cxnLst/>
              <a:rect r="r" b="b" t="t" l="l"/>
              <a:pathLst>
                <a:path h="1727151" w="1728779">
                  <a:moveTo>
                    <a:pt x="87726" y="0"/>
                  </a:moveTo>
                  <a:lnTo>
                    <a:pt x="1641053" y="0"/>
                  </a:lnTo>
                  <a:cubicBezTo>
                    <a:pt x="1664319" y="0"/>
                    <a:pt x="1686633" y="9243"/>
                    <a:pt x="1703084" y="25694"/>
                  </a:cubicBezTo>
                  <a:cubicBezTo>
                    <a:pt x="1719536" y="42146"/>
                    <a:pt x="1728779" y="64459"/>
                    <a:pt x="1728779" y="87726"/>
                  </a:cubicBezTo>
                  <a:lnTo>
                    <a:pt x="1728779" y="1639425"/>
                  </a:lnTo>
                  <a:cubicBezTo>
                    <a:pt x="1728779" y="1662692"/>
                    <a:pt x="1719536" y="1685005"/>
                    <a:pt x="1703084" y="1701457"/>
                  </a:cubicBezTo>
                  <a:cubicBezTo>
                    <a:pt x="1686633" y="1717909"/>
                    <a:pt x="1664319" y="1727151"/>
                    <a:pt x="1641053" y="1727151"/>
                  </a:cubicBezTo>
                  <a:lnTo>
                    <a:pt x="87726" y="1727151"/>
                  </a:lnTo>
                  <a:cubicBezTo>
                    <a:pt x="64459" y="1727151"/>
                    <a:pt x="42146" y="1717909"/>
                    <a:pt x="25694" y="1701457"/>
                  </a:cubicBezTo>
                  <a:cubicBezTo>
                    <a:pt x="9243" y="1685005"/>
                    <a:pt x="0" y="1662692"/>
                    <a:pt x="0" y="1639425"/>
                  </a:cubicBezTo>
                  <a:lnTo>
                    <a:pt x="0" y="87726"/>
                  </a:lnTo>
                  <a:cubicBezTo>
                    <a:pt x="0" y="64459"/>
                    <a:pt x="9243" y="42146"/>
                    <a:pt x="25694" y="25694"/>
                  </a:cubicBezTo>
                  <a:cubicBezTo>
                    <a:pt x="42146" y="9243"/>
                    <a:pt x="64459" y="0"/>
                    <a:pt x="87726" y="0"/>
                  </a:cubicBezTo>
                  <a:close/>
                </a:path>
              </a:pathLst>
            </a:custGeom>
            <a:solidFill>
              <a:srgbClr val="F1F1F1"/>
            </a:solidFill>
            <a:ln w="9525" cap="rnd">
              <a:solidFill>
                <a:srgbClr val="000000"/>
              </a:solidFill>
              <a:prstDash val="solid"/>
              <a:round/>
            </a:ln>
          </p:spPr>
        </p:sp>
        <p:sp>
          <p:nvSpPr>
            <p:cNvPr name="TextBox 14" id="14"/>
            <p:cNvSpPr txBox="true"/>
            <p:nvPr/>
          </p:nvSpPr>
          <p:spPr>
            <a:xfrm>
              <a:off x="0" y="-38100"/>
              <a:ext cx="1728779" cy="1765251"/>
            </a:xfrm>
            <a:prstGeom prst="rect">
              <a:avLst/>
            </a:prstGeom>
          </p:spPr>
          <p:txBody>
            <a:bodyPr anchor="ctr" rtlCol="false" tIns="50800" lIns="50800" bIns="50800" rIns="50800"/>
            <a:lstStyle/>
            <a:p>
              <a:pPr algn="ctr">
                <a:lnSpc>
                  <a:spcPts val="2116"/>
                </a:lnSpc>
              </a:pPr>
            </a:p>
          </p:txBody>
        </p:sp>
      </p:grpSp>
      <p:grpSp>
        <p:nvGrpSpPr>
          <p:cNvPr name="Group 15" id="15"/>
          <p:cNvGrpSpPr/>
          <p:nvPr/>
        </p:nvGrpSpPr>
        <p:grpSpPr>
          <a:xfrm rot="0">
            <a:off x="4498597" y="5241360"/>
            <a:ext cx="3177049" cy="3174058"/>
            <a:chOff x="0" y="0"/>
            <a:chExt cx="1728779" cy="1727151"/>
          </a:xfrm>
        </p:grpSpPr>
        <p:sp>
          <p:nvSpPr>
            <p:cNvPr name="Freeform 16" id="16"/>
            <p:cNvSpPr/>
            <p:nvPr/>
          </p:nvSpPr>
          <p:spPr>
            <a:xfrm flipH="false" flipV="false" rot="0">
              <a:off x="0" y="0"/>
              <a:ext cx="1728779" cy="1727151"/>
            </a:xfrm>
            <a:custGeom>
              <a:avLst/>
              <a:gdLst/>
              <a:ahLst/>
              <a:cxnLst/>
              <a:rect r="r" b="b" t="t" l="l"/>
              <a:pathLst>
                <a:path h="1727151" w="1728779">
                  <a:moveTo>
                    <a:pt x="87726" y="0"/>
                  </a:moveTo>
                  <a:lnTo>
                    <a:pt x="1641053" y="0"/>
                  </a:lnTo>
                  <a:cubicBezTo>
                    <a:pt x="1664319" y="0"/>
                    <a:pt x="1686633" y="9243"/>
                    <a:pt x="1703084" y="25694"/>
                  </a:cubicBezTo>
                  <a:cubicBezTo>
                    <a:pt x="1719536" y="42146"/>
                    <a:pt x="1728779" y="64459"/>
                    <a:pt x="1728779" y="87726"/>
                  </a:cubicBezTo>
                  <a:lnTo>
                    <a:pt x="1728779" y="1639425"/>
                  </a:lnTo>
                  <a:cubicBezTo>
                    <a:pt x="1728779" y="1662692"/>
                    <a:pt x="1719536" y="1685005"/>
                    <a:pt x="1703084" y="1701457"/>
                  </a:cubicBezTo>
                  <a:cubicBezTo>
                    <a:pt x="1686633" y="1717909"/>
                    <a:pt x="1664319" y="1727151"/>
                    <a:pt x="1641053" y="1727151"/>
                  </a:cubicBezTo>
                  <a:lnTo>
                    <a:pt x="87726" y="1727151"/>
                  </a:lnTo>
                  <a:cubicBezTo>
                    <a:pt x="64459" y="1727151"/>
                    <a:pt x="42146" y="1717909"/>
                    <a:pt x="25694" y="1701457"/>
                  </a:cubicBezTo>
                  <a:cubicBezTo>
                    <a:pt x="9243" y="1685005"/>
                    <a:pt x="0" y="1662692"/>
                    <a:pt x="0" y="1639425"/>
                  </a:cubicBezTo>
                  <a:lnTo>
                    <a:pt x="0" y="87726"/>
                  </a:lnTo>
                  <a:cubicBezTo>
                    <a:pt x="0" y="64459"/>
                    <a:pt x="9243" y="42146"/>
                    <a:pt x="25694" y="25694"/>
                  </a:cubicBezTo>
                  <a:cubicBezTo>
                    <a:pt x="42146" y="9243"/>
                    <a:pt x="64459" y="0"/>
                    <a:pt x="87726" y="0"/>
                  </a:cubicBezTo>
                  <a:close/>
                </a:path>
              </a:pathLst>
            </a:custGeom>
            <a:solidFill>
              <a:srgbClr val="F1F1F1"/>
            </a:solidFill>
            <a:ln w="9525" cap="rnd">
              <a:solidFill>
                <a:srgbClr val="000000"/>
              </a:solidFill>
              <a:prstDash val="solid"/>
              <a:round/>
            </a:ln>
          </p:spPr>
        </p:sp>
        <p:sp>
          <p:nvSpPr>
            <p:cNvPr name="TextBox 17" id="17"/>
            <p:cNvSpPr txBox="true"/>
            <p:nvPr/>
          </p:nvSpPr>
          <p:spPr>
            <a:xfrm>
              <a:off x="0" y="-38100"/>
              <a:ext cx="1728779" cy="1765251"/>
            </a:xfrm>
            <a:prstGeom prst="rect">
              <a:avLst/>
            </a:prstGeom>
          </p:spPr>
          <p:txBody>
            <a:bodyPr anchor="ctr" rtlCol="false" tIns="50800" lIns="50800" bIns="50800" rIns="50800"/>
            <a:lstStyle/>
            <a:p>
              <a:pPr algn="ctr">
                <a:lnSpc>
                  <a:spcPts val="2116"/>
                </a:lnSpc>
              </a:pPr>
            </a:p>
          </p:txBody>
        </p:sp>
      </p:grpSp>
      <p:grpSp>
        <p:nvGrpSpPr>
          <p:cNvPr name="Group 18" id="18"/>
          <p:cNvGrpSpPr/>
          <p:nvPr/>
        </p:nvGrpSpPr>
        <p:grpSpPr>
          <a:xfrm rot="0">
            <a:off x="1039353" y="1872160"/>
            <a:ext cx="2717593" cy="2717593"/>
            <a:chOff x="0" y="0"/>
            <a:chExt cx="6350000" cy="6350000"/>
          </a:xfrm>
        </p:grpSpPr>
        <p:sp>
          <p:nvSpPr>
            <p:cNvPr name="Freeform 19" id="19"/>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6"/>
              <a:stretch>
                <a:fillRect l="0" t="-25014" r="0" b="-25014"/>
              </a:stretch>
            </a:blipFill>
          </p:spPr>
        </p:sp>
      </p:grpSp>
      <p:grpSp>
        <p:nvGrpSpPr>
          <p:cNvPr name="Group 20" id="20"/>
          <p:cNvGrpSpPr/>
          <p:nvPr/>
        </p:nvGrpSpPr>
        <p:grpSpPr>
          <a:xfrm rot="0">
            <a:off x="1039353" y="5469592"/>
            <a:ext cx="2717593" cy="2717593"/>
            <a:chOff x="0" y="0"/>
            <a:chExt cx="6350000" cy="6350000"/>
          </a:xfrm>
        </p:grpSpPr>
        <p:sp>
          <p:nvSpPr>
            <p:cNvPr name="Freeform 21" id="2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50473" t="-77545" r="0" b="-48350"/>
              </a:stretch>
            </a:blipFill>
          </p:spPr>
        </p:sp>
      </p:grpSp>
      <p:grpSp>
        <p:nvGrpSpPr>
          <p:cNvPr name="Group 22" id="22"/>
          <p:cNvGrpSpPr/>
          <p:nvPr/>
        </p:nvGrpSpPr>
        <p:grpSpPr>
          <a:xfrm rot="0">
            <a:off x="4728325" y="1872160"/>
            <a:ext cx="2717593" cy="2717593"/>
            <a:chOff x="0" y="0"/>
            <a:chExt cx="6350000" cy="6350000"/>
          </a:xfrm>
        </p:grpSpPr>
        <p:sp>
          <p:nvSpPr>
            <p:cNvPr name="Freeform 23" id="23"/>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8"/>
              <a:stretch>
                <a:fillRect l="0" t="-25061" r="0" b="-25061"/>
              </a:stretch>
            </a:blipFill>
          </p:spPr>
        </p:sp>
      </p:grpSp>
      <p:grpSp>
        <p:nvGrpSpPr>
          <p:cNvPr name="Group 24" id="24"/>
          <p:cNvGrpSpPr/>
          <p:nvPr/>
        </p:nvGrpSpPr>
        <p:grpSpPr>
          <a:xfrm rot="0">
            <a:off x="4728325" y="5469592"/>
            <a:ext cx="2717593" cy="2717593"/>
            <a:chOff x="0" y="0"/>
            <a:chExt cx="6350000" cy="6350000"/>
          </a:xfrm>
        </p:grpSpPr>
        <p:sp>
          <p:nvSpPr>
            <p:cNvPr name="Freeform 25" id="25"/>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9"/>
              <a:stretch>
                <a:fillRect l="0" t="-25014" r="0" b="-25014"/>
              </a:stretch>
            </a:blipFill>
          </p:spPr>
        </p:sp>
      </p:grpSp>
      <p:sp>
        <p:nvSpPr>
          <p:cNvPr name="Freeform 26" id="26"/>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7" id="27"/>
          <p:cNvGrpSpPr/>
          <p:nvPr/>
        </p:nvGrpSpPr>
        <p:grpSpPr>
          <a:xfrm rot="0">
            <a:off x="809625" y="9043238"/>
            <a:ext cx="2880627" cy="432385"/>
            <a:chOff x="0" y="0"/>
            <a:chExt cx="3840836" cy="576513"/>
          </a:xfrm>
        </p:grpSpPr>
        <p:grpSp>
          <p:nvGrpSpPr>
            <p:cNvPr name="Group 28" id="28"/>
            <p:cNvGrpSpPr/>
            <p:nvPr/>
          </p:nvGrpSpPr>
          <p:grpSpPr>
            <a:xfrm rot="0">
              <a:off x="0" y="0"/>
              <a:ext cx="3840836" cy="576513"/>
              <a:chOff x="0" y="0"/>
              <a:chExt cx="8296205" cy="1245268"/>
            </a:xfrm>
          </p:grpSpPr>
          <p:sp>
            <p:nvSpPr>
              <p:cNvPr name="Freeform 29" id="29"/>
              <p:cNvSpPr/>
              <p:nvPr/>
            </p:nvSpPr>
            <p:spPr>
              <a:xfrm flipH="false" flipV="false" rot="0">
                <a:off x="0" y="0"/>
                <a:ext cx="8296205" cy="1245268"/>
              </a:xfrm>
              <a:custGeom>
                <a:avLst/>
                <a:gdLst/>
                <a:ahLst/>
                <a:cxnLst/>
                <a:rect r="r" b="b" t="t" l="l"/>
                <a:pathLst>
                  <a:path h="1245268" w="8296205">
                    <a:moveTo>
                      <a:pt x="83315" y="0"/>
                    </a:moveTo>
                    <a:lnTo>
                      <a:pt x="8212890" y="0"/>
                    </a:lnTo>
                    <a:cubicBezTo>
                      <a:pt x="8258904" y="0"/>
                      <a:pt x="8296205" y="37301"/>
                      <a:pt x="8296205" y="83315"/>
                    </a:cubicBezTo>
                    <a:lnTo>
                      <a:pt x="8296205" y="1161953"/>
                    </a:lnTo>
                    <a:cubicBezTo>
                      <a:pt x="8296205" y="1207966"/>
                      <a:pt x="8258904" y="1245268"/>
                      <a:pt x="8212890" y="1245268"/>
                    </a:cubicBezTo>
                    <a:lnTo>
                      <a:pt x="83315" y="1245268"/>
                    </a:lnTo>
                    <a:cubicBezTo>
                      <a:pt x="37301" y="1245268"/>
                      <a:pt x="0" y="1207966"/>
                      <a:pt x="0" y="1161953"/>
                    </a:cubicBezTo>
                    <a:lnTo>
                      <a:pt x="0" y="83315"/>
                    </a:lnTo>
                    <a:cubicBezTo>
                      <a:pt x="0" y="37301"/>
                      <a:pt x="37301" y="0"/>
                      <a:pt x="83315" y="0"/>
                    </a:cubicBezTo>
                    <a:close/>
                  </a:path>
                </a:pathLst>
              </a:custGeom>
              <a:solidFill>
                <a:srgbClr val="F1F1F1"/>
              </a:solidFill>
              <a:ln w="9525" cap="rnd">
                <a:solidFill>
                  <a:srgbClr val="000000"/>
                </a:solidFill>
                <a:prstDash val="solid"/>
                <a:round/>
              </a:ln>
            </p:spPr>
          </p:sp>
          <p:sp>
            <p:nvSpPr>
              <p:cNvPr name="TextBox 30" id="30"/>
              <p:cNvSpPr txBox="true"/>
              <p:nvPr/>
            </p:nvSpPr>
            <p:spPr>
              <a:xfrm>
                <a:off x="0" y="-38100"/>
                <a:ext cx="8296205" cy="1283368"/>
              </a:xfrm>
              <a:prstGeom prst="rect">
                <a:avLst/>
              </a:prstGeom>
            </p:spPr>
            <p:txBody>
              <a:bodyPr anchor="ctr" rtlCol="false" tIns="12700" lIns="12700" bIns="12700" rIns="12700"/>
              <a:lstStyle/>
              <a:p>
                <a:pPr algn="ctr" marL="0" indent="0" lvl="0">
                  <a:lnSpc>
                    <a:spcPts val="2116"/>
                  </a:lnSpc>
                  <a:spcBef>
                    <a:spcPct val="0"/>
                  </a:spcBef>
                </a:pPr>
                <a:r>
                  <a:rPr lang="en-US" sz="1439" spc="211" strike="noStrike" u="none">
                    <a:solidFill>
                      <a:srgbClr val="211F1C"/>
                    </a:solidFill>
                    <a:latin typeface="Nunito Sans Expanded Semi-Bold"/>
                  </a:rPr>
                  <a:t>BORCELLE</a:t>
                </a:r>
              </a:p>
            </p:txBody>
          </p:sp>
        </p:grpSp>
        <p:sp>
          <p:nvSpPr>
            <p:cNvPr name="Freeform 31" id="31"/>
            <p:cNvSpPr/>
            <p:nvPr/>
          </p:nvSpPr>
          <p:spPr>
            <a:xfrm flipH="false" flipV="false" rot="0">
              <a:off x="3233807" y="116532"/>
              <a:ext cx="341941" cy="341941"/>
            </a:xfrm>
            <a:custGeom>
              <a:avLst/>
              <a:gdLst/>
              <a:ahLst/>
              <a:cxnLst/>
              <a:rect r="r" b="b" t="t" l="l"/>
              <a:pathLst>
                <a:path h="341941" w="341941">
                  <a:moveTo>
                    <a:pt x="0" y="0"/>
                  </a:moveTo>
                  <a:lnTo>
                    <a:pt x="341942" y="0"/>
                  </a:lnTo>
                  <a:lnTo>
                    <a:pt x="341942" y="341942"/>
                  </a:lnTo>
                  <a:lnTo>
                    <a:pt x="0" y="3419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2" id="32"/>
            <p:cNvSpPr/>
            <p:nvPr/>
          </p:nvSpPr>
          <p:spPr>
            <a:xfrm flipH="false" flipV="false" rot="0">
              <a:off x="265087" y="118039"/>
              <a:ext cx="341941" cy="341941"/>
            </a:xfrm>
            <a:custGeom>
              <a:avLst/>
              <a:gdLst/>
              <a:ahLst/>
              <a:cxnLst/>
              <a:rect r="r" b="b" t="t" l="l"/>
              <a:pathLst>
                <a:path h="341941" w="341941">
                  <a:moveTo>
                    <a:pt x="0" y="0"/>
                  </a:moveTo>
                  <a:lnTo>
                    <a:pt x="341941" y="0"/>
                  </a:lnTo>
                  <a:lnTo>
                    <a:pt x="341941" y="341941"/>
                  </a:lnTo>
                  <a:lnTo>
                    <a:pt x="0" y="3419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33" id="33"/>
          <p:cNvGrpSpPr/>
          <p:nvPr/>
        </p:nvGrpSpPr>
        <p:grpSpPr>
          <a:xfrm rot="0">
            <a:off x="3879846" y="9043238"/>
            <a:ext cx="1066053" cy="432385"/>
            <a:chOff x="0" y="0"/>
            <a:chExt cx="3070231" cy="1245268"/>
          </a:xfrm>
        </p:grpSpPr>
        <p:sp>
          <p:nvSpPr>
            <p:cNvPr name="Freeform 34" id="34"/>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35" id="35"/>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sz="1439" spc="211">
                  <a:solidFill>
                    <a:srgbClr val="211F1C"/>
                  </a:solidFill>
                  <a:latin typeface="Nunito Sans Expanded Semi-Bold"/>
                </a:rPr>
                <a:t>4/11</a:t>
              </a:r>
            </a:p>
          </p:txBody>
        </p:sp>
      </p:grpSp>
      <p:sp>
        <p:nvSpPr>
          <p:cNvPr name="TextBox 36" id="36"/>
          <p:cNvSpPr txBox="true"/>
          <p:nvPr/>
        </p:nvSpPr>
        <p:spPr>
          <a:xfrm rot="0">
            <a:off x="8886085" y="2929654"/>
            <a:ext cx="6547114" cy="2180170"/>
          </a:xfrm>
          <a:prstGeom prst="rect">
            <a:avLst/>
          </a:prstGeom>
        </p:spPr>
        <p:txBody>
          <a:bodyPr anchor="t" rtlCol="false" tIns="0" lIns="0" bIns="0" rIns="0">
            <a:spAutoFit/>
          </a:bodyPr>
          <a:lstStyle/>
          <a:p>
            <a:pPr algn="l">
              <a:lnSpc>
                <a:spcPts val="8475"/>
              </a:lnSpc>
            </a:pPr>
            <a:r>
              <a:rPr lang="en-US" sz="8392">
                <a:solidFill>
                  <a:srgbClr val="211F1C"/>
                </a:solidFill>
                <a:latin typeface="Anton"/>
              </a:rPr>
              <a:t>PERFORMANCE</a:t>
            </a:r>
          </a:p>
          <a:p>
            <a:pPr algn="l">
              <a:lnSpc>
                <a:spcPts val="8475"/>
              </a:lnSpc>
            </a:pPr>
            <a:r>
              <a:rPr lang="en-US" sz="8392">
                <a:solidFill>
                  <a:srgbClr val="211F1C"/>
                </a:solidFill>
                <a:latin typeface="Anton"/>
              </a:rPr>
              <a:t>OVERVIEW</a:t>
            </a:r>
          </a:p>
        </p:txBody>
      </p:sp>
      <p:sp>
        <p:nvSpPr>
          <p:cNvPr name="TextBox 37" id="37"/>
          <p:cNvSpPr txBox="true"/>
          <p:nvPr/>
        </p:nvSpPr>
        <p:spPr>
          <a:xfrm rot="0">
            <a:off x="8886085" y="5254836"/>
            <a:ext cx="8592290" cy="2254911"/>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Roboto Mono"/>
              </a:rPr>
              <a:t>Lorem ipsum dolor sit amet, consectetur adipiscing elit, sed do eiusmod tempor incididunt ut labore et dolore magna aliqua. Ut enim ad minim veniam, quis nostrud exercitation ullamco laboris nisi ut aliquip ex ea commodo consequat. </a:t>
            </a:r>
          </a:p>
          <a:p>
            <a:pPr algn="l" marL="0" indent="0" lvl="0">
              <a:lnSpc>
                <a:spcPts val="2557"/>
              </a:lnSpc>
              <a:spcBef>
                <a:spcPct val="0"/>
              </a:spcBef>
            </a:pPr>
          </a:p>
          <a:p>
            <a:pPr algn="l" marL="0" indent="0" lvl="0">
              <a:lnSpc>
                <a:spcPts val="2557"/>
              </a:lnSpc>
              <a:spcBef>
                <a:spcPct val="0"/>
              </a:spcBef>
            </a:pPr>
            <a:r>
              <a:rPr lang="en-US" sz="1739" strike="noStrike" u="none">
                <a:solidFill>
                  <a:srgbClr val="211F1C"/>
                </a:solidFill>
                <a:latin typeface="Roboto Mono"/>
              </a:rPr>
              <a:t>Duis aute irure dolor in reprehenderit in voluptate velit esse cillum dolore eu fugiat nulla pariatur. </a:t>
            </a:r>
          </a:p>
        </p:txBody>
      </p:sp>
      <p:sp>
        <p:nvSpPr>
          <p:cNvPr name="TextBox 38" id="38"/>
          <p:cNvSpPr txBox="true"/>
          <p:nvPr/>
        </p:nvSpPr>
        <p:spPr>
          <a:xfrm rot="0">
            <a:off x="809625" y="773985"/>
            <a:ext cx="4018637" cy="255422"/>
          </a:xfrm>
          <a:prstGeom prst="rect">
            <a:avLst/>
          </a:prstGeom>
        </p:spPr>
        <p:txBody>
          <a:bodyPr anchor="t" rtlCol="false" tIns="0" lIns="0" bIns="0" rIns="0">
            <a:spAutoFit/>
          </a:bodyPr>
          <a:lstStyle/>
          <a:p>
            <a:pPr algn="l" marL="0" indent="0" lvl="0">
              <a:lnSpc>
                <a:spcPts val="2116"/>
              </a:lnSpc>
              <a:spcBef>
                <a:spcPct val="0"/>
              </a:spcBef>
            </a:pPr>
            <a:r>
              <a:rPr lang="en-US" sz="1439" spc="211" strike="noStrike" u="none">
                <a:solidFill>
                  <a:srgbClr val="211F1C"/>
                </a:solidFill>
                <a:latin typeface="Nunito Sans Expanded Semi-Bold"/>
              </a:rPr>
              <a:t>@REALLYGREATSITE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9163" y="4210246"/>
            <a:ext cx="3143250" cy="874356"/>
            <a:chOff x="0" y="0"/>
            <a:chExt cx="1002670" cy="278912"/>
          </a:xfrm>
        </p:grpSpPr>
        <p:sp>
          <p:nvSpPr>
            <p:cNvPr name="Freeform 6" id="6"/>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606060"/>
            </a:solidFill>
            <a:ln w="19050" cap="rnd">
              <a:solidFill>
                <a:srgbClr val="000000"/>
              </a:solidFill>
              <a:prstDash val="solid"/>
              <a:round/>
            </a:ln>
          </p:spPr>
        </p:sp>
        <p:sp>
          <p:nvSpPr>
            <p:cNvPr name="TextBox 7" id="7"/>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FFFFFF"/>
                  </a:solidFill>
                  <a:latin typeface="Nunito Sans Expanded Semi-Bold"/>
                </a:rPr>
                <a:t>SOCIAL</a:t>
              </a:r>
            </a:p>
          </p:txBody>
        </p:sp>
      </p:grpSp>
      <p:grpSp>
        <p:nvGrpSpPr>
          <p:cNvPr name="Group 8" id="8"/>
          <p:cNvGrpSpPr/>
          <p:nvPr/>
        </p:nvGrpSpPr>
        <p:grpSpPr>
          <a:xfrm rot="0">
            <a:off x="4245769" y="4210246"/>
            <a:ext cx="3143250" cy="874356"/>
            <a:chOff x="0" y="0"/>
            <a:chExt cx="1002670" cy="278912"/>
          </a:xfrm>
        </p:grpSpPr>
        <p:sp>
          <p:nvSpPr>
            <p:cNvPr name="Freeform 9" id="9"/>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606060"/>
            </a:solidFill>
            <a:ln w="19050" cap="rnd">
              <a:solidFill>
                <a:srgbClr val="000000"/>
              </a:solidFill>
              <a:prstDash val="solid"/>
              <a:round/>
            </a:ln>
          </p:spPr>
        </p:sp>
        <p:sp>
          <p:nvSpPr>
            <p:cNvPr name="TextBox 10" id="10"/>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FFFFFF"/>
                  </a:solidFill>
                  <a:latin typeface="Nunito Sans Expanded Semi-Bold"/>
                </a:rPr>
                <a:t>ADS</a:t>
              </a:r>
            </a:p>
          </p:txBody>
        </p:sp>
      </p:grpSp>
      <p:grpSp>
        <p:nvGrpSpPr>
          <p:cNvPr name="Group 11" id="11"/>
          <p:cNvGrpSpPr/>
          <p:nvPr/>
        </p:nvGrpSpPr>
        <p:grpSpPr>
          <a:xfrm rot="0">
            <a:off x="7572375" y="4210246"/>
            <a:ext cx="3143250" cy="874356"/>
            <a:chOff x="0" y="0"/>
            <a:chExt cx="1002670" cy="278912"/>
          </a:xfrm>
        </p:grpSpPr>
        <p:sp>
          <p:nvSpPr>
            <p:cNvPr name="Freeform 12" id="12"/>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606060"/>
            </a:solidFill>
            <a:ln w="19050" cap="rnd">
              <a:solidFill>
                <a:srgbClr val="000000"/>
              </a:solidFill>
              <a:prstDash val="solid"/>
              <a:round/>
            </a:ln>
          </p:spPr>
        </p:sp>
        <p:sp>
          <p:nvSpPr>
            <p:cNvPr name="TextBox 13" id="13"/>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FFFFFF"/>
                  </a:solidFill>
                  <a:latin typeface="Nunito Sans Expanded Semi-Bold"/>
                </a:rPr>
                <a:t>INFLUENCERS</a:t>
              </a:r>
            </a:p>
          </p:txBody>
        </p:sp>
      </p:grpSp>
      <p:grpSp>
        <p:nvGrpSpPr>
          <p:cNvPr name="Group 14" id="14"/>
          <p:cNvGrpSpPr/>
          <p:nvPr/>
        </p:nvGrpSpPr>
        <p:grpSpPr>
          <a:xfrm rot="0">
            <a:off x="14225588" y="4210246"/>
            <a:ext cx="3143250" cy="874356"/>
            <a:chOff x="0" y="0"/>
            <a:chExt cx="1002670" cy="278912"/>
          </a:xfrm>
        </p:grpSpPr>
        <p:sp>
          <p:nvSpPr>
            <p:cNvPr name="Freeform 15" id="15"/>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606060"/>
            </a:solidFill>
            <a:ln w="19050" cap="rnd">
              <a:solidFill>
                <a:srgbClr val="000000"/>
              </a:solidFill>
              <a:prstDash val="solid"/>
              <a:round/>
            </a:ln>
          </p:spPr>
        </p:sp>
        <p:sp>
          <p:nvSpPr>
            <p:cNvPr name="TextBox 16" id="16"/>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FFFFFF"/>
                  </a:solidFill>
                  <a:latin typeface="Nunito Sans Expanded Semi-Bold"/>
                </a:rPr>
                <a:t>PRODUCTION</a:t>
              </a:r>
            </a:p>
          </p:txBody>
        </p:sp>
      </p:grpSp>
      <p:grpSp>
        <p:nvGrpSpPr>
          <p:cNvPr name="Group 17" id="17"/>
          <p:cNvGrpSpPr/>
          <p:nvPr/>
        </p:nvGrpSpPr>
        <p:grpSpPr>
          <a:xfrm rot="0">
            <a:off x="10898981" y="4210246"/>
            <a:ext cx="3143250" cy="874356"/>
            <a:chOff x="0" y="0"/>
            <a:chExt cx="1002670" cy="278912"/>
          </a:xfrm>
        </p:grpSpPr>
        <p:sp>
          <p:nvSpPr>
            <p:cNvPr name="Freeform 18" id="18"/>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606060"/>
            </a:solidFill>
            <a:ln w="19050" cap="rnd">
              <a:solidFill>
                <a:srgbClr val="000000"/>
              </a:solidFill>
              <a:prstDash val="solid"/>
              <a:round/>
            </a:ln>
          </p:spPr>
        </p:sp>
        <p:sp>
          <p:nvSpPr>
            <p:cNvPr name="TextBox 19" id="19"/>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FFFFFF"/>
                  </a:solidFill>
                  <a:latin typeface="Nunito Sans Expanded Semi-Bold"/>
                </a:rPr>
                <a:t>GIVEAWAYS</a:t>
              </a:r>
            </a:p>
          </p:txBody>
        </p:sp>
      </p:grpSp>
      <p:grpSp>
        <p:nvGrpSpPr>
          <p:cNvPr name="Group 20" id="20"/>
          <p:cNvGrpSpPr/>
          <p:nvPr/>
        </p:nvGrpSpPr>
        <p:grpSpPr>
          <a:xfrm rot="0">
            <a:off x="919163" y="5265577"/>
            <a:ext cx="3143250" cy="874356"/>
            <a:chOff x="0" y="0"/>
            <a:chExt cx="1002670" cy="278912"/>
          </a:xfrm>
        </p:grpSpPr>
        <p:sp>
          <p:nvSpPr>
            <p:cNvPr name="Freeform 21" id="21"/>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DBDBDB"/>
            </a:solidFill>
            <a:ln w="19050" cap="rnd">
              <a:solidFill>
                <a:srgbClr val="000000"/>
              </a:solidFill>
              <a:prstDash val="solid"/>
              <a:round/>
            </a:ln>
          </p:spPr>
        </p:sp>
        <p:sp>
          <p:nvSpPr>
            <p:cNvPr name="TextBox 22" id="22"/>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1 PLATFORM</a:t>
              </a:r>
            </a:p>
          </p:txBody>
        </p:sp>
      </p:grpSp>
      <p:grpSp>
        <p:nvGrpSpPr>
          <p:cNvPr name="Group 23" id="23"/>
          <p:cNvGrpSpPr/>
          <p:nvPr/>
        </p:nvGrpSpPr>
        <p:grpSpPr>
          <a:xfrm rot="0">
            <a:off x="4245769" y="5265577"/>
            <a:ext cx="3143250" cy="874356"/>
            <a:chOff x="0" y="0"/>
            <a:chExt cx="1002670" cy="278912"/>
          </a:xfrm>
        </p:grpSpPr>
        <p:sp>
          <p:nvSpPr>
            <p:cNvPr name="Freeform 24" id="24"/>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25" id="25"/>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$2000</a:t>
              </a:r>
            </a:p>
          </p:txBody>
        </p:sp>
      </p:grpSp>
      <p:grpSp>
        <p:nvGrpSpPr>
          <p:cNvPr name="Group 26" id="26"/>
          <p:cNvGrpSpPr/>
          <p:nvPr/>
        </p:nvGrpSpPr>
        <p:grpSpPr>
          <a:xfrm rot="0">
            <a:off x="7572375" y="5265577"/>
            <a:ext cx="3143250" cy="874356"/>
            <a:chOff x="0" y="0"/>
            <a:chExt cx="1002670" cy="278912"/>
          </a:xfrm>
        </p:grpSpPr>
        <p:sp>
          <p:nvSpPr>
            <p:cNvPr name="Freeform 27" id="27"/>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28" id="28"/>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$3000</a:t>
              </a:r>
            </a:p>
          </p:txBody>
        </p:sp>
      </p:grpSp>
      <p:grpSp>
        <p:nvGrpSpPr>
          <p:cNvPr name="Group 29" id="29"/>
          <p:cNvGrpSpPr/>
          <p:nvPr/>
        </p:nvGrpSpPr>
        <p:grpSpPr>
          <a:xfrm rot="0">
            <a:off x="14225588" y="5265577"/>
            <a:ext cx="3143250" cy="874356"/>
            <a:chOff x="0" y="0"/>
            <a:chExt cx="1002670" cy="278912"/>
          </a:xfrm>
        </p:grpSpPr>
        <p:sp>
          <p:nvSpPr>
            <p:cNvPr name="Freeform 30" id="30"/>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31" id="31"/>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$2000</a:t>
              </a:r>
            </a:p>
          </p:txBody>
        </p:sp>
      </p:grpSp>
      <p:grpSp>
        <p:nvGrpSpPr>
          <p:cNvPr name="Group 32" id="32"/>
          <p:cNvGrpSpPr/>
          <p:nvPr/>
        </p:nvGrpSpPr>
        <p:grpSpPr>
          <a:xfrm rot="0">
            <a:off x="10898981" y="5265577"/>
            <a:ext cx="3143250" cy="874356"/>
            <a:chOff x="0" y="0"/>
            <a:chExt cx="1002670" cy="278912"/>
          </a:xfrm>
        </p:grpSpPr>
        <p:sp>
          <p:nvSpPr>
            <p:cNvPr name="Freeform 33" id="33"/>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34" id="34"/>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$1500</a:t>
              </a:r>
            </a:p>
          </p:txBody>
        </p:sp>
      </p:grpSp>
      <p:grpSp>
        <p:nvGrpSpPr>
          <p:cNvPr name="Group 35" id="35"/>
          <p:cNvGrpSpPr/>
          <p:nvPr/>
        </p:nvGrpSpPr>
        <p:grpSpPr>
          <a:xfrm rot="0">
            <a:off x="919163" y="6320908"/>
            <a:ext cx="3143250" cy="874356"/>
            <a:chOff x="0" y="0"/>
            <a:chExt cx="1002670" cy="278912"/>
          </a:xfrm>
        </p:grpSpPr>
        <p:sp>
          <p:nvSpPr>
            <p:cNvPr name="Freeform 36" id="36"/>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DBDBDB"/>
            </a:solidFill>
            <a:ln w="19050" cap="rnd">
              <a:solidFill>
                <a:srgbClr val="000000"/>
              </a:solidFill>
              <a:prstDash val="solid"/>
              <a:round/>
            </a:ln>
          </p:spPr>
        </p:sp>
        <p:sp>
          <p:nvSpPr>
            <p:cNvPr name="TextBox 37" id="37"/>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2 PLATFORM</a:t>
              </a:r>
            </a:p>
          </p:txBody>
        </p:sp>
      </p:grpSp>
      <p:grpSp>
        <p:nvGrpSpPr>
          <p:cNvPr name="Group 38" id="38"/>
          <p:cNvGrpSpPr/>
          <p:nvPr/>
        </p:nvGrpSpPr>
        <p:grpSpPr>
          <a:xfrm rot="0">
            <a:off x="4245769" y="6320908"/>
            <a:ext cx="3143250" cy="874356"/>
            <a:chOff x="0" y="0"/>
            <a:chExt cx="1002670" cy="278912"/>
          </a:xfrm>
        </p:grpSpPr>
        <p:sp>
          <p:nvSpPr>
            <p:cNvPr name="Freeform 39" id="39"/>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40" id="40"/>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$2000</a:t>
              </a:r>
            </a:p>
          </p:txBody>
        </p:sp>
      </p:grpSp>
      <p:grpSp>
        <p:nvGrpSpPr>
          <p:cNvPr name="Group 41" id="41"/>
          <p:cNvGrpSpPr/>
          <p:nvPr/>
        </p:nvGrpSpPr>
        <p:grpSpPr>
          <a:xfrm rot="0">
            <a:off x="7572375" y="6320908"/>
            <a:ext cx="3143250" cy="874356"/>
            <a:chOff x="0" y="0"/>
            <a:chExt cx="1002670" cy="278912"/>
          </a:xfrm>
        </p:grpSpPr>
        <p:sp>
          <p:nvSpPr>
            <p:cNvPr name="Freeform 42" id="42"/>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43" id="43"/>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$3000</a:t>
              </a:r>
            </a:p>
          </p:txBody>
        </p:sp>
      </p:grpSp>
      <p:grpSp>
        <p:nvGrpSpPr>
          <p:cNvPr name="Group 44" id="44"/>
          <p:cNvGrpSpPr/>
          <p:nvPr/>
        </p:nvGrpSpPr>
        <p:grpSpPr>
          <a:xfrm rot="0">
            <a:off x="14225588" y="6320908"/>
            <a:ext cx="3143250" cy="874356"/>
            <a:chOff x="0" y="0"/>
            <a:chExt cx="1002670" cy="278912"/>
          </a:xfrm>
        </p:grpSpPr>
        <p:sp>
          <p:nvSpPr>
            <p:cNvPr name="Freeform 45" id="45"/>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46" id="46"/>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$2000</a:t>
              </a:r>
            </a:p>
          </p:txBody>
        </p:sp>
      </p:grpSp>
      <p:grpSp>
        <p:nvGrpSpPr>
          <p:cNvPr name="Group 47" id="47"/>
          <p:cNvGrpSpPr/>
          <p:nvPr/>
        </p:nvGrpSpPr>
        <p:grpSpPr>
          <a:xfrm rot="0">
            <a:off x="10898981" y="6320908"/>
            <a:ext cx="3143250" cy="874356"/>
            <a:chOff x="0" y="0"/>
            <a:chExt cx="1002670" cy="278912"/>
          </a:xfrm>
        </p:grpSpPr>
        <p:sp>
          <p:nvSpPr>
            <p:cNvPr name="Freeform 48" id="48"/>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49" id="49"/>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$1500</a:t>
              </a:r>
            </a:p>
          </p:txBody>
        </p:sp>
      </p:grpSp>
      <p:grpSp>
        <p:nvGrpSpPr>
          <p:cNvPr name="Group 50" id="50"/>
          <p:cNvGrpSpPr/>
          <p:nvPr/>
        </p:nvGrpSpPr>
        <p:grpSpPr>
          <a:xfrm rot="0">
            <a:off x="919163" y="7376238"/>
            <a:ext cx="3143250" cy="874356"/>
            <a:chOff x="0" y="0"/>
            <a:chExt cx="1002670" cy="278912"/>
          </a:xfrm>
        </p:grpSpPr>
        <p:sp>
          <p:nvSpPr>
            <p:cNvPr name="Freeform 51" id="51"/>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DBDBDB"/>
            </a:solidFill>
            <a:ln w="19050" cap="rnd">
              <a:solidFill>
                <a:srgbClr val="000000"/>
              </a:solidFill>
              <a:prstDash val="solid"/>
              <a:round/>
            </a:ln>
          </p:spPr>
        </p:sp>
        <p:sp>
          <p:nvSpPr>
            <p:cNvPr name="TextBox 52" id="52"/>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2 PLATFORM</a:t>
              </a:r>
            </a:p>
          </p:txBody>
        </p:sp>
      </p:grpSp>
      <p:grpSp>
        <p:nvGrpSpPr>
          <p:cNvPr name="Group 53" id="53"/>
          <p:cNvGrpSpPr/>
          <p:nvPr/>
        </p:nvGrpSpPr>
        <p:grpSpPr>
          <a:xfrm rot="0">
            <a:off x="4245769" y="7376238"/>
            <a:ext cx="3143250" cy="874356"/>
            <a:chOff x="0" y="0"/>
            <a:chExt cx="1002670" cy="278912"/>
          </a:xfrm>
        </p:grpSpPr>
        <p:sp>
          <p:nvSpPr>
            <p:cNvPr name="Freeform 54" id="54"/>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55" id="55"/>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$2000</a:t>
              </a:r>
            </a:p>
          </p:txBody>
        </p:sp>
      </p:grpSp>
      <p:grpSp>
        <p:nvGrpSpPr>
          <p:cNvPr name="Group 56" id="56"/>
          <p:cNvGrpSpPr/>
          <p:nvPr/>
        </p:nvGrpSpPr>
        <p:grpSpPr>
          <a:xfrm rot="0">
            <a:off x="7572375" y="7376238"/>
            <a:ext cx="3143250" cy="874356"/>
            <a:chOff x="0" y="0"/>
            <a:chExt cx="1002670" cy="278912"/>
          </a:xfrm>
        </p:grpSpPr>
        <p:sp>
          <p:nvSpPr>
            <p:cNvPr name="Freeform 57" id="57"/>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58" id="58"/>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$3000</a:t>
              </a:r>
            </a:p>
          </p:txBody>
        </p:sp>
      </p:grpSp>
      <p:grpSp>
        <p:nvGrpSpPr>
          <p:cNvPr name="Group 59" id="59"/>
          <p:cNvGrpSpPr/>
          <p:nvPr/>
        </p:nvGrpSpPr>
        <p:grpSpPr>
          <a:xfrm rot="0">
            <a:off x="14225588" y="7376238"/>
            <a:ext cx="3143250" cy="874356"/>
            <a:chOff x="0" y="0"/>
            <a:chExt cx="1002670" cy="278912"/>
          </a:xfrm>
        </p:grpSpPr>
        <p:sp>
          <p:nvSpPr>
            <p:cNvPr name="Freeform 60" id="60"/>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61" id="61"/>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$2000</a:t>
              </a:r>
            </a:p>
          </p:txBody>
        </p:sp>
      </p:grpSp>
      <p:grpSp>
        <p:nvGrpSpPr>
          <p:cNvPr name="Group 62" id="62"/>
          <p:cNvGrpSpPr/>
          <p:nvPr/>
        </p:nvGrpSpPr>
        <p:grpSpPr>
          <a:xfrm rot="0">
            <a:off x="10898981" y="7376238"/>
            <a:ext cx="3143250" cy="874356"/>
            <a:chOff x="0" y="0"/>
            <a:chExt cx="1002670" cy="278912"/>
          </a:xfrm>
        </p:grpSpPr>
        <p:sp>
          <p:nvSpPr>
            <p:cNvPr name="Freeform 63" id="63"/>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64" id="64"/>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$1500</a:t>
              </a:r>
            </a:p>
          </p:txBody>
        </p:sp>
      </p:grpSp>
      <p:grpSp>
        <p:nvGrpSpPr>
          <p:cNvPr name="Group 65" id="65"/>
          <p:cNvGrpSpPr/>
          <p:nvPr/>
        </p:nvGrpSpPr>
        <p:grpSpPr>
          <a:xfrm rot="0">
            <a:off x="919163" y="8431569"/>
            <a:ext cx="3143250" cy="874356"/>
            <a:chOff x="0" y="0"/>
            <a:chExt cx="1002670" cy="278912"/>
          </a:xfrm>
        </p:grpSpPr>
        <p:sp>
          <p:nvSpPr>
            <p:cNvPr name="Freeform 66" id="66"/>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DBDBDB"/>
            </a:solidFill>
            <a:ln w="19050" cap="rnd">
              <a:solidFill>
                <a:srgbClr val="000000"/>
              </a:solidFill>
              <a:prstDash val="solid"/>
              <a:round/>
            </a:ln>
          </p:spPr>
        </p:sp>
        <p:sp>
          <p:nvSpPr>
            <p:cNvPr name="TextBox 67" id="67"/>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3 PLATFORM</a:t>
              </a:r>
            </a:p>
          </p:txBody>
        </p:sp>
      </p:grpSp>
      <p:grpSp>
        <p:nvGrpSpPr>
          <p:cNvPr name="Group 68" id="68"/>
          <p:cNvGrpSpPr/>
          <p:nvPr/>
        </p:nvGrpSpPr>
        <p:grpSpPr>
          <a:xfrm rot="0">
            <a:off x="4245769" y="8431569"/>
            <a:ext cx="3143250" cy="874356"/>
            <a:chOff x="0" y="0"/>
            <a:chExt cx="1002670" cy="278912"/>
          </a:xfrm>
        </p:grpSpPr>
        <p:sp>
          <p:nvSpPr>
            <p:cNvPr name="Freeform 69" id="69"/>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70" id="70"/>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$2000</a:t>
              </a:r>
            </a:p>
          </p:txBody>
        </p:sp>
      </p:grpSp>
      <p:grpSp>
        <p:nvGrpSpPr>
          <p:cNvPr name="Group 71" id="71"/>
          <p:cNvGrpSpPr/>
          <p:nvPr/>
        </p:nvGrpSpPr>
        <p:grpSpPr>
          <a:xfrm rot="0">
            <a:off x="7572375" y="8431569"/>
            <a:ext cx="3143250" cy="874356"/>
            <a:chOff x="0" y="0"/>
            <a:chExt cx="1002670" cy="278912"/>
          </a:xfrm>
        </p:grpSpPr>
        <p:sp>
          <p:nvSpPr>
            <p:cNvPr name="Freeform 72" id="72"/>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73" id="73"/>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$3000</a:t>
              </a:r>
            </a:p>
          </p:txBody>
        </p:sp>
      </p:grpSp>
      <p:grpSp>
        <p:nvGrpSpPr>
          <p:cNvPr name="Group 74" id="74"/>
          <p:cNvGrpSpPr/>
          <p:nvPr/>
        </p:nvGrpSpPr>
        <p:grpSpPr>
          <a:xfrm rot="0">
            <a:off x="14225588" y="8431569"/>
            <a:ext cx="3143250" cy="874356"/>
            <a:chOff x="0" y="0"/>
            <a:chExt cx="1002670" cy="278912"/>
          </a:xfrm>
        </p:grpSpPr>
        <p:sp>
          <p:nvSpPr>
            <p:cNvPr name="Freeform 75" id="75"/>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76" id="76"/>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$2000</a:t>
              </a:r>
            </a:p>
          </p:txBody>
        </p:sp>
      </p:grpSp>
      <p:grpSp>
        <p:nvGrpSpPr>
          <p:cNvPr name="Group 77" id="77"/>
          <p:cNvGrpSpPr/>
          <p:nvPr/>
        </p:nvGrpSpPr>
        <p:grpSpPr>
          <a:xfrm rot="0">
            <a:off x="10898981" y="8431569"/>
            <a:ext cx="3143250" cy="874356"/>
            <a:chOff x="0" y="0"/>
            <a:chExt cx="1002670" cy="278912"/>
          </a:xfrm>
        </p:grpSpPr>
        <p:sp>
          <p:nvSpPr>
            <p:cNvPr name="Freeform 78" id="78"/>
            <p:cNvSpPr/>
            <p:nvPr/>
          </p:nvSpPr>
          <p:spPr>
            <a:xfrm flipH="false" flipV="false" rot="0">
              <a:off x="0" y="0"/>
              <a:ext cx="1002670" cy="278912"/>
            </a:xfrm>
            <a:custGeom>
              <a:avLst/>
              <a:gdLst/>
              <a:ahLst/>
              <a:cxnLst/>
              <a:rect r="r" b="b" t="t" l="l"/>
              <a:pathLst>
                <a:path h="278912" w="1002670">
                  <a:moveTo>
                    <a:pt x="88669" y="0"/>
                  </a:moveTo>
                  <a:lnTo>
                    <a:pt x="914001" y="0"/>
                  </a:lnTo>
                  <a:cubicBezTo>
                    <a:pt x="937517" y="0"/>
                    <a:pt x="960071" y="9342"/>
                    <a:pt x="976699" y="25971"/>
                  </a:cubicBezTo>
                  <a:cubicBezTo>
                    <a:pt x="993328" y="42599"/>
                    <a:pt x="1002670" y="65153"/>
                    <a:pt x="1002670" y="88669"/>
                  </a:cubicBezTo>
                  <a:lnTo>
                    <a:pt x="1002670" y="190243"/>
                  </a:lnTo>
                  <a:cubicBezTo>
                    <a:pt x="1002670" y="213759"/>
                    <a:pt x="993328" y="236313"/>
                    <a:pt x="976699" y="252941"/>
                  </a:cubicBezTo>
                  <a:cubicBezTo>
                    <a:pt x="960071" y="269570"/>
                    <a:pt x="937517" y="278912"/>
                    <a:pt x="914001" y="278912"/>
                  </a:cubicBezTo>
                  <a:lnTo>
                    <a:pt x="88669" y="278912"/>
                  </a:lnTo>
                  <a:cubicBezTo>
                    <a:pt x="65153" y="278912"/>
                    <a:pt x="42599" y="269570"/>
                    <a:pt x="25971" y="252941"/>
                  </a:cubicBezTo>
                  <a:cubicBezTo>
                    <a:pt x="9342" y="236313"/>
                    <a:pt x="0" y="213759"/>
                    <a:pt x="0" y="190243"/>
                  </a:cubicBezTo>
                  <a:lnTo>
                    <a:pt x="0" y="88669"/>
                  </a:lnTo>
                  <a:cubicBezTo>
                    <a:pt x="0" y="65153"/>
                    <a:pt x="9342" y="42599"/>
                    <a:pt x="25971" y="25971"/>
                  </a:cubicBezTo>
                  <a:cubicBezTo>
                    <a:pt x="42599" y="9342"/>
                    <a:pt x="65153" y="0"/>
                    <a:pt x="88669" y="0"/>
                  </a:cubicBezTo>
                  <a:close/>
                </a:path>
              </a:pathLst>
            </a:custGeom>
            <a:solidFill>
              <a:srgbClr val="F1F1F1"/>
            </a:solidFill>
            <a:ln w="19050" cap="rnd">
              <a:solidFill>
                <a:srgbClr val="000000"/>
              </a:solidFill>
              <a:prstDash val="solid"/>
              <a:round/>
            </a:ln>
          </p:spPr>
        </p:sp>
        <p:sp>
          <p:nvSpPr>
            <p:cNvPr name="TextBox 79" id="79"/>
            <p:cNvSpPr txBox="true"/>
            <p:nvPr/>
          </p:nvSpPr>
          <p:spPr>
            <a:xfrm>
              <a:off x="0" y="-38100"/>
              <a:ext cx="1002670" cy="317012"/>
            </a:xfrm>
            <a:prstGeom prst="rect">
              <a:avLst/>
            </a:prstGeom>
          </p:spPr>
          <p:txBody>
            <a:bodyPr anchor="ctr" rtlCol="false" tIns="38100" lIns="38100" bIns="38100" rIns="38100"/>
            <a:lstStyle/>
            <a:p>
              <a:pPr algn="ctr" marL="0" indent="0" lvl="0">
                <a:lnSpc>
                  <a:spcPts val="2116"/>
                </a:lnSpc>
                <a:spcBef>
                  <a:spcPct val="0"/>
                </a:spcBef>
              </a:pPr>
              <a:r>
                <a:rPr lang="en-US" sz="1439" spc="211" strike="noStrike" u="none">
                  <a:solidFill>
                    <a:srgbClr val="211F1C"/>
                  </a:solidFill>
                  <a:latin typeface="Nunito Sans Expanded Semi-Bold"/>
                </a:rPr>
                <a:t>$1500</a:t>
              </a:r>
            </a:p>
          </p:txBody>
        </p:sp>
      </p:grpSp>
      <p:sp>
        <p:nvSpPr>
          <p:cNvPr name="TextBox 80" id="80"/>
          <p:cNvSpPr txBox="true"/>
          <p:nvPr/>
        </p:nvSpPr>
        <p:spPr>
          <a:xfrm rot="0">
            <a:off x="1591426" y="1786951"/>
            <a:ext cx="15105147" cy="1126425"/>
          </a:xfrm>
          <a:prstGeom prst="rect">
            <a:avLst/>
          </a:prstGeom>
        </p:spPr>
        <p:txBody>
          <a:bodyPr anchor="t" rtlCol="false" tIns="0" lIns="0" bIns="0" rIns="0">
            <a:spAutoFit/>
          </a:bodyPr>
          <a:lstStyle/>
          <a:p>
            <a:pPr algn="ctr" marL="0" indent="0" lvl="0">
              <a:lnSpc>
                <a:spcPts val="8475"/>
              </a:lnSpc>
              <a:spcBef>
                <a:spcPct val="0"/>
              </a:spcBef>
            </a:pPr>
            <a:r>
              <a:rPr lang="en-US" sz="8392" strike="noStrike" u="none">
                <a:solidFill>
                  <a:srgbClr val="211F1C"/>
                </a:solidFill>
                <a:latin typeface="Anton"/>
              </a:rPr>
              <a:t>SUMMER MARKETING BUDGET</a:t>
            </a:r>
          </a:p>
        </p:txBody>
      </p:sp>
      <p:sp>
        <p:nvSpPr>
          <p:cNvPr name="TextBox 81" id="81"/>
          <p:cNvSpPr txBox="true"/>
          <p:nvPr/>
        </p:nvSpPr>
        <p:spPr>
          <a:xfrm rot="0">
            <a:off x="2032829" y="3060472"/>
            <a:ext cx="14222341" cy="635661"/>
          </a:xfrm>
          <a:prstGeom prst="rect">
            <a:avLst/>
          </a:prstGeom>
        </p:spPr>
        <p:txBody>
          <a:bodyPr anchor="t" rtlCol="false" tIns="0" lIns="0" bIns="0" rIns="0">
            <a:spAutoFit/>
          </a:bodyPr>
          <a:lstStyle/>
          <a:p>
            <a:pPr algn="ctr" marL="0" indent="0" lvl="0">
              <a:lnSpc>
                <a:spcPts val="2557"/>
              </a:lnSpc>
              <a:spcBef>
                <a:spcPct val="0"/>
              </a:spcBef>
            </a:pPr>
            <a:r>
              <a:rPr lang="en-US" sz="1739">
                <a:solidFill>
                  <a:srgbClr val="211F1C"/>
                </a:solidFill>
                <a:latin typeface="Roboto Mono"/>
              </a:rPr>
              <a:t>Lorem ipsum dolor sit amet, consectetur adipiscing elit, sed do eiusmod tempor incididunt ut labore et dolore magna aliqua.</a:t>
            </a:r>
          </a:p>
        </p:txBody>
      </p:sp>
      <p:sp>
        <p:nvSpPr>
          <p:cNvPr name="Freeform 82" id="82"/>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3" id="83"/>
          <p:cNvSpPr txBox="true"/>
          <p:nvPr/>
        </p:nvSpPr>
        <p:spPr>
          <a:xfrm rot="0">
            <a:off x="809625" y="773985"/>
            <a:ext cx="4018637" cy="255422"/>
          </a:xfrm>
          <a:prstGeom prst="rect">
            <a:avLst/>
          </a:prstGeom>
        </p:spPr>
        <p:txBody>
          <a:bodyPr anchor="t" rtlCol="false" tIns="0" lIns="0" bIns="0" rIns="0">
            <a:spAutoFit/>
          </a:bodyPr>
          <a:lstStyle/>
          <a:p>
            <a:pPr algn="l" marL="0" indent="0" lvl="0">
              <a:lnSpc>
                <a:spcPts val="2116"/>
              </a:lnSpc>
              <a:spcBef>
                <a:spcPct val="0"/>
              </a:spcBef>
            </a:pPr>
            <a:r>
              <a:rPr lang="en-US" sz="1439" spc="211" strike="noStrike" u="none">
                <a:solidFill>
                  <a:srgbClr val="211F1C"/>
                </a:solidFill>
                <a:latin typeface="Nunito Sans Expanded Semi-Bold"/>
              </a:rPr>
              <a:t>@REALLYGREATSITE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144000" y="522083"/>
            <a:ext cx="8521911" cy="4391458"/>
            <a:chOff x="0" y="0"/>
            <a:chExt cx="2502923" cy="1289791"/>
          </a:xfrm>
        </p:grpSpPr>
        <p:sp>
          <p:nvSpPr>
            <p:cNvPr name="Freeform 6" id="6"/>
            <p:cNvSpPr/>
            <p:nvPr/>
          </p:nvSpPr>
          <p:spPr>
            <a:xfrm flipH="false" flipV="false" rot="0">
              <a:off x="0" y="0"/>
              <a:ext cx="2502923" cy="1289791"/>
            </a:xfrm>
            <a:custGeom>
              <a:avLst/>
              <a:gdLst/>
              <a:ahLst/>
              <a:cxnLst/>
              <a:rect r="r" b="b" t="t" l="l"/>
              <a:pathLst>
                <a:path h="1289791" w="2502923">
                  <a:moveTo>
                    <a:pt x="32705" y="0"/>
                  </a:moveTo>
                  <a:lnTo>
                    <a:pt x="2470218" y="0"/>
                  </a:lnTo>
                  <a:cubicBezTo>
                    <a:pt x="2488280" y="0"/>
                    <a:pt x="2502923" y="14643"/>
                    <a:pt x="2502923" y="32705"/>
                  </a:cubicBezTo>
                  <a:lnTo>
                    <a:pt x="2502923" y="1257086"/>
                  </a:lnTo>
                  <a:cubicBezTo>
                    <a:pt x="2502923" y="1275148"/>
                    <a:pt x="2488280" y="1289791"/>
                    <a:pt x="2470218" y="1289791"/>
                  </a:cubicBezTo>
                  <a:lnTo>
                    <a:pt x="32705" y="1289791"/>
                  </a:lnTo>
                  <a:cubicBezTo>
                    <a:pt x="24031" y="1289791"/>
                    <a:pt x="15712" y="1286345"/>
                    <a:pt x="9579" y="1280212"/>
                  </a:cubicBezTo>
                  <a:cubicBezTo>
                    <a:pt x="3446" y="1274078"/>
                    <a:pt x="0" y="1265760"/>
                    <a:pt x="0" y="1257086"/>
                  </a:cubicBezTo>
                  <a:lnTo>
                    <a:pt x="0" y="32705"/>
                  </a:lnTo>
                  <a:cubicBezTo>
                    <a:pt x="0" y="14643"/>
                    <a:pt x="14643" y="0"/>
                    <a:pt x="32705" y="0"/>
                  </a:cubicBezTo>
                  <a:close/>
                </a:path>
              </a:pathLst>
            </a:custGeom>
            <a:solidFill>
              <a:srgbClr val="F1F1F1"/>
            </a:solidFill>
            <a:ln w="19050" cap="rnd">
              <a:solidFill>
                <a:srgbClr val="000000"/>
              </a:solidFill>
              <a:prstDash val="solid"/>
              <a:round/>
            </a:ln>
          </p:spPr>
        </p:sp>
        <p:sp>
          <p:nvSpPr>
            <p:cNvPr name="TextBox 7" id="7"/>
            <p:cNvSpPr txBox="true"/>
            <p:nvPr/>
          </p:nvSpPr>
          <p:spPr>
            <a:xfrm>
              <a:off x="0" y="-38100"/>
              <a:ext cx="2502923" cy="1327891"/>
            </a:xfrm>
            <a:prstGeom prst="rect">
              <a:avLst/>
            </a:prstGeom>
          </p:spPr>
          <p:txBody>
            <a:bodyPr anchor="ctr" rtlCol="false" tIns="55174" lIns="55174" bIns="55174" rIns="55174"/>
            <a:lstStyle/>
            <a:p>
              <a:pPr algn="ctr">
                <a:lnSpc>
                  <a:spcPts val="2116"/>
                </a:lnSpc>
              </a:pPr>
            </a:p>
          </p:txBody>
        </p:sp>
      </p:grpSp>
      <p:grpSp>
        <p:nvGrpSpPr>
          <p:cNvPr name="Group 8" id="8"/>
          <p:cNvGrpSpPr/>
          <p:nvPr/>
        </p:nvGrpSpPr>
        <p:grpSpPr>
          <a:xfrm rot="0">
            <a:off x="9144000" y="5373458"/>
            <a:ext cx="8521911" cy="4391458"/>
            <a:chOff x="0" y="0"/>
            <a:chExt cx="2502923" cy="1289791"/>
          </a:xfrm>
        </p:grpSpPr>
        <p:sp>
          <p:nvSpPr>
            <p:cNvPr name="Freeform 9" id="9"/>
            <p:cNvSpPr/>
            <p:nvPr/>
          </p:nvSpPr>
          <p:spPr>
            <a:xfrm flipH="false" flipV="false" rot="0">
              <a:off x="0" y="0"/>
              <a:ext cx="2502923" cy="1289791"/>
            </a:xfrm>
            <a:custGeom>
              <a:avLst/>
              <a:gdLst/>
              <a:ahLst/>
              <a:cxnLst/>
              <a:rect r="r" b="b" t="t" l="l"/>
              <a:pathLst>
                <a:path h="1289791" w="2502923">
                  <a:moveTo>
                    <a:pt x="32705" y="0"/>
                  </a:moveTo>
                  <a:lnTo>
                    <a:pt x="2470218" y="0"/>
                  </a:lnTo>
                  <a:cubicBezTo>
                    <a:pt x="2488280" y="0"/>
                    <a:pt x="2502923" y="14643"/>
                    <a:pt x="2502923" y="32705"/>
                  </a:cubicBezTo>
                  <a:lnTo>
                    <a:pt x="2502923" y="1257086"/>
                  </a:lnTo>
                  <a:cubicBezTo>
                    <a:pt x="2502923" y="1275148"/>
                    <a:pt x="2488280" y="1289791"/>
                    <a:pt x="2470218" y="1289791"/>
                  </a:cubicBezTo>
                  <a:lnTo>
                    <a:pt x="32705" y="1289791"/>
                  </a:lnTo>
                  <a:cubicBezTo>
                    <a:pt x="24031" y="1289791"/>
                    <a:pt x="15712" y="1286345"/>
                    <a:pt x="9579" y="1280212"/>
                  </a:cubicBezTo>
                  <a:cubicBezTo>
                    <a:pt x="3446" y="1274078"/>
                    <a:pt x="0" y="1265760"/>
                    <a:pt x="0" y="1257086"/>
                  </a:cubicBezTo>
                  <a:lnTo>
                    <a:pt x="0" y="32705"/>
                  </a:lnTo>
                  <a:cubicBezTo>
                    <a:pt x="0" y="14643"/>
                    <a:pt x="14643" y="0"/>
                    <a:pt x="32705" y="0"/>
                  </a:cubicBezTo>
                  <a:close/>
                </a:path>
              </a:pathLst>
            </a:custGeom>
            <a:solidFill>
              <a:srgbClr val="F1F1F1"/>
            </a:solidFill>
            <a:ln w="19050" cap="rnd">
              <a:solidFill>
                <a:srgbClr val="000000"/>
              </a:solidFill>
              <a:prstDash val="solid"/>
              <a:round/>
            </a:ln>
          </p:spPr>
        </p:sp>
        <p:sp>
          <p:nvSpPr>
            <p:cNvPr name="TextBox 10" id="10"/>
            <p:cNvSpPr txBox="true"/>
            <p:nvPr/>
          </p:nvSpPr>
          <p:spPr>
            <a:xfrm>
              <a:off x="0" y="-38100"/>
              <a:ext cx="2502923" cy="1327891"/>
            </a:xfrm>
            <a:prstGeom prst="rect">
              <a:avLst/>
            </a:prstGeom>
          </p:spPr>
          <p:txBody>
            <a:bodyPr anchor="ctr" rtlCol="false" tIns="55174" lIns="55174" bIns="55174" rIns="55174"/>
            <a:lstStyle/>
            <a:p>
              <a:pPr algn="ctr">
                <a:lnSpc>
                  <a:spcPts val="2116"/>
                </a:lnSpc>
              </a:pPr>
            </a:p>
          </p:txBody>
        </p:sp>
      </p:grpSp>
      <p:sp>
        <p:nvSpPr>
          <p:cNvPr name="Freeform 11" id="11"/>
          <p:cNvSpPr/>
          <p:nvPr/>
        </p:nvSpPr>
        <p:spPr>
          <a:xfrm flipH="false" flipV="false" rot="0">
            <a:off x="13697613" y="1642489"/>
            <a:ext cx="462494" cy="401109"/>
          </a:xfrm>
          <a:custGeom>
            <a:avLst/>
            <a:gdLst/>
            <a:ahLst/>
            <a:cxnLst/>
            <a:rect r="r" b="b" t="t" l="l"/>
            <a:pathLst>
              <a:path h="401109" w="462494">
                <a:moveTo>
                  <a:pt x="0" y="0"/>
                </a:moveTo>
                <a:lnTo>
                  <a:pt x="462494" y="0"/>
                </a:lnTo>
                <a:lnTo>
                  <a:pt x="462494" y="401109"/>
                </a:lnTo>
                <a:lnTo>
                  <a:pt x="0" y="4011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3697613" y="6493864"/>
            <a:ext cx="462494" cy="401109"/>
          </a:xfrm>
          <a:custGeom>
            <a:avLst/>
            <a:gdLst/>
            <a:ahLst/>
            <a:cxnLst/>
            <a:rect r="r" b="b" t="t" l="l"/>
            <a:pathLst>
              <a:path h="401109" w="462494">
                <a:moveTo>
                  <a:pt x="0" y="0"/>
                </a:moveTo>
                <a:lnTo>
                  <a:pt x="462494" y="0"/>
                </a:lnTo>
                <a:lnTo>
                  <a:pt x="462494" y="401109"/>
                </a:lnTo>
                <a:lnTo>
                  <a:pt x="0" y="4011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3710435" y="2432731"/>
            <a:ext cx="436851" cy="401109"/>
          </a:xfrm>
          <a:custGeom>
            <a:avLst/>
            <a:gdLst/>
            <a:ahLst/>
            <a:cxnLst/>
            <a:rect r="r" b="b" t="t" l="l"/>
            <a:pathLst>
              <a:path h="401109" w="436851">
                <a:moveTo>
                  <a:pt x="0" y="0"/>
                </a:moveTo>
                <a:lnTo>
                  <a:pt x="436851" y="0"/>
                </a:lnTo>
                <a:lnTo>
                  <a:pt x="436851" y="401109"/>
                </a:lnTo>
                <a:lnTo>
                  <a:pt x="0" y="4011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3710435" y="7284106"/>
            <a:ext cx="436851" cy="401109"/>
          </a:xfrm>
          <a:custGeom>
            <a:avLst/>
            <a:gdLst/>
            <a:ahLst/>
            <a:cxnLst/>
            <a:rect r="r" b="b" t="t" l="l"/>
            <a:pathLst>
              <a:path h="401109" w="436851">
                <a:moveTo>
                  <a:pt x="0" y="0"/>
                </a:moveTo>
                <a:lnTo>
                  <a:pt x="436851" y="0"/>
                </a:lnTo>
                <a:lnTo>
                  <a:pt x="436851" y="401109"/>
                </a:lnTo>
                <a:lnTo>
                  <a:pt x="0" y="4011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9898099" y="3222973"/>
            <a:ext cx="401109" cy="401109"/>
          </a:xfrm>
          <a:custGeom>
            <a:avLst/>
            <a:gdLst/>
            <a:ahLst/>
            <a:cxnLst/>
            <a:rect r="r" b="b" t="t" l="l"/>
            <a:pathLst>
              <a:path h="401109" w="401109">
                <a:moveTo>
                  <a:pt x="0" y="0"/>
                </a:moveTo>
                <a:lnTo>
                  <a:pt x="401108" y="0"/>
                </a:lnTo>
                <a:lnTo>
                  <a:pt x="401108" y="401109"/>
                </a:lnTo>
                <a:lnTo>
                  <a:pt x="0" y="4011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9898099" y="8074348"/>
            <a:ext cx="401109" cy="401109"/>
          </a:xfrm>
          <a:custGeom>
            <a:avLst/>
            <a:gdLst/>
            <a:ahLst/>
            <a:cxnLst/>
            <a:rect r="r" b="b" t="t" l="l"/>
            <a:pathLst>
              <a:path h="401109" w="401109">
                <a:moveTo>
                  <a:pt x="0" y="0"/>
                </a:moveTo>
                <a:lnTo>
                  <a:pt x="401108" y="0"/>
                </a:lnTo>
                <a:lnTo>
                  <a:pt x="401108" y="401109"/>
                </a:lnTo>
                <a:lnTo>
                  <a:pt x="0" y="4011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9931646" y="4013215"/>
            <a:ext cx="334014" cy="401109"/>
          </a:xfrm>
          <a:custGeom>
            <a:avLst/>
            <a:gdLst/>
            <a:ahLst/>
            <a:cxnLst/>
            <a:rect r="r" b="b" t="t" l="l"/>
            <a:pathLst>
              <a:path h="401109" w="334014">
                <a:moveTo>
                  <a:pt x="0" y="0"/>
                </a:moveTo>
                <a:lnTo>
                  <a:pt x="334014" y="0"/>
                </a:lnTo>
                <a:lnTo>
                  <a:pt x="334014" y="401109"/>
                </a:lnTo>
                <a:lnTo>
                  <a:pt x="0" y="4011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9931646" y="8864590"/>
            <a:ext cx="334014" cy="401109"/>
          </a:xfrm>
          <a:custGeom>
            <a:avLst/>
            <a:gdLst/>
            <a:ahLst/>
            <a:cxnLst/>
            <a:rect r="r" b="b" t="t" l="l"/>
            <a:pathLst>
              <a:path h="401109" w="334014">
                <a:moveTo>
                  <a:pt x="0" y="0"/>
                </a:moveTo>
                <a:lnTo>
                  <a:pt x="334014" y="0"/>
                </a:lnTo>
                <a:lnTo>
                  <a:pt x="334014" y="401109"/>
                </a:lnTo>
                <a:lnTo>
                  <a:pt x="0" y="4011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9867406" y="1642489"/>
            <a:ext cx="462494" cy="401109"/>
          </a:xfrm>
          <a:custGeom>
            <a:avLst/>
            <a:gdLst/>
            <a:ahLst/>
            <a:cxnLst/>
            <a:rect r="r" b="b" t="t" l="l"/>
            <a:pathLst>
              <a:path h="401109" w="462494">
                <a:moveTo>
                  <a:pt x="0" y="0"/>
                </a:moveTo>
                <a:lnTo>
                  <a:pt x="462494" y="0"/>
                </a:lnTo>
                <a:lnTo>
                  <a:pt x="462494" y="401109"/>
                </a:lnTo>
                <a:lnTo>
                  <a:pt x="0" y="4011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0">
            <a:off x="9867406" y="6493864"/>
            <a:ext cx="462494" cy="401109"/>
          </a:xfrm>
          <a:custGeom>
            <a:avLst/>
            <a:gdLst/>
            <a:ahLst/>
            <a:cxnLst/>
            <a:rect r="r" b="b" t="t" l="l"/>
            <a:pathLst>
              <a:path h="401109" w="462494">
                <a:moveTo>
                  <a:pt x="0" y="0"/>
                </a:moveTo>
                <a:lnTo>
                  <a:pt x="462494" y="0"/>
                </a:lnTo>
                <a:lnTo>
                  <a:pt x="462494" y="401109"/>
                </a:lnTo>
                <a:lnTo>
                  <a:pt x="0" y="4011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0">
            <a:off x="9862959" y="2432731"/>
            <a:ext cx="471388" cy="401109"/>
          </a:xfrm>
          <a:custGeom>
            <a:avLst/>
            <a:gdLst/>
            <a:ahLst/>
            <a:cxnLst/>
            <a:rect r="r" b="b" t="t" l="l"/>
            <a:pathLst>
              <a:path h="401109" w="471388">
                <a:moveTo>
                  <a:pt x="0" y="0"/>
                </a:moveTo>
                <a:lnTo>
                  <a:pt x="471388" y="0"/>
                </a:lnTo>
                <a:lnTo>
                  <a:pt x="471388" y="401109"/>
                </a:lnTo>
                <a:lnTo>
                  <a:pt x="0" y="4011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false" flipV="false" rot="0">
            <a:off x="9862959" y="7284106"/>
            <a:ext cx="471388" cy="401109"/>
          </a:xfrm>
          <a:custGeom>
            <a:avLst/>
            <a:gdLst/>
            <a:ahLst/>
            <a:cxnLst/>
            <a:rect r="r" b="b" t="t" l="l"/>
            <a:pathLst>
              <a:path h="401109" w="471388">
                <a:moveTo>
                  <a:pt x="0" y="0"/>
                </a:moveTo>
                <a:lnTo>
                  <a:pt x="471388" y="0"/>
                </a:lnTo>
                <a:lnTo>
                  <a:pt x="471388" y="401109"/>
                </a:lnTo>
                <a:lnTo>
                  <a:pt x="0" y="4011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3" id="23"/>
          <p:cNvSpPr/>
          <p:nvPr/>
        </p:nvSpPr>
        <p:spPr>
          <a:xfrm flipH="false" flipV="false" rot="0">
            <a:off x="13727693" y="3973494"/>
            <a:ext cx="402334" cy="402334"/>
          </a:xfrm>
          <a:custGeom>
            <a:avLst/>
            <a:gdLst/>
            <a:ahLst/>
            <a:cxnLst/>
            <a:rect r="r" b="b" t="t" l="l"/>
            <a:pathLst>
              <a:path h="402334" w="402334">
                <a:moveTo>
                  <a:pt x="0" y="0"/>
                </a:moveTo>
                <a:lnTo>
                  <a:pt x="402334" y="0"/>
                </a:lnTo>
                <a:lnTo>
                  <a:pt x="402334" y="402334"/>
                </a:lnTo>
                <a:lnTo>
                  <a:pt x="0" y="4023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4" id="24"/>
          <p:cNvSpPr/>
          <p:nvPr/>
        </p:nvSpPr>
        <p:spPr>
          <a:xfrm flipH="false" flipV="false" rot="0">
            <a:off x="13727693" y="8824869"/>
            <a:ext cx="402334" cy="402334"/>
          </a:xfrm>
          <a:custGeom>
            <a:avLst/>
            <a:gdLst/>
            <a:ahLst/>
            <a:cxnLst/>
            <a:rect r="r" b="b" t="t" l="l"/>
            <a:pathLst>
              <a:path h="402334" w="402334">
                <a:moveTo>
                  <a:pt x="0" y="0"/>
                </a:moveTo>
                <a:lnTo>
                  <a:pt x="402334" y="0"/>
                </a:lnTo>
                <a:lnTo>
                  <a:pt x="402334" y="402334"/>
                </a:lnTo>
                <a:lnTo>
                  <a:pt x="0" y="4023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5" id="25"/>
          <p:cNvSpPr/>
          <p:nvPr/>
        </p:nvSpPr>
        <p:spPr>
          <a:xfrm flipH="false" flipV="false" rot="0">
            <a:off x="13670679" y="3226953"/>
            <a:ext cx="516362" cy="397129"/>
          </a:xfrm>
          <a:custGeom>
            <a:avLst/>
            <a:gdLst/>
            <a:ahLst/>
            <a:cxnLst/>
            <a:rect r="r" b="b" t="t" l="l"/>
            <a:pathLst>
              <a:path h="397129" w="516362">
                <a:moveTo>
                  <a:pt x="0" y="0"/>
                </a:moveTo>
                <a:lnTo>
                  <a:pt x="516362" y="0"/>
                </a:lnTo>
                <a:lnTo>
                  <a:pt x="516362" y="397129"/>
                </a:lnTo>
                <a:lnTo>
                  <a:pt x="0" y="3971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6" id="26"/>
          <p:cNvSpPr/>
          <p:nvPr/>
        </p:nvSpPr>
        <p:spPr>
          <a:xfrm flipH="false" flipV="false" rot="0">
            <a:off x="13670679" y="8078328"/>
            <a:ext cx="516362" cy="397129"/>
          </a:xfrm>
          <a:custGeom>
            <a:avLst/>
            <a:gdLst/>
            <a:ahLst/>
            <a:cxnLst/>
            <a:rect r="r" b="b" t="t" l="l"/>
            <a:pathLst>
              <a:path h="397129" w="516362">
                <a:moveTo>
                  <a:pt x="0" y="0"/>
                </a:moveTo>
                <a:lnTo>
                  <a:pt x="516362" y="0"/>
                </a:lnTo>
                <a:lnTo>
                  <a:pt x="516362" y="397129"/>
                </a:lnTo>
                <a:lnTo>
                  <a:pt x="0" y="3971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7" id="27"/>
          <p:cNvSpPr txBox="true"/>
          <p:nvPr/>
        </p:nvSpPr>
        <p:spPr>
          <a:xfrm rot="0">
            <a:off x="9862959" y="959734"/>
            <a:ext cx="4562597" cy="270221"/>
          </a:xfrm>
          <a:prstGeom prst="rect">
            <a:avLst/>
          </a:prstGeom>
        </p:spPr>
        <p:txBody>
          <a:bodyPr anchor="t" rtlCol="false" tIns="0" lIns="0" bIns="0" rIns="0">
            <a:spAutoFit/>
          </a:bodyPr>
          <a:lstStyle/>
          <a:p>
            <a:pPr algn="l">
              <a:lnSpc>
                <a:spcPts val="2299"/>
              </a:lnSpc>
              <a:spcBef>
                <a:spcPct val="0"/>
              </a:spcBef>
            </a:pPr>
            <a:r>
              <a:rPr lang="en-US" sz="1563">
                <a:solidFill>
                  <a:srgbClr val="211F1C"/>
                </a:solidFill>
                <a:latin typeface="Nunito Sans Expanded"/>
              </a:rPr>
              <a:t>WINTER 2030 RESULTS</a:t>
            </a:r>
          </a:p>
        </p:txBody>
      </p:sp>
      <p:sp>
        <p:nvSpPr>
          <p:cNvPr name="TextBox 28" id="28"/>
          <p:cNvSpPr txBox="true"/>
          <p:nvPr/>
        </p:nvSpPr>
        <p:spPr>
          <a:xfrm rot="0">
            <a:off x="9862959" y="5811109"/>
            <a:ext cx="4562597" cy="270221"/>
          </a:xfrm>
          <a:prstGeom prst="rect">
            <a:avLst/>
          </a:prstGeom>
        </p:spPr>
        <p:txBody>
          <a:bodyPr anchor="t" rtlCol="false" tIns="0" lIns="0" bIns="0" rIns="0">
            <a:spAutoFit/>
          </a:bodyPr>
          <a:lstStyle/>
          <a:p>
            <a:pPr algn="l">
              <a:lnSpc>
                <a:spcPts val="2299"/>
              </a:lnSpc>
              <a:spcBef>
                <a:spcPct val="0"/>
              </a:spcBef>
            </a:pPr>
            <a:r>
              <a:rPr lang="en-US" sz="1563">
                <a:solidFill>
                  <a:srgbClr val="211F1C"/>
                </a:solidFill>
                <a:latin typeface="Nunito Sans Expanded"/>
              </a:rPr>
              <a:t>SPRING 2030 PLAN</a:t>
            </a:r>
          </a:p>
        </p:txBody>
      </p:sp>
      <p:sp>
        <p:nvSpPr>
          <p:cNvPr name="TextBox 29" id="29"/>
          <p:cNvSpPr txBox="true"/>
          <p:nvPr/>
        </p:nvSpPr>
        <p:spPr>
          <a:xfrm rot="0">
            <a:off x="10552497" y="1698407"/>
            <a:ext cx="2879751" cy="270221"/>
          </a:xfrm>
          <a:prstGeom prst="rect">
            <a:avLst/>
          </a:prstGeom>
        </p:spPr>
        <p:txBody>
          <a:bodyPr anchor="t" rtlCol="false" tIns="0" lIns="0" bIns="0" rIns="0">
            <a:spAutoFit/>
          </a:bodyPr>
          <a:lstStyle/>
          <a:p>
            <a:pPr algn="l" marL="0" indent="0" lvl="0">
              <a:lnSpc>
                <a:spcPts val="2299"/>
              </a:lnSpc>
              <a:spcBef>
                <a:spcPct val="0"/>
              </a:spcBef>
            </a:pPr>
            <a:r>
              <a:rPr lang="en-US" sz="1563" strike="noStrike" u="none">
                <a:solidFill>
                  <a:srgbClr val="211F1C"/>
                </a:solidFill>
                <a:latin typeface="Nunito Sans Expanded Bold"/>
              </a:rPr>
              <a:t>78</a:t>
            </a:r>
            <a:r>
              <a:rPr lang="en-US" sz="1563" strike="noStrike" u="none">
                <a:solidFill>
                  <a:srgbClr val="211F1C"/>
                </a:solidFill>
                <a:latin typeface="Nunito Sans Expanded"/>
              </a:rPr>
              <a:t> POSTS</a:t>
            </a:r>
          </a:p>
        </p:txBody>
      </p:sp>
      <p:sp>
        <p:nvSpPr>
          <p:cNvPr name="TextBox 30" id="30"/>
          <p:cNvSpPr txBox="true"/>
          <p:nvPr/>
        </p:nvSpPr>
        <p:spPr>
          <a:xfrm rot="0">
            <a:off x="10552497" y="6549782"/>
            <a:ext cx="2879751" cy="270221"/>
          </a:xfrm>
          <a:prstGeom prst="rect">
            <a:avLst/>
          </a:prstGeom>
        </p:spPr>
        <p:txBody>
          <a:bodyPr anchor="t" rtlCol="false" tIns="0" lIns="0" bIns="0" rIns="0">
            <a:spAutoFit/>
          </a:bodyPr>
          <a:lstStyle/>
          <a:p>
            <a:pPr algn="l" marL="0" indent="0" lvl="0">
              <a:lnSpc>
                <a:spcPts val="2299"/>
              </a:lnSpc>
              <a:spcBef>
                <a:spcPct val="0"/>
              </a:spcBef>
            </a:pPr>
            <a:r>
              <a:rPr lang="en-US" sz="1563">
                <a:solidFill>
                  <a:srgbClr val="211F1C"/>
                </a:solidFill>
                <a:latin typeface="Nunito Sans Expanded Bold"/>
              </a:rPr>
              <a:t>80</a:t>
            </a:r>
            <a:r>
              <a:rPr lang="en-US" sz="1563" strike="noStrike" u="none">
                <a:solidFill>
                  <a:srgbClr val="211F1C"/>
                </a:solidFill>
                <a:latin typeface="Nunito Sans Expanded"/>
              </a:rPr>
              <a:t> POSTS</a:t>
            </a:r>
          </a:p>
        </p:txBody>
      </p:sp>
      <p:sp>
        <p:nvSpPr>
          <p:cNvPr name="TextBox 31" id="31"/>
          <p:cNvSpPr txBox="true"/>
          <p:nvPr/>
        </p:nvSpPr>
        <p:spPr>
          <a:xfrm rot="0">
            <a:off x="10552497" y="2488649"/>
            <a:ext cx="2879751" cy="270221"/>
          </a:xfrm>
          <a:prstGeom prst="rect">
            <a:avLst/>
          </a:prstGeom>
        </p:spPr>
        <p:txBody>
          <a:bodyPr anchor="t" rtlCol="false" tIns="0" lIns="0" bIns="0" rIns="0">
            <a:spAutoFit/>
          </a:bodyPr>
          <a:lstStyle/>
          <a:p>
            <a:pPr algn="l" marL="0" indent="0" lvl="0">
              <a:lnSpc>
                <a:spcPts val="2299"/>
              </a:lnSpc>
              <a:spcBef>
                <a:spcPct val="0"/>
              </a:spcBef>
            </a:pPr>
            <a:r>
              <a:rPr lang="en-US" sz="1563" strike="noStrike" u="none">
                <a:solidFill>
                  <a:srgbClr val="211F1C"/>
                </a:solidFill>
                <a:latin typeface="Nunito Sans Expanded Bold"/>
              </a:rPr>
              <a:t>45468</a:t>
            </a:r>
            <a:r>
              <a:rPr lang="en-US" sz="1563" strike="noStrike" u="none">
                <a:solidFill>
                  <a:srgbClr val="211F1C"/>
                </a:solidFill>
                <a:latin typeface="Nunito Sans Expanded"/>
              </a:rPr>
              <a:t> LIKES</a:t>
            </a:r>
          </a:p>
        </p:txBody>
      </p:sp>
      <p:sp>
        <p:nvSpPr>
          <p:cNvPr name="TextBox 32" id="32"/>
          <p:cNvSpPr txBox="true"/>
          <p:nvPr/>
        </p:nvSpPr>
        <p:spPr>
          <a:xfrm rot="0">
            <a:off x="10552497" y="7340024"/>
            <a:ext cx="2879751" cy="270221"/>
          </a:xfrm>
          <a:prstGeom prst="rect">
            <a:avLst/>
          </a:prstGeom>
        </p:spPr>
        <p:txBody>
          <a:bodyPr anchor="t" rtlCol="false" tIns="0" lIns="0" bIns="0" rIns="0">
            <a:spAutoFit/>
          </a:bodyPr>
          <a:lstStyle/>
          <a:p>
            <a:pPr algn="l" marL="0" indent="0" lvl="0">
              <a:lnSpc>
                <a:spcPts val="2299"/>
              </a:lnSpc>
              <a:spcBef>
                <a:spcPct val="0"/>
              </a:spcBef>
            </a:pPr>
            <a:r>
              <a:rPr lang="en-US" sz="1563">
                <a:solidFill>
                  <a:srgbClr val="211F1C"/>
                </a:solidFill>
                <a:latin typeface="Nunito Sans Expanded Bold"/>
              </a:rPr>
              <a:t>70K</a:t>
            </a:r>
            <a:r>
              <a:rPr lang="en-US" sz="1563" strike="noStrike" u="none">
                <a:solidFill>
                  <a:srgbClr val="211F1C"/>
                </a:solidFill>
                <a:latin typeface="Nunito Sans Expanded"/>
              </a:rPr>
              <a:t> LIKES</a:t>
            </a:r>
          </a:p>
        </p:txBody>
      </p:sp>
      <p:sp>
        <p:nvSpPr>
          <p:cNvPr name="TextBox 33" id="33"/>
          <p:cNvSpPr txBox="true"/>
          <p:nvPr/>
        </p:nvSpPr>
        <p:spPr>
          <a:xfrm rot="0">
            <a:off x="10552497" y="3278891"/>
            <a:ext cx="2879751" cy="270221"/>
          </a:xfrm>
          <a:prstGeom prst="rect">
            <a:avLst/>
          </a:prstGeom>
        </p:spPr>
        <p:txBody>
          <a:bodyPr anchor="t" rtlCol="false" tIns="0" lIns="0" bIns="0" rIns="0">
            <a:spAutoFit/>
          </a:bodyPr>
          <a:lstStyle/>
          <a:p>
            <a:pPr algn="l" marL="0" indent="0" lvl="0">
              <a:lnSpc>
                <a:spcPts val="2299"/>
              </a:lnSpc>
              <a:spcBef>
                <a:spcPct val="0"/>
              </a:spcBef>
            </a:pPr>
            <a:r>
              <a:rPr lang="en-US" sz="1563" strike="noStrike" u="none">
                <a:solidFill>
                  <a:srgbClr val="211F1C"/>
                </a:solidFill>
                <a:latin typeface="Nunito Sans Expanded Bold"/>
              </a:rPr>
              <a:t>1268</a:t>
            </a:r>
            <a:r>
              <a:rPr lang="en-US" sz="1563" strike="noStrike" u="none">
                <a:solidFill>
                  <a:srgbClr val="211F1C"/>
                </a:solidFill>
                <a:latin typeface="Nunito Sans Expanded"/>
              </a:rPr>
              <a:t> COMMENTS</a:t>
            </a:r>
          </a:p>
        </p:txBody>
      </p:sp>
      <p:sp>
        <p:nvSpPr>
          <p:cNvPr name="TextBox 34" id="34"/>
          <p:cNvSpPr txBox="true"/>
          <p:nvPr/>
        </p:nvSpPr>
        <p:spPr>
          <a:xfrm rot="0">
            <a:off x="10552497" y="8130266"/>
            <a:ext cx="2879751" cy="270221"/>
          </a:xfrm>
          <a:prstGeom prst="rect">
            <a:avLst/>
          </a:prstGeom>
        </p:spPr>
        <p:txBody>
          <a:bodyPr anchor="t" rtlCol="false" tIns="0" lIns="0" bIns="0" rIns="0">
            <a:spAutoFit/>
          </a:bodyPr>
          <a:lstStyle/>
          <a:p>
            <a:pPr algn="l" marL="0" indent="0" lvl="0">
              <a:lnSpc>
                <a:spcPts val="2299"/>
              </a:lnSpc>
              <a:spcBef>
                <a:spcPct val="0"/>
              </a:spcBef>
            </a:pPr>
            <a:r>
              <a:rPr lang="en-US" sz="1563">
                <a:solidFill>
                  <a:srgbClr val="211F1C"/>
                </a:solidFill>
                <a:latin typeface="Nunito Sans Expanded Bold"/>
              </a:rPr>
              <a:t>2K</a:t>
            </a:r>
            <a:r>
              <a:rPr lang="en-US" sz="1563" strike="noStrike" u="none">
                <a:solidFill>
                  <a:srgbClr val="211F1C"/>
                </a:solidFill>
                <a:latin typeface="Nunito Sans Expanded"/>
              </a:rPr>
              <a:t> COMMENTS</a:t>
            </a:r>
          </a:p>
        </p:txBody>
      </p:sp>
      <p:sp>
        <p:nvSpPr>
          <p:cNvPr name="TextBox 35" id="35"/>
          <p:cNvSpPr txBox="true"/>
          <p:nvPr/>
        </p:nvSpPr>
        <p:spPr>
          <a:xfrm rot="0">
            <a:off x="10552497" y="4069133"/>
            <a:ext cx="2879751" cy="270221"/>
          </a:xfrm>
          <a:prstGeom prst="rect">
            <a:avLst/>
          </a:prstGeom>
        </p:spPr>
        <p:txBody>
          <a:bodyPr anchor="t" rtlCol="false" tIns="0" lIns="0" bIns="0" rIns="0">
            <a:spAutoFit/>
          </a:bodyPr>
          <a:lstStyle/>
          <a:p>
            <a:pPr algn="l" marL="0" indent="0" lvl="0">
              <a:lnSpc>
                <a:spcPts val="2299"/>
              </a:lnSpc>
              <a:spcBef>
                <a:spcPct val="0"/>
              </a:spcBef>
            </a:pPr>
            <a:r>
              <a:rPr lang="en-US" sz="1563" strike="noStrike" u="none">
                <a:solidFill>
                  <a:srgbClr val="211F1C"/>
                </a:solidFill>
                <a:latin typeface="Nunito Sans Expanded Bold"/>
              </a:rPr>
              <a:t>13464</a:t>
            </a:r>
            <a:r>
              <a:rPr lang="en-US" sz="1563" strike="noStrike" u="none">
                <a:solidFill>
                  <a:srgbClr val="211F1C"/>
                </a:solidFill>
                <a:latin typeface="Nunito Sans Expanded"/>
              </a:rPr>
              <a:t> SAVES</a:t>
            </a:r>
          </a:p>
        </p:txBody>
      </p:sp>
      <p:sp>
        <p:nvSpPr>
          <p:cNvPr name="TextBox 36" id="36"/>
          <p:cNvSpPr txBox="true"/>
          <p:nvPr/>
        </p:nvSpPr>
        <p:spPr>
          <a:xfrm rot="0">
            <a:off x="10552497" y="8920508"/>
            <a:ext cx="2879751" cy="270221"/>
          </a:xfrm>
          <a:prstGeom prst="rect">
            <a:avLst/>
          </a:prstGeom>
        </p:spPr>
        <p:txBody>
          <a:bodyPr anchor="t" rtlCol="false" tIns="0" lIns="0" bIns="0" rIns="0">
            <a:spAutoFit/>
          </a:bodyPr>
          <a:lstStyle/>
          <a:p>
            <a:pPr algn="l" marL="0" indent="0" lvl="0">
              <a:lnSpc>
                <a:spcPts val="2299"/>
              </a:lnSpc>
              <a:spcBef>
                <a:spcPct val="0"/>
              </a:spcBef>
            </a:pPr>
            <a:r>
              <a:rPr lang="en-US" sz="1563">
                <a:solidFill>
                  <a:srgbClr val="211F1C"/>
                </a:solidFill>
                <a:latin typeface="Nunito Sans Expanded Bold"/>
              </a:rPr>
              <a:t>20K</a:t>
            </a:r>
            <a:r>
              <a:rPr lang="en-US" sz="1563" strike="noStrike" u="none">
                <a:solidFill>
                  <a:srgbClr val="211F1C"/>
                </a:solidFill>
                <a:latin typeface="Nunito Sans Expanded"/>
              </a:rPr>
              <a:t> SAVES</a:t>
            </a:r>
          </a:p>
        </p:txBody>
      </p:sp>
      <p:sp>
        <p:nvSpPr>
          <p:cNvPr name="TextBox 37" id="37"/>
          <p:cNvSpPr txBox="true"/>
          <p:nvPr/>
        </p:nvSpPr>
        <p:spPr>
          <a:xfrm rot="0">
            <a:off x="14399750" y="4069133"/>
            <a:ext cx="2768334" cy="270221"/>
          </a:xfrm>
          <a:prstGeom prst="rect">
            <a:avLst/>
          </a:prstGeom>
        </p:spPr>
        <p:txBody>
          <a:bodyPr anchor="t" rtlCol="false" tIns="0" lIns="0" bIns="0" rIns="0">
            <a:spAutoFit/>
          </a:bodyPr>
          <a:lstStyle/>
          <a:p>
            <a:pPr algn="l" marL="0" indent="0" lvl="0">
              <a:lnSpc>
                <a:spcPts val="2299"/>
              </a:lnSpc>
              <a:spcBef>
                <a:spcPct val="0"/>
              </a:spcBef>
            </a:pPr>
            <a:r>
              <a:rPr lang="en-US" sz="1563">
                <a:solidFill>
                  <a:srgbClr val="211F1C"/>
                </a:solidFill>
                <a:latin typeface="Nunito Sans Expanded Bold"/>
              </a:rPr>
              <a:t>120K</a:t>
            </a:r>
            <a:r>
              <a:rPr lang="en-US" sz="1563">
                <a:solidFill>
                  <a:srgbClr val="211F1C"/>
                </a:solidFill>
                <a:latin typeface="Nunito Sans Expanded"/>
              </a:rPr>
              <a:t> PAGE REACH</a:t>
            </a:r>
          </a:p>
        </p:txBody>
      </p:sp>
      <p:sp>
        <p:nvSpPr>
          <p:cNvPr name="TextBox 38" id="38"/>
          <p:cNvSpPr txBox="true"/>
          <p:nvPr/>
        </p:nvSpPr>
        <p:spPr>
          <a:xfrm rot="0">
            <a:off x="14399750" y="8920508"/>
            <a:ext cx="2768334" cy="270221"/>
          </a:xfrm>
          <a:prstGeom prst="rect">
            <a:avLst/>
          </a:prstGeom>
        </p:spPr>
        <p:txBody>
          <a:bodyPr anchor="t" rtlCol="false" tIns="0" lIns="0" bIns="0" rIns="0">
            <a:spAutoFit/>
          </a:bodyPr>
          <a:lstStyle/>
          <a:p>
            <a:pPr algn="l" marL="0" indent="0" lvl="0">
              <a:lnSpc>
                <a:spcPts val="2299"/>
              </a:lnSpc>
              <a:spcBef>
                <a:spcPct val="0"/>
              </a:spcBef>
            </a:pPr>
            <a:r>
              <a:rPr lang="en-US" sz="1563">
                <a:solidFill>
                  <a:srgbClr val="211F1C"/>
                </a:solidFill>
                <a:latin typeface="Nunito Sans Expanded Bold"/>
              </a:rPr>
              <a:t>220K</a:t>
            </a:r>
            <a:r>
              <a:rPr lang="en-US" sz="1563">
                <a:solidFill>
                  <a:srgbClr val="211F1C"/>
                </a:solidFill>
                <a:latin typeface="Nunito Sans Expanded"/>
              </a:rPr>
              <a:t> PAGE REACH</a:t>
            </a:r>
          </a:p>
        </p:txBody>
      </p:sp>
      <p:sp>
        <p:nvSpPr>
          <p:cNvPr name="TextBox 39" id="39"/>
          <p:cNvSpPr txBox="true"/>
          <p:nvPr/>
        </p:nvSpPr>
        <p:spPr>
          <a:xfrm rot="0">
            <a:off x="14399750" y="3278891"/>
            <a:ext cx="2768334" cy="270221"/>
          </a:xfrm>
          <a:prstGeom prst="rect">
            <a:avLst/>
          </a:prstGeom>
        </p:spPr>
        <p:txBody>
          <a:bodyPr anchor="t" rtlCol="false" tIns="0" lIns="0" bIns="0" rIns="0">
            <a:spAutoFit/>
          </a:bodyPr>
          <a:lstStyle/>
          <a:p>
            <a:pPr algn="l" marL="0" indent="0" lvl="0">
              <a:lnSpc>
                <a:spcPts val="2299"/>
              </a:lnSpc>
              <a:spcBef>
                <a:spcPct val="0"/>
              </a:spcBef>
            </a:pPr>
            <a:r>
              <a:rPr lang="en-US" sz="1563">
                <a:solidFill>
                  <a:srgbClr val="211F1C"/>
                </a:solidFill>
                <a:latin typeface="Nunito Sans Expanded Bold"/>
              </a:rPr>
              <a:t>6453</a:t>
            </a:r>
            <a:r>
              <a:rPr lang="en-US" sz="1563">
                <a:solidFill>
                  <a:srgbClr val="211F1C"/>
                </a:solidFill>
                <a:latin typeface="Nunito Sans Expanded"/>
              </a:rPr>
              <a:t> FOLLOWERS</a:t>
            </a:r>
          </a:p>
        </p:txBody>
      </p:sp>
      <p:sp>
        <p:nvSpPr>
          <p:cNvPr name="TextBox 40" id="40"/>
          <p:cNvSpPr txBox="true"/>
          <p:nvPr/>
        </p:nvSpPr>
        <p:spPr>
          <a:xfrm rot="0">
            <a:off x="14399750" y="8130266"/>
            <a:ext cx="2768334" cy="270221"/>
          </a:xfrm>
          <a:prstGeom prst="rect">
            <a:avLst/>
          </a:prstGeom>
        </p:spPr>
        <p:txBody>
          <a:bodyPr anchor="t" rtlCol="false" tIns="0" lIns="0" bIns="0" rIns="0">
            <a:spAutoFit/>
          </a:bodyPr>
          <a:lstStyle/>
          <a:p>
            <a:pPr algn="l" marL="0" indent="0" lvl="0">
              <a:lnSpc>
                <a:spcPts val="2299"/>
              </a:lnSpc>
              <a:spcBef>
                <a:spcPct val="0"/>
              </a:spcBef>
            </a:pPr>
            <a:r>
              <a:rPr lang="en-US" sz="1563">
                <a:solidFill>
                  <a:srgbClr val="211F1C"/>
                </a:solidFill>
                <a:latin typeface="Nunito Sans Expanded Bold"/>
              </a:rPr>
              <a:t>10K</a:t>
            </a:r>
            <a:r>
              <a:rPr lang="en-US" sz="1563">
                <a:solidFill>
                  <a:srgbClr val="211F1C"/>
                </a:solidFill>
                <a:latin typeface="Nunito Sans Expanded"/>
              </a:rPr>
              <a:t> FOLLOWERS</a:t>
            </a:r>
          </a:p>
        </p:txBody>
      </p:sp>
      <p:sp>
        <p:nvSpPr>
          <p:cNvPr name="TextBox 41" id="41"/>
          <p:cNvSpPr txBox="true"/>
          <p:nvPr/>
        </p:nvSpPr>
        <p:spPr>
          <a:xfrm rot="0">
            <a:off x="14399750" y="2488649"/>
            <a:ext cx="2768334" cy="270221"/>
          </a:xfrm>
          <a:prstGeom prst="rect">
            <a:avLst/>
          </a:prstGeom>
        </p:spPr>
        <p:txBody>
          <a:bodyPr anchor="t" rtlCol="false" tIns="0" lIns="0" bIns="0" rIns="0">
            <a:spAutoFit/>
          </a:bodyPr>
          <a:lstStyle/>
          <a:p>
            <a:pPr algn="l" marL="0" indent="0" lvl="0">
              <a:lnSpc>
                <a:spcPts val="2299"/>
              </a:lnSpc>
              <a:spcBef>
                <a:spcPct val="0"/>
              </a:spcBef>
            </a:pPr>
            <a:r>
              <a:rPr lang="en-US" sz="1563" strike="noStrike" u="none">
                <a:solidFill>
                  <a:srgbClr val="211F1C"/>
                </a:solidFill>
                <a:latin typeface="Nunito Sans Expanded Bold"/>
              </a:rPr>
              <a:t>2460</a:t>
            </a:r>
            <a:r>
              <a:rPr lang="en-US" sz="1563" strike="noStrike" u="none">
                <a:solidFill>
                  <a:srgbClr val="211F1C"/>
                </a:solidFill>
                <a:latin typeface="Nunito Sans Expanded"/>
              </a:rPr>
              <a:t> SHARES</a:t>
            </a:r>
          </a:p>
        </p:txBody>
      </p:sp>
      <p:sp>
        <p:nvSpPr>
          <p:cNvPr name="TextBox 42" id="42"/>
          <p:cNvSpPr txBox="true"/>
          <p:nvPr/>
        </p:nvSpPr>
        <p:spPr>
          <a:xfrm rot="0">
            <a:off x="14399750" y="7340024"/>
            <a:ext cx="2768334" cy="270221"/>
          </a:xfrm>
          <a:prstGeom prst="rect">
            <a:avLst/>
          </a:prstGeom>
        </p:spPr>
        <p:txBody>
          <a:bodyPr anchor="t" rtlCol="false" tIns="0" lIns="0" bIns="0" rIns="0">
            <a:spAutoFit/>
          </a:bodyPr>
          <a:lstStyle/>
          <a:p>
            <a:pPr algn="l" marL="0" indent="0" lvl="0">
              <a:lnSpc>
                <a:spcPts val="2299"/>
              </a:lnSpc>
              <a:spcBef>
                <a:spcPct val="0"/>
              </a:spcBef>
            </a:pPr>
            <a:r>
              <a:rPr lang="en-US" sz="1563">
                <a:solidFill>
                  <a:srgbClr val="211F1C"/>
                </a:solidFill>
                <a:latin typeface="Nunito Sans Expanded Bold"/>
              </a:rPr>
              <a:t>4000</a:t>
            </a:r>
            <a:r>
              <a:rPr lang="en-US" sz="1563" strike="noStrike" u="none">
                <a:solidFill>
                  <a:srgbClr val="211F1C"/>
                </a:solidFill>
                <a:latin typeface="Nunito Sans Expanded"/>
              </a:rPr>
              <a:t> SHARES</a:t>
            </a:r>
          </a:p>
        </p:txBody>
      </p:sp>
      <p:sp>
        <p:nvSpPr>
          <p:cNvPr name="TextBox 43" id="43"/>
          <p:cNvSpPr txBox="true"/>
          <p:nvPr/>
        </p:nvSpPr>
        <p:spPr>
          <a:xfrm rot="0">
            <a:off x="14387699" y="1698407"/>
            <a:ext cx="2780385" cy="270221"/>
          </a:xfrm>
          <a:prstGeom prst="rect">
            <a:avLst/>
          </a:prstGeom>
        </p:spPr>
        <p:txBody>
          <a:bodyPr anchor="t" rtlCol="false" tIns="0" lIns="0" bIns="0" rIns="0">
            <a:spAutoFit/>
          </a:bodyPr>
          <a:lstStyle/>
          <a:p>
            <a:pPr algn="l" marL="0" indent="0" lvl="0">
              <a:lnSpc>
                <a:spcPts val="2299"/>
              </a:lnSpc>
              <a:spcBef>
                <a:spcPct val="0"/>
              </a:spcBef>
            </a:pPr>
            <a:r>
              <a:rPr lang="en-US" sz="1563" strike="noStrike" u="none">
                <a:solidFill>
                  <a:srgbClr val="211F1C"/>
                </a:solidFill>
                <a:latin typeface="Nunito Sans Expanded Bold"/>
              </a:rPr>
              <a:t>345</a:t>
            </a:r>
            <a:r>
              <a:rPr lang="en-US" sz="1563" strike="noStrike" u="none">
                <a:solidFill>
                  <a:srgbClr val="211F1C"/>
                </a:solidFill>
                <a:latin typeface="Nunito Sans Expanded"/>
              </a:rPr>
              <a:t> FORWARDS</a:t>
            </a:r>
          </a:p>
        </p:txBody>
      </p:sp>
      <p:sp>
        <p:nvSpPr>
          <p:cNvPr name="TextBox 44" id="44"/>
          <p:cNvSpPr txBox="true"/>
          <p:nvPr/>
        </p:nvSpPr>
        <p:spPr>
          <a:xfrm rot="0">
            <a:off x="14387699" y="6549782"/>
            <a:ext cx="2780385" cy="270221"/>
          </a:xfrm>
          <a:prstGeom prst="rect">
            <a:avLst/>
          </a:prstGeom>
        </p:spPr>
        <p:txBody>
          <a:bodyPr anchor="t" rtlCol="false" tIns="0" lIns="0" bIns="0" rIns="0">
            <a:spAutoFit/>
          </a:bodyPr>
          <a:lstStyle/>
          <a:p>
            <a:pPr algn="l" marL="0" indent="0" lvl="0">
              <a:lnSpc>
                <a:spcPts val="2299"/>
              </a:lnSpc>
              <a:spcBef>
                <a:spcPct val="0"/>
              </a:spcBef>
            </a:pPr>
            <a:r>
              <a:rPr lang="en-US" sz="1563">
                <a:solidFill>
                  <a:srgbClr val="211F1C"/>
                </a:solidFill>
                <a:latin typeface="Nunito Sans Expanded Bold"/>
              </a:rPr>
              <a:t>500</a:t>
            </a:r>
            <a:r>
              <a:rPr lang="en-US" sz="1563" strike="noStrike" u="none">
                <a:solidFill>
                  <a:srgbClr val="211F1C"/>
                </a:solidFill>
                <a:latin typeface="Nunito Sans Expanded"/>
              </a:rPr>
              <a:t> FORWARDS</a:t>
            </a:r>
          </a:p>
        </p:txBody>
      </p:sp>
      <p:sp>
        <p:nvSpPr>
          <p:cNvPr name="Freeform 45" id="45"/>
          <p:cNvSpPr/>
          <p:nvPr/>
        </p:nvSpPr>
        <p:spPr>
          <a:xfrm flipH="false" flipV="false" rot="0">
            <a:off x="809625"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46" id="46"/>
          <p:cNvGrpSpPr/>
          <p:nvPr/>
        </p:nvGrpSpPr>
        <p:grpSpPr>
          <a:xfrm rot="0">
            <a:off x="809625" y="9043238"/>
            <a:ext cx="2880627" cy="432385"/>
            <a:chOff x="0" y="0"/>
            <a:chExt cx="3840836" cy="576513"/>
          </a:xfrm>
        </p:grpSpPr>
        <p:grpSp>
          <p:nvGrpSpPr>
            <p:cNvPr name="Group 47" id="47"/>
            <p:cNvGrpSpPr/>
            <p:nvPr/>
          </p:nvGrpSpPr>
          <p:grpSpPr>
            <a:xfrm rot="0">
              <a:off x="0" y="0"/>
              <a:ext cx="3840836" cy="576513"/>
              <a:chOff x="0" y="0"/>
              <a:chExt cx="8296205" cy="1245268"/>
            </a:xfrm>
          </p:grpSpPr>
          <p:sp>
            <p:nvSpPr>
              <p:cNvPr name="Freeform 48" id="48"/>
              <p:cNvSpPr/>
              <p:nvPr/>
            </p:nvSpPr>
            <p:spPr>
              <a:xfrm flipH="false" flipV="false" rot="0">
                <a:off x="0" y="0"/>
                <a:ext cx="8296205" cy="1245268"/>
              </a:xfrm>
              <a:custGeom>
                <a:avLst/>
                <a:gdLst/>
                <a:ahLst/>
                <a:cxnLst/>
                <a:rect r="r" b="b" t="t" l="l"/>
                <a:pathLst>
                  <a:path h="1245268" w="8296205">
                    <a:moveTo>
                      <a:pt x="83315" y="0"/>
                    </a:moveTo>
                    <a:lnTo>
                      <a:pt x="8212890" y="0"/>
                    </a:lnTo>
                    <a:cubicBezTo>
                      <a:pt x="8258904" y="0"/>
                      <a:pt x="8296205" y="37301"/>
                      <a:pt x="8296205" y="83315"/>
                    </a:cubicBezTo>
                    <a:lnTo>
                      <a:pt x="8296205" y="1161953"/>
                    </a:lnTo>
                    <a:cubicBezTo>
                      <a:pt x="8296205" y="1207966"/>
                      <a:pt x="8258904" y="1245268"/>
                      <a:pt x="8212890" y="1245268"/>
                    </a:cubicBezTo>
                    <a:lnTo>
                      <a:pt x="83315" y="1245268"/>
                    </a:lnTo>
                    <a:cubicBezTo>
                      <a:pt x="37301" y="1245268"/>
                      <a:pt x="0" y="1207966"/>
                      <a:pt x="0" y="1161953"/>
                    </a:cubicBezTo>
                    <a:lnTo>
                      <a:pt x="0" y="83315"/>
                    </a:lnTo>
                    <a:cubicBezTo>
                      <a:pt x="0" y="37301"/>
                      <a:pt x="37301" y="0"/>
                      <a:pt x="83315" y="0"/>
                    </a:cubicBezTo>
                    <a:close/>
                  </a:path>
                </a:pathLst>
              </a:custGeom>
              <a:solidFill>
                <a:srgbClr val="F1F1F1"/>
              </a:solidFill>
              <a:ln w="9525" cap="rnd">
                <a:solidFill>
                  <a:srgbClr val="000000"/>
                </a:solidFill>
                <a:prstDash val="solid"/>
                <a:round/>
              </a:ln>
            </p:spPr>
          </p:sp>
          <p:sp>
            <p:nvSpPr>
              <p:cNvPr name="TextBox 49" id="49"/>
              <p:cNvSpPr txBox="true"/>
              <p:nvPr/>
            </p:nvSpPr>
            <p:spPr>
              <a:xfrm>
                <a:off x="0" y="-38100"/>
                <a:ext cx="8296205" cy="1283368"/>
              </a:xfrm>
              <a:prstGeom prst="rect">
                <a:avLst/>
              </a:prstGeom>
            </p:spPr>
            <p:txBody>
              <a:bodyPr anchor="ctr" rtlCol="false" tIns="12700" lIns="12700" bIns="12700" rIns="12700"/>
              <a:lstStyle/>
              <a:p>
                <a:pPr algn="ctr" marL="0" indent="0" lvl="0">
                  <a:lnSpc>
                    <a:spcPts val="2116"/>
                  </a:lnSpc>
                  <a:spcBef>
                    <a:spcPct val="0"/>
                  </a:spcBef>
                </a:pPr>
                <a:r>
                  <a:rPr lang="en-US" sz="1439" spc="211" strike="noStrike" u="none">
                    <a:solidFill>
                      <a:srgbClr val="211F1C"/>
                    </a:solidFill>
                    <a:latin typeface="Nunito Sans Expanded Semi-Bold"/>
                  </a:rPr>
                  <a:t>BORCELLE</a:t>
                </a:r>
              </a:p>
            </p:txBody>
          </p:sp>
        </p:grpSp>
        <p:sp>
          <p:nvSpPr>
            <p:cNvPr name="Freeform 50" id="50"/>
            <p:cNvSpPr/>
            <p:nvPr/>
          </p:nvSpPr>
          <p:spPr>
            <a:xfrm flipH="false" flipV="false" rot="0">
              <a:off x="3233807" y="116532"/>
              <a:ext cx="341941" cy="341941"/>
            </a:xfrm>
            <a:custGeom>
              <a:avLst/>
              <a:gdLst/>
              <a:ahLst/>
              <a:cxnLst/>
              <a:rect r="r" b="b" t="t" l="l"/>
              <a:pathLst>
                <a:path h="341941" w="341941">
                  <a:moveTo>
                    <a:pt x="0" y="0"/>
                  </a:moveTo>
                  <a:lnTo>
                    <a:pt x="341942" y="0"/>
                  </a:lnTo>
                  <a:lnTo>
                    <a:pt x="341942" y="341942"/>
                  </a:lnTo>
                  <a:lnTo>
                    <a:pt x="0" y="34194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51" id="51"/>
            <p:cNvSpPr/>
            <p:nvPr/>
          </p:nvSpPr>
          <p:spPr>
            <a:xfrm flipH="false" flipV="false" rot="0">
              <a:off x="265087" y="118039"/>
              <a:ext cx="341941" cy="341941"/>
            </a:xfrm>
            <a:custGeom>
              <a:avLst/>
              <a:gdLst/>
              <a:ahLst/>
              <a:cxnLst/>
              <a:rect r="r" b="b" t="t" l="l"/>
              <a:pathLst>
                <a:path h="341941" w="341941">
                  <a:moveTo>
                    <a:pt x="0" y="0"/>
                  </a:moveTo>
                  <a:lnTo>
                    <a:pt x="341941" y="0"/>
                  </a:lnTo>
                  <a:lnTo>
                    <a:pt x="341941" y="341941"/>
                  </a:lnTo>
                  <a:lnTo>
                    <a:pt x="0" y="34194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sp>
        <p:nvSpPr>
          <p:cNvPr name="TextBox 52" id="52"/>
          <p:cNvSpPr txBox="true"/>
          <p:nvPr/>
        </p:nvSpPr>
        <p:spPr>
          <a:xfrm rot="0">
            <a:off x="809625" y="2496297"/>
            <a:ext cx="6547114" cy="2180170"/>
          </a:xfrm>
          <a:prstGeom prst="rect">
            <a:avLst/>
          </a:prstGeom>
        </p:spPr>
        <p:txBody>
          <a:bodyPr anchor="t" rtlCol="false" tIns="0" lIns="0" bIns="0" rIns="0">
            <a:spAutoFit/>
          </a:bodyPr>
          <a:lstStyle/>
          <a:p>
            <a:pPr algn="l">
              <a:lnSpc>
                <a:spcPts val="8475"/>
              </a:lnSpc>
            </a:pPr>
            <a:r>
              <a:rPr lang="en-US" sz="8392">
                <a:solidFill>
                  <a:srgbClr val="211F1C"/>
                </a:solidFill>
                <a:latin typeface="Anton"/>
              </a:rPr>
              <a:t>SOCIAL MEDIA INSIGHTS</a:t>
            </a:r>
          </a:p>
        </p:txBody>
      </p:sp>
      <p:sp>
        <p:nvSpPr>
          <p:cNvPr name="TextBox 53" id="53"/>
          <p:cNvSpPr txBox="true"/>
          <p:nvPr/>
        </p:nvSpPr>
        <p:spPr>
          <a:xfrm rot="0">
            <a:off x="809625" y="4817461"/>
            <a:ext cx="6197568" cy="3226461"/>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Roboto Mono"/>
              </a:rPr>
              <a:t>Lorem ipsum dolor sit amet, consectetur adipiscing elit, sed do eiusmod tempor incididunt ut labore et dolore magna aliqua. Ut enim ad minim veniam, quis nostrud exercitation ullamco laboris nisi ut aliquip ex ea commodo consequat. </a:t>
            </a:r>
          </a:p>
          <a:p>
            <a:pPr algn="l" marL="0" indent="0" lvl="0">
              <a:lnSpc>
                <a:spcPts val="2557"/>
              </a:lnSpc>
              <a:spcBef>
                <a:spcPct val="0"/>
              </a:spcBef>
            </a:pPr>
          </a:p>
          <a:p>
            <a:pPr algn="l" marL="0" indent="0" lvl="0">
              <a:lnSpc>
                <a:spcPts val="2557"/>
              </a:lnSpc>
              <a:spcBef>
                <a:spcPct val="0"/>
              </a:spcBef>
            </a:pPr>
            <a:r>
              <a:rPr lang="en-US" sz="1739" strike="noStrike" u="none">
                <a:solidFill>
                  <a:srgbClr val="211F1C"/>
                </a:solidFill>
                <a:latin typeface="Roboto Mono"/>
              </a:rPr>
              <a:t>Duis aute irure dolor in reprehenderit in voluptate velit esse cillum dolore eu fugiat nulla pariatur. </a:t>
            </a:r>
          </a:p>
        </p:txBody>
      </p:sp>
      <p:grpSp>
        <p:nvGrpSpPr>
          <p:cNvPr name="Group 54" id="54"/>
          <p:cNvGrpSpPr/>
          <p:nvPr/>
        </p:nvGrpSpPr>
        <p:grpSpPr>
          <a:xfrm rot="0">
            <a:off x="3879846" y="9043238"/>
            <a:ext cx="1066053" cy="432385"/>
            <a:chOff x="0" y="0"/>
            <a:chExt cx="3070231" cy="1245268"/>
          </a:xfrm>
        </p:grpSpPr>
        <p:sp>
          <p:nvSpPr>
            <p:cNvPr name="Freeform 55" id="55"/>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56" id="56"/>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sz="1439" spc="211">
                  <a:solidFill>
                    <a:srgbClr val="211F1C"/>
                  </a:solidFill>
                  <a:latin typeface="Nunito Sans Expanded Semi-Bold"/>
                </a:rPr>
                <a:t>6/11</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809625" y="2976450"/>
            <a:ext cx="6547114" cy="1115135"/>
          </a:xfrm>
          <a:prstGeom prst="rect">
            <a:avLst/>
          </a:prstGeom>
        </p:spPr>
        <p:txBody>
          <a:bodyPr anchor="t" rtlCol="false" tIns="0" lIns="0" bIns="0" rIns="0">
            <a:spAutoFit/>
          </a:bodyPr>
          <a:lstStyle/>
          <a:p>
            <a:pPr algn="l">
              <a:lnSpc>
                <a:spcPts val="8475"/>
              </a:lnSpc>
            </a:pPr>
            <a:r>
              <a:rPr lang="en-US" sz="8392">
                <a:solidFill>
                  <a:srgbClr val="211F1C"/>
                </a:solidFill>
                <a:latin typeface="Anton"/>
              </a:rPr>
              <a:t>AGE RANGE</a:t>
            </a:r>
          </a:p>
        </p:txBody>
      </p:sp>
      <p:sp>
        <p:nvSpPr>
          <p:cNvPr name="Freeform 6" id="6"/>
          <p:cNvSpPr/>
          <p:nvPr/>
        </p:nvSpPr>
        <p:spPr>
          <a:xfrm flipH="false" flipV="false" rot="0">
            <a:off x="14906978" y="9043238"/>
            <a:ext cx="2571397" cy="430125"/>
          </a:xfrm>
          <a:custGeom>
            <a:avLst/>
            <a:gdLst/>
            <a:ahLst/>
            <a:cxnLst/>
            <a:rect r="r" b="b" t="t" l="l"/>
            <a:pathLst>
              <a:path h="430125" w="2571397">
                <a:moveTo>
                  <a:pt x="0" y="0"/>
                </a:moveTo>
                <a:lnTo>
                  <a:pt x="2571397" y="0"/>
                </a:lnTo>
                <a:lnTo>
                  <a:pt x="2571397" y="430124"/>
                </a:lnTo>
                <a:lnTo>
                  <a:pt x="0" y="4301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09625" y="4236490"/>
            <a:ext cx="6066488" cy="3226461"/>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Roboto Mono"/>
              </a:rPr>
              <a:t>Lorem ipsum dolor sit amet, consectetur adipiscing elit, sed do eiusmod tempor incididunt ut labore et dolore magna aliqua. Ut enim ad minim veniam, quis nostrud exercitation ullamco laboris nisi ut aliquip ex ea commodo consequat. </a:t>
            </a:r>
          </a:p>
          <a:p>
            <a:pPr algn="l" marL="0" indent="0" lvl="0">
              <a:lnSpc>
                <a:spcPts val="2557"/>
              </a:lnSpc>
              <a:spcBef>
                <a:spcPct val="0"/>
              </a:spcBef>
            </a:pPr>
          </a:p>
          <a:p>
            <a:pPr algn="l" marL="0" indent="0" lvl="0">
              <a:lnSpc>
                <a:spcPts val="2557"/>
              </a:lnSpc>
              <a:spcBef>
                <a:spcPct val="0"/>
              </a:spcBef>
            </a:pPr>
            <a:r>
              <a:rPr lang="en-US" sz="1739" strike="noStrike" u="none">
                <a:solidFill>
                  <a:srgbClr val="211F1C"/>
                </a:solidFill>
                <a:latin typeface="Roboto Mono"/>
              </a:rPr>
              <a:t>Duis aute irure dolor in reprehenderit in voluptate velit esse cillum dolore eu fugiat nulla pariatur. </a:t>
            </a:r>
          </a:p>
        </p:txBody>
      </p:sp>
      <p:grpSp>
        <p:nvGrpSpPr>
          <p:cNvPr name="Group 8" id="8"/>
          <p:cNvGrpSpPr/>
          <p:nvPr/>
        </p:nvGrpSpPr>
        <p:grpSpPr>
          <a:xfrm rot="0">
            <a:off x="7718910" y="2134127"/>
            <a:ext cx="9759465" cy="6018746"/>
            <a:chOff x="0" y="0"/>
            <a:chExt cx="3113186" cy="1919929"/>
          </a:xfrm>
        </p:grpSpPr>
        <p:sp>
          <p:nvSpPr>
            <p:cNvPr name="Freeform 9" id="9"/>
            <p:cNvSpPr/>
            <p:nvPr/>
          </p:nvSpPr>
          <p:spPr>
            <a:xfrm flipH="false" flipV="false" rot="0">
              <a:off x="0" y="0"/>
              <a:ext cx="3113186" cy="1919929"/>
            </a:xfrm>
            <a:custGeom>
              <a:avLst/>
              <a:gdLst/>
              <a:ahLst/>
              <a:cxnLst/>
              <a:rect r="r" b="b" t="t" l="l"/>
              <a:pathLst>
                <a:path h="1919929" w="3113186">
                  <a:moveTo>
                    <a:pt x="28558" y="0"/>
                  </a:moveTo>
                  <a:lnTo>
                    <a:pt x="3084628" y="0"/>
                  </a:lnTo>
                  <a:cubicBezTo>
                    <a:pt x="3100400" y="0"/>
                    <a:pt x="3113186" y="12786"/>
                    <a:pt x="3113186" y="28558"/>
                  </a:cubicBezTo>
                  <a:lnTo>
                    <a:pt x="3113186" y="1891371"/>
                  </a:lnTo>
                  <a:cubicBezTo>
                    <a:pt x="3113186" y="1907143"/>
                    <a:pt x="3100400" y="1919929"/>
                    <a:pt x="3084628" y="1919929"/>
                  </a:cubicBezTo>
                  <a:lnTo>
                    <a:pt x="28558" y="1919929"/>
                  </a:lnTo>
                  <a:cubicBezTo>
                    <a:pt x="12786" y="1919929"/>
                    <a:pt x="0" y="1907143"/>
                    <a:pt x="0" y="1891371"/>
                  </a:cubicBezTo>
                  <a:lnTo>
                    <a:pt x="0" y="28558"/>
                  </a:lnTo>
                  <a:cubicBezTo>
                    <a:pt x="0" y="12786"/>
                    <a:pt x="12786" y="0"/>
                    <a:pt x="28558" y="0"/>
                  </a:cubicBezTo>
                  <a:close/>
                </a:path>
              </a:pathLst>
            </a:custGeom>
            <a:solidFill>
              <a:srgbClr val="F1F1F1"/>
            </a:solidFill>
            <a:ln w="19050" cap="rnd">
              <a:solidFill>
                <a:srgbClr val="000000"/>
              </a:solidFill>
              <a:prstDash val="solid"/>
              <a:round/>
            </a:ln>
          </p:spPr>
        </p:sp>
        <p:sp>
          <p:nvSpPr>
            <p:cNvPr name="TextBox 10" id="10"/>
            <p:cNvSpPr txBox="true"/>
            <p:nvPr/>
          </p:nvSpPr>
          <p:spPr>
            <a:xfrm>
              <a:off x="0" y="-38100"/>
              <a:ext cx="3113186" cy="1958029"/>
            </a:xfrm>
            <a:prstGeom prst="rect">
              <a:avLst/>
            </a:prstGeom>
          </p:spPr>
          <p:txBody>
            <a:bodyPr anchor="ctr" rtlCol="false" tIns="50800" lIns="50800" bIns="50800" rIns="50800"/>
            <a:lstStyle/>
            <a:p>
              <a:pPr algn="ctr">
                <a:lnSpc>
                  <a:spcPts val="2116"/>
                </a:lnSpc>
              </a:pPr>
            </a:p>
          </p:txBody>
        </p:sp>
      </p:grpSp>
      <p:pic>
        <p:nvPicPr>
          <p:cNvPr name="Picture 11" id="11"/>
          <p:cNvPicPr>
            <a:picLocks noChangeAspect="true"/>
          </p:cNvPicPr>
          <p:nvPr/>
        </p:nvPicPr>
        <p:blipFill>
          <a:blip r:embed="rId6"/>
          <a:stretch>
            <a:fillRect/>
          </a:stretch>
        </p:blipFill>
        <p:spPr>
          <a:xfrm rot="0">
            <a:off x="7226141" y="1580748"/>
            <a:ext cx="10669775" cy="7140363"/>
          </a:xfrm>
          <a:prstGeom prst="rect">
            <a:avLst/>
          </a:prstGeom>
        </p:spPr>
      </p:pic>
      <p:sp>
        <p:nvSpPr>
          <p:cNvPr name="Freeform 12" id="12"/>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809625" y="773985"/>
            <a:ext cx="4018637" cy="255422"/>
          </a:xfrm>
          <a:prstGeom prst="rect">
            <a:avLst/>
          </a:prstGeom>
        </p:spPr>
        <p:txBody>
          <a:bodyPr anchor="t" rtlCol="false" tIns="0" lIns="0" bIns="0" rIns="0">
            <a:spAutoFit/>
          </a:bodyPr>
          <a:lstStyle/>
          <a:p>
            <a:pPr algn="l" marL="0" indent="0" lvl="0">
              <a:lnSpc>
                <a:spcPts val="2116"/>
              </a:lnSpc>
              <a:spcBef>
                <a:spcPct val="0"/>
              </a:spcBef>
            </a:pPr>
            <a:r>
              <a:rPr lang="en-US" sz="1439" spc="211" strike="noStrike" u="none">
                <a:solidFill>
                  <a:srgbClr val="211F1C"/>
                </a:solidFill>
                <a:latin typeface="Nunito Sans Expanded Semi-Bold"/>
              </a:rPr>
              <a:t>@REALLYGREATSITE</a:t>
            </a:r>
          </a:p>
        </p:txBody>
      </p:sp>
      <p:grpSp>
        <p:nvGrpSpPr>
          <p:cNvPr name="Group 14" id="14"/>
          <p:cNvGrpSpPr/>
          <p:nvPr/>
        </p:nvGrpSpPr>
        <p:grpSpPr>
          <a:xfrm rot="0">
            <a:off x="809625" y="9043238"/>
            <a:ext cx="2880627" cy="432385"/>
            <a:chOff x="0" y="0"/>
            <a:chExt cx="3840836" cy="576513"/>
          </a:xfrm>
        </p:grpSpPr>
        <p:grpSp>
          <p:nvGrpSpPr>
            <p:cNvPr name="Group 15" id="15"/>
            <p:cNvGrpSpPr/>
            <p:nvPr/>
          </p:nvGrpSpPr>
          <p:grpSpPr>
            <a:xfrm rot="0">
              <a:off x="0" y="0"/>
              <a:ext cx="3840836" cy="576513"/>
              <a:chOff x="0" y="0"/>
              <a:chExt cx="8296205" cy="1245268"/>
            </a:xfrm>
          </p:grpSpPr>
          <p:sp>
            <p:nvSpPr>
              <p:cNvPr name="Freeform 16" id="16"/>
              <p:cNvSpPr/>
              <p:nvPr/>
            </p:nvSpPr>
            <p:spPr>
              <a:xfrm flipH="false" flipV="false" rot="0">
                <a:off x="0" y="0"/>
                <a:ext cx="8296205" cy="1245268"/>
              </a:xfrm>
              <a:custGeom>
                <a:avLst/>
                <a:gdLst/>
                <a:ahLst/>
                <a:cxnLst/>
                <a:rect r="r" b="b" t="t" l="l"/>
                <a:pathLst>
                  <a:path h="1245268" w="8296205">
                    <a:moveTo>
                      <a:pt x="83315" y="0"/>
                    </a:moveTo>
                    <a:lnTo>
                      <a:pt x="8212890" y="0"/>
                    </a:lnTo>
                    <a:cubicBezTo>
                      <a:pt x="8258904" y="0"/>
                      <a:pt x="8296205" y="37301"/>
                      <a:pt x="8296205" y="83315"/>
                    </a:cubicBezTo>
                    <a:lnTo>
                      <a:pt x="8296205" y="1161953"/>
                    </a:lnTo>
                    <a:cubicBezTo>
                      <a:pt x="8296205" y="1207966"/>
                      <a:pt x="8258904" y="1245268"/>
                      <a:pt x="8212890" y="1245268"/>
                    </a:cubicBezTo>
                    <a:lnTo>
                      <a:pt x="83315" y="1245268"/>
                    </a:lnTo>
                    <a:cubicBezTo>
                      <a:pt x="37301" y="1245268"/>
                      <a:pt x="0" y="1207966"/>
                      <a:pt x="0" y="1161953"/>
                    </a:cubicBezTo>
                    <a:lnTo>
                      <a:pt x="0" y="83315"/>
                    </a:lnTo>
                    <a:cubicBezTo>
                      <a:pt x="0" y="37301"/>
                      <a:pt x="37301" y="0"/>
                      <a:pt x="83315" y="0"/>
                    </a:cubicBezTo>
                    <a:close/>
                  </a:path>
                </a:pathLst>
              </a:custGeom>
              <a:solidFill>
                <a:srgbClr val="F1F1F1"/>
              </a:solidFill>
              <a:ln w="9525" cap="rnd">
                <a:solidFill>
                  <a:srgbClr val="000000"/>
                </a:solidFill>
                <a:prstDash val="solid"/>
                <a:round/>
              </a:ln>
            </p:spPr>
          </p:sp>
          <p:sp>
            <p:nvSpPr>
              <p:cNvPr name="TextBox 17" id="17"/>
              <p:cNvSpPr txBox="true"/>
              <p:nvPr/>
            </p:nvSpPr>
            <p:spPr>
              <a:xfrm>
                <a:off x="0" y="-38100"/>
                <a:ext cx="8296205" cy="1283368"/>
              </a:xfrm>
              <a:prstGeom prst="rect">
                <a:avLst/>
              </a:prstGeom>
            </p:spPr>
            <p:txBody>
              <a:bodyPr anchor="ctr" rtlCol="false" tIns="12700" lIns="12700" bIns="12700" rIns="12700"/>
              <a:lstStyle/>
              <a:p>
                <a:pPr algn="ctr" marL="0" indent="0" lvl="0">
                  <a:lnSpc>
                    <a:spcPts val="2116"/>
                  </a:lnSpc>
                  <a:spcBef>
                    <a:spcPct val="0"/>
                  </a:spcBef>
                </a:pPr>
                <a:r>
                  <a:rPr lang="en-US" sz="1439" spc="211" strike="noStrike" u="none">
                    <a:solidFill>
                      <a:srgbClr val="211F1C"/>
                    </a:solidFill>
                    <a:latin typeface="Nunito Sans Expanded Semi-Bold"/>
                  </a:rPr>
                  <a:t>BORCELLE</a:t>
                </a:r>
              </a:p>
            </p:txBody>
          </p:sp>
        </p:grpSp>
        <p:sp>
          <p:nvSpPr>
            <p:cNvPr name="Freeform 18" id="18"/>
            <p:cNvSpPr/>
            <p:nvPr/>
          </p:nvSpPr>
          <p:spPr>
            <a:xfrm flipH="false" flipV="false" rot="0">
              <a:off x="3233807" y="116532"/>
              <a:ext cx="341941" cy="341941"/>
            </a:xfrm>
            <a:custGeom>
              <a:avLst/>
              <a:gdLst/>
              <a:ahLst/>
              <a:cxnLst/>
              <a:rect r="r" b="b" t="t" l="l"/>
              <a:pathLst>
                <a:path h="341941" w="341941">
                  <a:moveTo>
                    <a:pt x="0" y="0"/>
                  </a:moveTo>
                  <a:lnTo>
                    <a:pt x="341942" y="0"/>
                  </a:lnTo>
                  <a:lnTo>
                    <a:pt x="341942" y="341942"/>
                  </a:lnTo>
                  <a:lnTo>
                    <a:pt x="0" y="3419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265087" y="118039"/>
              <a:ext cx="341941" cy="341941"/>
            </a:xfrm>
            <a:custGeom>
              <a:avLst/>
              <a:gdLst/>
              <a:ahLst/>
              <a:cxnLst/>
              <a:rect r="r" b="b" t="t" l="l"/>
              <a:pathLst>
                <a:path h="341941" w="341941">
                  <a:moveTo>
                    <a:pt x="0" y="0"/>
                  </a:moveTo>
                  <a:lnTo>
                    <a:pt x="341941" y="0"/>
                  </a:lnTo>
                  <a:lnTo>
                    <a:pt x="341941" y="341941"/>
                  </a:lnTo>
                  <a:lnTo>
                    <a:pt x="0" y="3419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20" id="20"/>
          <p:cNvGrpSpPr/>
          <p:nvPr/>
        </p:nvGrpSpPr>
        <p:grpSpPr>
          <a:xfrm rot="0">
            <a:off x="3879846" y="9043238"/>
            <a:ext cx="1066053" cy="432385"/>
            <a:chOff x="0" y="0"/>
            <a:chExt cx="3070231" cy="1245268"/>
          </a:xfrm>
        </p:grpSpPr>
        <p:sp>
          <p:nvSpPr>
            <p:cNvPr name="Freeform 21" id="21"/>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22" id="22"/>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sz="1439" spc="211">
                  <a:solidFill>
                    <a:srgbClr val="211F1C"/>
                  </a:solidFill>
                  <a:latin typeface="Nunito Sans Expanded Semi-Bold"/>
                </a:rPr>
                <a:t>7/11</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6208643" y="638734"/>
            <a:ext cx="5419514" cy="9009533"/>
            <a:chOff x="0" y="0"/>
            <a:chExt cx="1728779" cy="2873964"/>
          </a:xfrm>
        </p:grpSpPr>
        <p:sp>
          <p:nvSpPr>
            <p:cNvPr name="Freeform 6" id="6"/>
            <p:cNvSpPr/>
            <p:nvPr/>
          </p:nvSpPr>
          <p:spPr>
            <a:xfrm flipH="false" flipV="false" rot="0">
              <a:off x="0" y="0"/>
              <a:ext cx="1728779" cy="2873964"/>
            </a:xfrm>
            <a:custGeom>
              <a:avLst/>
              <a:gdLst/>
              <a:ahLst/>
              <a:cxnLst/>
              <a:rect r="r" b="b" t="t" l="l"/>
              <a:pathLst>
                <a:path h="2873964" w="1728779">
                  <a:moveTo>
                    <a:pt x="51427" y="0"/>
                  </a:moveTo>
                  <a:lnTo>
                    <a:pt x="1677352" y="0"/>
                  </a:lnTo>
                  <a:cubicBezTo>
                    <a:pt x="1705754" y="0"/>
                    <a:pt x="1728779" y="23025"/>
                    <a:pt x="1728779" y="51427"/>
                  </a:cubicBezTo>
                  <a:lnTo>
                    <a:pt x="1728779" y="2822537"/>
                  </a:lnTo>
                  <a:cubicBezTo>
                    <a:pt x="1728779" y="2836177"/>
                    <a:pt x="1723361" y="2849257"/>
                    <a:pt x="1713716" y="2858902"/>
                  </a:cubicBezTo>
                  <a:cubicBezTo>
                    <a:pt x="1704072" y="2868546"/>
                    <a:pt x="1690991" y="2873964"/>
                    <a:pt x="1677352" y="2873964"/>
                  </a:cubicBezTo>
                  <a:lnTo>
                    <a:pt x="51427" y="2873964"/>
                  </a:lnTo>
                  <a:cubicBezTo>
                    <a:pt x="37788" y="2873964"/>
                    <a:pt x="24707" y="2868546"/>
                    <a:pt x="15063" y="2858902"/>
                  </a:cubicBezTo>
                  <a:cubicBezTo>
                    <a:pt x="5418" y="2849257"/>
                    <a:pt x="0" y="2836177"/>
                    <a:pt x="0" y="2822537"/>
                  </a:cubicBezTo>
                  <a:lnTo>
                    <a:pt x="0" y="51427"/>
                  </a:lnTo>
                  <a:cubicBezTo>
                    <a:pt x="0" y="37788"/>
                    <a:pt x="5418" y="24707"/>
                    <a:pt x="15063" y="15063"/>
                  </a:cubicBezTo>
                  <a:cubicBezTo>
                    <a:pt x="24707" y="5418"/>
                    <a:pt x="37788" y="0"/>
                    <a:pt x="51427" y="0"/>
                  </a:cubicBezTo>
                  <a:close/>
                </a:path>
              </a:pathLst>
            </a:custGeom>
            <a:solidFill>
              <a:srgbClr val="F1F1F1"/>
            </a:solidFill>
            <a:ln w="19050" cap="rnd">
              <a:solidFill>
                <a:srgbClr val="000000"/>
              </a:solidFill>
              <a:prstDash val="solid"/>
              <a:round/>
            </a:ln>
          </p:spPr>
        </p:sp>
        <p:sp>
          <p:nvSpPr>
            <p:cNvPr name="TextBox 7" id="7"/>
            <p:cNvSpPr txBox="true"/>
            <p:nvPr/>
          </p:nvSpPr>
          <p:spPr>
            <a:xfrm>
              <a:off x="0" y="-38100"/>
              <a:ext cx="1728779" cy="2912064"/>
            </a:xfrm>
            <a:prstGeom prst="rect">
              <a:avLst/>
            </a:prstGeom>
          </p:spPr>
          <p:txBody>
            <a:bodyPr anchor="ctr" rtlCol="false" tIns="50800" lIns="50800" bIns="50800" rIns="50800"/>
            <a:lstStyle/>
            <a:p>
              <a:pPr algn="ctr">
                <a:lnSpc>
                  <a:spcPts val="2116"/>
                </a:lnSpc>
              </a:pPr>
            </a:p>
          </p:txBody>
        </p:sp>
      </p:grpSp>
      <p:grpSp>
        <p:nvGrpSpPr>
          <p:cNvPr name="Group 8" id="8"/>
          <p:cNvGrpSpPr/>
          <p:nvPr/>
        </p:nvGrpSpPr>
        <p:grpSpPr>
          <a:xfrm rot="0">
            <a:off x="12058861" y="638734"/>
            <a:ext cx="5419514" cy="9009533"/>
            <a:chOff x="0" y="0"/>
            <a:chExt cx="1728779" cy="2873964"/>
          </a:xfrm>
        </p:grpSpPr>
        <p:sp>
          <p:nvSpPr>
            <p:cNvPr name="Freeform 9" id="9"/>
            <p:cNvSpPr/>
            <p:nvPr/>
          </p:nvSpPr>
          <p:spPr>
            <a:xfrm flipH="false" flipV="false" rot="0">
              <a:off x="0" y="0"/>
              <a:ext cx="1728779" cy="2873964"/>
            </a:xfrm>
            <a:custGeom>
              <a:avLst/>
              <a:gdLst/>
              <a:ahLst/>
              <a:cxnLst/>
              <a:rect r="r" b="b" t="t" l="l"/>
              <a:pathLst>
                <a:path h="2873964" w="1728779">
                  <a:moveTo>
                    <a:pt x="51427" y="0"/>
                  </a:moveTo>
                  <a:lnTo>
                    <a:pt x="1677352" y="0"/>
                  </a:lnTo>
                  <a:cubicBezTo>
                    <a:pt x="1705754" y="0"/>
                    <a:pt x="1728779" y="23025"/>
                    <a:pt x="1728779" y="51427"/>
                  </a:cubicBezTo>
                  <a:lnTo>
                    <a:pt x="1728779" y="2822537"/>
                  </a:lnTo>
                  <a:cubicBezTo>
                    <a:pt x="1728779" y="2836177"/>
                    <a:pt x="1723361" y="2849257"/>
                    <a:pt x="1713716" y="2858902"/>
                  </a:cubicBezTo>
                  <a:cubicBezTo>
                    <a:pt x="1704072" y="2868546"/>
                    <a:pt x="1690991" y="2873964"/>
                    <a:pt x="1677352" y="2873964"/>
                  </a:cubicBezTo>
                  <a:lnTo>
                    <a:pt x="51427" y="2873964"/>
                  </a:lnTo>
                  <a:cubicBezTo>
                    <a:pt x="37788" y="2873964"/>
                    <a:pt x="24707" y="2868546"/>
                    <a:pt x="15063" y="2858902"/>
                  </a:cubicBezTo>
                  <a:cubicBezTo>
                    <a:pt x="5418" y="2849257"/>
                    <a:pt x="0" y="2836177"/>
                    <a:pt x="0" y="2822537"/>
                  </a:cubicBezTo>
                  <a:lnTo>
                    <a:pt x="0" y="51427"/>
                  </a:lnTo>
                  <a:cubicBezTo>
                    <a:pt x="0" y="37788"/>
                    <a:pt x="5418" y="24707"/>
                    <a:pt x="15063" y="15063"/>
                  </a:cubicBezTo>
                  <a:cubicBezTo>
                    <a:pt x="24707" y="5418"/>
                    <a:pt x="37788" y="0"/>
                    <a:pt x="51427" y="0"/>
                  </a:cubicBezTo>
                  <a:close/>
                </a:path>
              </a:pathLst>
            </a:custGeom>
            <a:solidFill>
              <a:srgbClr val="F1F1F1"/>
            </a:solidFill>
            <a:ln w="19050" cap="rnd">
              <a:solidFill>
                <a:srgbClr val="000000"/>
              </a:solidFill>
              <a:prstDash val="solid"/>
              <a:round/>
            </a:ln>
          </p:spPr>
        </p:sp>
        <p:sp>
          <p:nvSpPr>
            <p:cNvPr name="TextBox 10" id="10"/>
            <p:cNvSpPr txBox="true"/>
            <p:nvPr/>
          </p:nvSpPr>
          <p:spPr>
            <a:xfrm>
              <a:off x="0" y="-38100"/>
              <a:ext cx="1728779" cy="2912064"/>
            </a:xfrm>
            <a:prstGeom prst="rect">
              <a:avLst/>
            </a:prstGeom>
          </p:spPr>
          <p:txBody>
            <a:bodyPr anchor="ctr" rtlCol="false" tIns="50800" lIns="50800" bIns="50800" rIns="50800"/>
            <a:lstStyle/>
            <a:p>
              <a:pPr algn="ctr">
                <a:lnSpc>
                  <a:spcPts val="2116"/>
                </a:lnSpc>
              </a:pPr>
            </a:p>
          </p:txBody>
        </p:sp>
      </p:grpSp>
      <p:grpSp>
        <p:nvGrpSpPr>
          <p:cNvPr name="Group 11" id="11"/>
          <p:cNvGrpSpPr/>
          <p:nvPr/>
        </p:nvGrpSpPr>
        <p:grpSpPr>
          <a:xfrm rot="0">
            <a:off x="11016325" y="5952497"/>
            <a:ext cx="219954" cy="289682"/>
            <a:chOff x="0" y="0"/>
            <a:chExt cx="617156" cy="812800"/>
          </a:xfrm>
        </p:grpSpPr>
        <p:sp>
          <p:nvSpPr>
            <p:cNvPr name="Freeform 12" id="12"/>
            <p:cNvSpPr/>
            <p:nvPr/>
          </p:nvSpPr>
          <p:spPr>
            <a:xfrm flipH="false" flipV="false" rot="0">
              <a:off x="0" y="0"/>
              <a:ext cx="617156" cy="812800"/>
            </a:xfrm>
            <a:custGeom>
              <a:avLst/>
              <a:gdLst/>
              <a:ahLst/>
              <a:cxnLst/>
              <a:rect r="r" b="b" t="t" l="l"/>
              <a:pathLst>
                <a:path h="812800" w="617156">
                  <a:moveTo>
                    <a:pt x="617156" y="0"/>
                  </a:moveTo>
                  <a:lnTo>
                    <a:pt x="617156" y="812800"/>
                  </a:lnTo>
                  <a:lnTo>
                    <a:pt x="308578" y="685800"/>
                  </a:lnTo>
                  <a:lnTo>
                    <a:pt x="0" y="812800"/>
                  </a:lnTo>
                  <a:lnTo>
                    <a:pt x="0" y="0"/>
                  </a:lnTo>
                  <a:lnTo>
                    <a:pt x="617156" y="0"/>
                  </a:lnTo>
                  <a:close/>
                </a:path>
              </a:pathLst>
            </a:custGeom>
            <a:solidFill>
              <a:srgbClr val="000000">
                <a:alpha val="0"/>
              </a:srgbClr>
            </a:solidFill>
            <a:ln w="19050" cap="sq">
              <a:solidFill>
                <a:srgbClr val="000000"/>
              </a:solidFill>
              <a:prstDash val="solid"/>
              <a:miter/>
            </a:ln>
          </p:spPr>
        </p:sp>
        <p:sp>
          <p:nvSpPr>
            <p:cNvPr name="TextBox 13" id="13"/>
            <p:cNvSpPr txBox="true"/>
            <p:nvPr/>
          </p:nvSpPr>
          <p:spPr>
            <a:xfrm>
              <a:off x="0" y="-38100"/>
              <a:ext cx="617156" cy="723900"/>
            </a:xfrm>
            <a:prstGeom prst="rect">
              <a:avLst/>
            </a:prstGeom>
          </p:spPr>
          <p:txBody>
            <a:bodyPr anchor="ctr" rtlCol="false" tIns="50800" lIns="50800" bIns="50800" rIns="50800"/>
            <a:lstStyle/>
            <a:p>
              <a:pPr algn="ctr">
                <a:lnSpc>
                  <a:spcPts val="2116"/>
                </a:lnSpc>
              </a:pPr>
            </a:p>
          </p:txBody>
        </p:sp>
      </p:grpSp>
      <p:grpSp>
        <p:nvGrpSpPr>
          <p:cNvPr name="Group 14" id="14"/>
          <p:cNvGrpSpPr/>
          <p:nvPr/>
        </p:nvGrpSpPr>
        <p:grpSpPr>
          <a:xfrm rot="0">
            <a:off x="16866543" y="5952497"/>
            <a:ext cx="219954" cy="289682"/>
            <a:chOff x="0" y="0"/>
            <a:chExt cx="617156" cy="812800"/>
          </a:xfrm>
        </p:grpSpPr>
        <p:sp>
          <p:nvSpPr>
            <p:cNvPr name="Freeform 15" id="15"/>
            <p:cNvSpPr/>
            <p:nvPr/>
          </p:nvSpPr>
          <p:spPr>
            <a:xfrm flipH="false" flipV="false" rot="0">
              <a:off x="0" y="0"/>
              <a:ext cx="617156" cy="812800"/>
            </a:xfrm>
            <a:custGeom>
              <a:avLst/>
              <a:gdLst/>
              <a:ahLst/>
              <a:cxnLst/>
              <a:rect r="r" b="b" t="t" l="l"/>
              <a:pathLst>
                <a:path h="812800" w="617156">
                  <a:moveTo>
                    <a:pt x="617156" y="0"/>
                  </a:moveTo>
                  <a:lnTo>
                    <a:pt x="617156" y="812800"/>
                  </a:lnTo>
                  <a:lnTo>
                    <a:pt x="308578" y="685800"/>
                  </a:lnTo>
                  <a:lnTo>
                    <a:pt x="0" y="812800"/>
                  </a:lnTo>
                  <a:lnTo>
                    <a:pt x="0" y="0"/>
                  </a:lnTo>
                  <a:lnTo>
                    <a:pt x="617156" y="0"/>
                  </a:lnTo>
                  <a:close/>
                </a:path>
              </a:pathLst>
            </a:custGeom>
            <a:solidFill>
              <a:srgbClr val="000000">
                <a:alpha val="0"/>
              </a:srgbClr>
            </a:solidFill>
            <a:ln w="19050" cap="sq">
              <a:solidFill>
                <a:srgbClr val="000000"/>
              </a:solidFill>
              <a:prstDash val="solid"/>
              <a:miter/>
            </a:ln>
          </p:spPr>
        </p:sp>
        <p:sp>
          <p:nvSpPr>
            <p:cNvPr name="TextBox 16" id="16"/>
            <p:cNvSpPr txBox="true"/>
            <p:nvPr/>
          </p:nvSpPr>
          <p:spPr>
            <a:xfrm>
              <a:off x="0" y="-38100"/>
              <a:ext cx="617156" cy="723900"/>
            </a:xfrm>
            <a:prstGeom prst="rect">
              <a:avLst/>
            </a:prstGeom>
          </p:spPr>
          <p:txBody>
            <a:bodyPr anchor="ctr" rtlCol="false" tIns="50800" lIns="50800" bIns="50800" rIns="50800"/>
            <a:lstStyle/>
            <a:p>
              <a:pPr algn="ctr">
                <a:lnSpc>
                  <a:spcPts val="2116"/>
                </a:lnSpc>
              </a:pPr>
            </a:p>
          </p:txBody>
        </p:sp>
      </p:grpSp>
      <p:grpSp>
        <p:nvGrpSpPr>
          <p:cNvPr name="Group 17" id="17"/>
          <p:cNvGrpSpPr/>
          <p:nvPr/>
        </p:nvGrpSpPr>
        <p:grpSpPr>
          <a:xfrm rot="0">
            <a:off x="6600521" y="1059564"/>
            <a:ext cx="4635758" cy="4635758"/>
            <a:chOff x="0" y="0"/>
            <a:chExt cx="6350000" cy="6350000"/>
          </a:xfrm>
        </p:grpSpPr>
        <p:sp>
          <p:nvSpPr>
            <p:cNvPr name="Freeform 18" id="18"/>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0" t="-25061" r="0" b="-25061"/>
              </a:stretch>
            </a:blipFill>
          </p:spPr>
        </p:sp>
      </p:grpSp>
      <p:grpSp>
        <p:nvGrpSpPr>
          <p:cNvPr name="Group 19" id="19"/>
          <p:cNvGrpSpPr/>
          <p:nvPr/>
        </p:nvGrpSpPr>
        <p:grpSpPr>
          <a:xfrm rot="0">
            <a:off x="12450739" y="1059564"/>
            <a:ext cx="4635758" cy="4635758"/>
            <a:chOff x="0" y="0"/>
            <a:chExt cx="6350000" cy="6350000"/>
          </a:xfrm>
        </p:grpSpPr>
        <p:sp>
          <p:nvSpPr>
            <p:cNvPr name="Freeform 20" id="20"/>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5"/>
              <a:stretch>
                <a:fillRect l="0" t="-25061" r="0" b="-25061"/>
              </a:stretch>
            </a:blipFill>
          </p:spPr>
        </p:sp>
      </p:grpSp>
      <p:grpSp>
        <p:nvGrpSpPr>
          <p:cNvPr name="Group 21" id="21"/>
          <p:cNvGrpSpPr/>
          <p:nvPr/>
        </p:nvGrpSpPr>
        <p:grpSpPr>
          <a:xfrm rot="0">
            <a:off x="6600521" y="9043238"/>
            <a:ext cx="2530847" cy="264186"/>
            <a:chOff x="0" y="0"/>
            <a:chExt cx="3374462" cy="352248"/>
          </a:xfrm>
        </p:grpSpPr>
        <p:grpSp>
          <p:nvGrpSpPr>
            <p:cNvPr name="Group 22" id="22"/>
            <p:cNvGrpSpPr/>
            <p:nvPr/>
          </p:nvGrpSpPr>
          <p:grpSpPr>
            <a:xfrm rot="0">
              <a:off x="0" y="39156"/>
              <a:ext cx="293272" cy="273935"/>
              <a:chOff x="0" y="0"/>
              <a:chExt cx="812800" cy="759208"/>
            </a:xfrm>
          </p:grpSpPr>
          <p:sp>
            <p:nvSpPr>
              <p:cNvPr name="Freeform 23" id="23"/>
              <p:cNvSpPr/>
              <p:nvPr/>
            </p:nvSpPr>
            <p:spPr>
              <a:xfrm flipH="false" flipV="false" rot="0">
                <a:off x="-33680" y="-8369"/>
                <a:ext cx="854946" cy="767578"/>
              </a:xfrm>
              <a:custGeom>
                <a:avLst/>
                <a:gdLst/>
                <a:ahLst/>
                <a:cxnLst/>
                <a:rect r="r" b="b" t="t" l="l"/>
                <a:pathLst>
                  <a:path h="767578" w="854946">
                    <a:moveTo>
                      <a:pt x="65903" y="129592"/>
                    </a:moveTo>
                    <a:cubicBezTo>
                      <a:pt x="0" y="245494"/>
                      <a:pt x="46429" y="358306"/>
                      <a:pt x="104776" y="418180"/>
                    </a:cubicBezTo>
                    <a:lnTo>
                      <a:pt x="445927" y="767577"/>
                    </a:lnTo>
                    <a:lnTo>
                      <a:pt x="779877" y="419429"/>
                    </a:lnTo>
                    <a:cubicBezTo>
                      <a:pt x="834145" y="355019"/>
                      <a:pt x="854946" y="286699"/>
                      <a:pt x="843393" y="210623"/>
                    </a:cubicBezTo>
                    <a:cubicBezTo>
                      <a:pt x="827435" y="105386"/>
                      <a:pt x="746197" y="23739"/>
                      <a:pt x="645842" y="12080"/>
                    </a:cubicBezTo>
                    <a:cubicBezTo>
                      <a:pt x="584292" y="5218"/>
                      <a:pt x="524835" y="23600"/>
                      <a:pt x="478430" y="64764"/>
                    </a:cubicBezTo>
                    <a:cubicBezTo>
                      <a:pt x="465940" y="75840"/>
                      <a:pt x="454776" y="88222"/>
                      <a:pt x="445047" y="101681"/>
                    </a:cubicBezTo>
                    <a:cubicBezTo>
                      <a:pt x="433503" y="86357"/>
                      <a:pt x="419967" y="72340"/>
                      <a:pt x="404657" y="59916"/>
                    </a:cubicBezTo>
                    <a:cubicBezTo>
                      <a:pt x="351294" y="16624"/>
                      <a:pt x="283367" y="0"/>
                      <a:pt x="218120" y="12803"/>
                    </a:cubicBezTo>
                    <a:cubicBezTo>
                      <a:pt x="156323" y="25547"/>
                      <a:pt x="100853" y="68100"/>
                      <a:pt x="65903" y="129592"/>
                    </a:cubicBezTo>
                    <a:close/>
                  </a:path>
                </a:pathLst>
              </a:custGeom>
              <a:solidFill>
                <a:srgbClr val="000000">
                  <a:alpha val="0"/>
                </a:srgbClr>
              </a:solidFill>
              <a:ln w="19050" cap="sq">
                <a:solidFill>
                  <a:srgbClr val="000000"/>
                </a:solidFill>
                <a:prstDash val="solid"/>
                <a:miter/>
              </a:ln>
            </p:spPr>
          </p:sp>
          <p:sp>
            <p:nvSpPr>
              <p:cNvPr name="TextBox 24" id="24"/>
              <p:cNvSpPr txBox="true"/>
              <p:nvPr/>
            </p:nvSpPr>
            <p:spPr>
              <a:xfrm>
                <a:off x="76200" y="16129"/>
                <a:ext cx="660400" cy="607506"/>
              </a:xfrm>
              <a:prstGeom prst="rect">
                <a:avLst/>
              </a:prstGeom>
            </p:spPr>
            <p:txBody>
              <a:bodyPr anchor="ctr" rtlCol="false" tIns="50800" lIns="50800" bIns="50800" rIns="50800"/>
              <a:lstStyle/>
              <a:p>
                <a:pPr algn="ctr">
                  <a:lnSpc>
                    <a:spcPts val="2116"/>
                  </a:lnSpc>
                </a:pPr>
              </a:p>
            </p:txBody>
          </p:sp>
        </p:grpSp>
        <p:sp>
          <p:nvSpPr>
            <p:cNvPr name="TextBox 25" id="25"/>
            <p:cNvSpPr txBox="true"/>
            <p:nvPr/>
          </p:nvSpPr>
          <p:spPr>
            <a:xfrm rot="0">
              <a:off x="402858" y="-38100"/>
              <a:ext cx="491996" cy="390348"/>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Freeform 26" id="26"/>
            <p:cNvSpPr/>
            <p:nvPr/>
          </p:nvSpPr>
          <p:spPr>
            <a:xfrm flipH="false" flipV="false" rot="0">
              <a:off x="1281073" y="39156"/>
              <a:ext cx="273935" cy="273935"/>
            </a:xfrm>
            <a:custGeom>
              <a:avLst/>
              <a:gdLst/>
              <a:ahLst/>
              <a:cxnLst/>
              <a:rect r="r" b="b" t="t" l="l"/>
              <a:pathLst>
                <a:path h="273935" w="273935">
                  <a:moveTo>
                    <a:pt x="0" y="0"/>
                  </a:moveTo>
                  <a:lnTo>
                    <a:pt x="273936" y="0"/>
                  </a:lnTo>
                  <a:lnTo>
                    <a:pt x="273936" y="273936"/>
                  </a:lnTo>
                  <a:lnTo>
                    <a:pt x="0" y="2739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669309" y="-38100"/>
              <a:ext cx="491996" cy="390348"/>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Freeform 28" id="28"/>
            <p:cNvSpPr/>
            <p:nvPr/>
          </p:nvSpPr>
          <p:spPr>
            <a:xfrm flipH="false" flipV="false" rot="0">
              <a:off x="2547524" y="39156"/>
              <a:ext cx="220643" cy="273935"/>
            </a:xfrm>
            <a:custGeom>
              <a:avLst/>
              <a:gdLst/>
              <a:ahLst/>
              <a:cxnLst/>
              <a:rect r="r" b="b" t="t" l="l"/>
              <a:pathLst>
                <a:path h="273935" w="220643">
                  <a:moveTo>
                    <a:pt x="0" y="0"/>
                  </a:moveTo>
                  <a:lnTo>
                    <a:pt x="220642" y="0"/>
                  </a:lnTo>
                  <a:lnTo>
                    <a:pt x="220642" y="273936"/>
                  </a:lnTo>
                  <a:lnTo>
                    <a:pt x="0" y="2739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9" id="29"/>
            <p:cNvSpPr txBox="true"/>
            <p:nvPr/>
          </p:nvSpPr>
          <p:spPr>
            <a:xfrm rot="0">
              <a:off x="2882466" y="-38100"/>
              <a:ext cx="491996" cy="390348"/>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grpSp>
      <p:grpSp>
        <p:nvGrpSpPr>
          <p:cNvPr name="Group 30" id="30"/>
          <p:cNvGrpSpPr/>
          <p:nvPr/>
        </p:nvGrpSpPr>
        <p:grpSpPr>
          <a:xfrm rot="0">
            <a:off x="12450739" y="9043238"/>
            <a:ext cx="2530847" cy="264186"/>
            <a:chOff x="0" y="0"/>
            <a:chExt cx="3374462" cy="352248"/>
          </a:xfrm>
        </p:grpSpPr>
        <p:grpSp>
          <p:nvGrpSpPr>
            <p:cNvPr name="Group 31" id="31"/>
            <p:cNvGrpSpPr/>
            <p:nvPr/>
          </p:nvGrpSpPr>
          <p:grpSpPr>
            <a:xfrm rot="0">
              <a:off x="0" y="39156"/>
              <a:ext cx="293272" cy="273935"/>
              <a:chOff x="0" y="0"/>
              <a:chExt cx="812800" cy="759208"/>
            </a:xfrm>
          </p:grpSpPr>
          <p:sp>
            <p:nvSpPr>
              <p:cNvPr name="Freeform 32" id="32"/>
              <p:cNvSpPr/>
              <p:nvPr/>
            </p:nvSpPr>
            <p:spPr>
              <a:xfrm flipH="false" flipV="false" rot="0">
                <a:off x="-33680" y="-8369"/>
                <a:ext cx="854946" cy="767578"/>
              </a:xfrm>
              <a:custGeom>
                <a:avLst/>
                <a:gdLst/>
                <a:ahLst/>
                <a:cxnLst/>
                <a:rect r="r" b="b" t="t" l="l"/>
                <a:pathLst>
                  <a:path h="767578" w="854946">
                    <a:moveTo>
                      <a:pt x="65903" y="129592"/>
                    </a:moveTo>
                    <a:cubicBezTo>
                      <a:pt x="0" y="245494"/>
                      <a:pt x="46429" y="358306"/>
                      <a:pt x="104776" y="418180"/>
                    </a:cubicBezTo>
                    <a:lnTo>
                      <a:pt x="445927" y="767577"/>
                    </a:lnTo>
                    <a:lnTo>
                      <a:pt x="779877" y="419429"/>
                    </a:lnTo>
                    <a:cubicBezTo>
                      <a:pt x="834145" y="355019"/>
                      <a:pt x="854946" y="286699"/>
                      <a:pt x="843393" y="210623"/>
                    </a:cubicBezTo>
                    <a:cubicBezTo>
                      <a:pt x="827435" y="105386"/>
                      <a:pt x="746197" y="23739"/>
                      <a:pt x="645842" y="12080"/>
                    </a:cubicBezTo>
                    <a:cubicBezTo>
                      <a:pt x="584292" y="5218"/>
                      <a:pt x="524835" y="23600"/>
                      <a:pt x="478430" y="64764"/>
                    </a:cubicBezTo>
                    <a:cubicBezTo>
                      <a:pt x="465940" y="75840"/>
                      <a:pt x="454776" y="88222"/>
                      <a:pt x="445047" y="101681"/>
                    </a:cubicBezTo>
                    <a:cubicBezTo>
                      <a:pt x="433503" y="86357"/>
                      <a:pt x="419967" y="72340"/>
                      <a:pt x="404657" y="59916"/>
                    </a:cubicBezTo>
                    <a:cubicBezTo>
                      <a:pt x="351294" y="16624"/>
                      <a:pt x="283367" y="0"/>
                      <a:pt x="218120" y="12803"/>
                    </a:cubicBezTo>
                    <a:cubicBezTo>
                      <a:pt x="156323" y="25547"/>
                      <a:pt x="100853" y="68100"/>
                      <a:pt x="65903" y="129592"/>
                    </a:cubicBezTo>
                    <a:close/>
                  </a:path>
                </a:pathLst>
              </a:custGeom>
              <a:solidFill>
                <a:srgbClr val="000000">
                  <a:alpha val="0"/>
                </a:srgbClr>
              </a:solidFill>
              <a:ln w="19050" cap="sq">
                <a:solidFill>
                  <a:srgbClr val="000000"/>
                </a:solidFill>
                <a:prstDash val="solid"/>
                <a:miter/>
              </a:ln>
            </p:spPr>
          </p:sp>
          <p:sp>
            <p:nvSpPr>
              <p:cNvPr name="TextBox 33" id="33"/>
              <p:cNvSpPr txBox="true"/>
              <p:nvPr/>
            </p:nvSpPr>
            <p:spPr>
              <a:xfrm>
                <a:off x="76200" y="16129"/>
                <a:ext cx="660400" cy="607506"/>
              </a:xfrm>
              <a:prstGeom prst="rect">
                <a:avLst/>
              </a:prstGeom>
            </p:spPr>
            <p:txBody>
              <a:bodyPr anchor="ctr" rtlCol="false" tIns="50800" lIns="50800" bIns="50800" rIns="50800"/>
              <a:lstStyle/>
              <a:p>
                <a:pPr algn="ctr">
                  <a:lnSpc>
                    <a:spcPts val="2116"/>
                  </a:lnSpc>
                </a:pPr>
              </a:p>
            </p:txBody>
          </p:sp>
        </p:grpSp>
        <p:sp>
          <p:nvSpPr>
            <p:cNvPr name="TextBox 34" id="34"/>
            <p:cNvSpPr txBox="true"/>
            <p:nvPr/>
          </p:nvSpPr>
          <p:spPr>
            <a:xfrm rot="0">
              <a:off x="402858" y="-38100"/>
              <a:ext cx="491996" cy="390348"/>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Freeform 35" id="35"/>
            <p:cNvSpPr/>
            <p:nvPr/>
          </p:nvSpPr>
          <p:spPr>
            <a:xfrm flipH="false" flipV="false" rot="0">
              <a:off x="1281073" y="39156"/>
              <a:ext cx="273935" cy="273935"/>
            </a:xfrm>
            <a:custGeom>
              <a:avLst/>
              <a:gdLst/>
              <a:ahLst/>
              <a:cxnLst/>
              <a:rect r="r" b="b" t="t" l="l"/>
              <a:pathLst>
                <a:path h="273935" w="273935">
                  <a:moveTo>
                    <a:pt x="0" y="0"/>
                  </a:moveTo>
                  <a:lnTo>
                    <a:pt x="273936" y="0"/>
                  </a:lnTo>
                  <a:lnTo>
                    <a:pt x="273936" y="273936"/>
                  </a:lnTo>
                  <a:lnTo>
                    <a:pt x="0" y="2739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6" id="36"/>
            <p:cNvSpPr txBox="true"/>
            <p:nvPr/>
          </p:nvSpPr>
          <p:spPr>
            <a:xfrm rot="0">
              <a:off x="1669309" y="-38100"/>
              <a:ext cx="491996" cy="390348"/>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Freeform 37" id="37"/>
            <p:cNvSpPr/>
            <p:nvPr/>
          </p:nvSpPr>
          <p:spPr>
            <a:xfrm flipH="false" flipV="false" rot="0">
              <a:off x="2547524" y="39156"/>
              <a:ext cx="220643" cy="273935"/>
            </a:xfrm>
            <a:custGeom>
              <a:avLst/>
              <a:gdLst/>
              <a:ahLst/>
              <a:cxnLst/>
              <a:rect r="r" b="b" t="t" l="l"/>
              <a:pathLst>
                <a:path h="273935" w="220643">
                  <a:moveTo>
                    <a:pt x="0" y="0"/>
                  </a:moveTo>
                  <a:lnTo>
                    <a:pt x="220642" y="0"/>
                  </a:lnTo>
                  <a:lnTo>
                    <a:pt x="220642" y="273936"/>
                  </a:lnTo>
                  <a:lnTo>
                    <a:pt x="0" y="2739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8" id="38"/>
            <p:cNvSpPr txBox="true"/>
            <p:nvPr/>
          </p:nvSpPr>
          <p:spPr>
            <a:xfrm rot="0">
              <a:off x="2882466" y="-38100"/>
              <a:ext cx="491996" cy="390348"/>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grpSp>
      <p:sp>
        <p:nvSpPr>
          <p:cNvPr name="Freeform 39" id="39"/>
          <p:cNvSpPr/>
          <p:nvPr/>
        </p:nvSpPr>
        <p:spPr>
          <a:xfrm flipH="false" flipV="false" rot="0">
            <a:off x="809625"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40" id="40"/>
          <p:cNvGrpSpPr/>
          <p:nvPr/>
        </p:nvGrpSpPr>
        <p:grpSpPr>
          <a:xfrm rot="0">
            <a:off x="809625" y="9043238"/>
            <a:ext cx="2880627" cy="432385"/>
            <a:chOff x="0" y="0"/>
            <a:chExt cx="3840836" cy="576513"/>
          </a:xfrm>
        </p:grpSpPr>
        <p:grpSp>
          <p:nvGrpSpPr>
            <p:cNvPr name="Group 41" id="41"/>
            <p:cNvGrpSpPr/>
            <p:nvPr/>
          </p:nvGrpSpPr>
          <p:grpSpPr>
            <a:xfrm rot="0">
              <a:off x="0" y="0"/>
              <a:ext cx="3840836" cy="576513"/>
              <a:chOff x="0" y="0"/>
              <a:chExt cx="8296205" cy="1245268"/>
            </a:xfrm>
          </p:grpSpPr>
          <p:sp>
            <p:nvSpPr>
              <p:cNvPr name="Freeform 42" id="42"/>
              <p:cNvSpPr/>
              <p:nvPr/>
            </p:nvSpPr>
            <p:spPr>
              <a:xfrm flipH="false" flipV="false" rot="0">
                <a:off x="0" y="0"/>
                <a:ext cx="8296205" cy="1245268"/>
              </a:xfrm>
              <a:custGeom>
                <a:avLst/>
                <a:gdLst/>
                <a:ahLst/>
                <a:cxnLst/>
                <a:rect r="r" b="b" t="t" l="l"/>
                <a:pathLst>
                  <a:path h="1245268" w="8296205">
                    <a:moveTo>
                      <a:pt x="83315" y="0"/>
                    </a:moveTo>
                    <a:lnTo>
                      <a:pt x="8212890" y="0"/>
                    </a:lnTo>
                    <a:cubicBezTo>
                      <a:pt x="8258904" y="0"/>
                      <a:pt x="8296205" y="37301"/>
                      <a:pt x="8296205" y="83315"/>
                    </a:cubicBezTo>
                    <a:lnTo>
                      <a:pt x="8296205" y="1161953"/>
                    </a:lnTo>
                    <a:cubicBezTo>
                      <a:pt x="8296205" y="1207966"/>
                      <a:pt x="8258904" y="1245268"/>
                      <a:pt x="8212890" y="1245268"/>
                    </a:cubicBezTo>
                    <a:lnTo>
                      <a:pt x="83315" y="1245268"/>
                    </a:lnTo>
                    <a:cubicBezTo>
                      <a:pt x="37301" y="1245268"/>
                      <a:pt x="0" y="1207966"/>
                      <a:pt x="0" y="1161953"/>
                    </a:cubicBezTo>
                    <a:lnTo>
                      <a:pt x="0" y="83315"/>
                    </a:lnTo>
                    <a:cubicBezTo>
                      <a:pt x="0" y="37301"/>
                      <a:pt x="37301" y="0"/>
                      <a:pt x="83315" y="0"/>
                    </a:cubicBezTo>
                    <a:close/>
                  </a:path>
                </a:pathLst>
              </a:custGeom>
              <a:solidFill>
                <a:srgbClr val="F1F1F1"/>
              </a:solidFill>
              <a:ln w="9525" cap="rnd">
                <a:solidFill>
                  <a:srgbClr val="000000"/>
                </a:solidFill>
                <a:prstDash val="solid"/>
                <a:round/>
              </a:ln>
            </p:spPr>
          </p:sp>
          <p:sp>
            <p:nvSpPr>
              <p:cNvPr name="TextBox 43" id="43"/>
              <p:cNvSpPr txBox="true"/>
              <p:nvPr/>
            </p:nvSpPr>
            <p:spPr>
              <a:xfrm>
                <a:off x="0" y="-38100"/>
                <a:ext cx="8296205" cy="1283368"/>
              </a:xfrm>
              <a:prstGeom prst="rect">
                <a:avLst/>
              </a:prstGeom>
            </p:spPr>
            <p:txBody>
              <a:bodyPr anchor="ctr" rtlCol="false" tIns="12700" lIns="12700" bIns="12700" rIns="12700"/>
              <a:lstStyle/>
              <a:p>
                <a:pPr algn="ctr" marL="0" indent="0" lvl="0">
                  <a:lnSpc>
                    <a:spcPts val="2116"/>
                  </a:lnSpc>
                  <a:spcBef>
                    <a:spcPct val="0"/>
                  </a:spcBef>
                </a:pPr>
                <a:r>
                  <a:rPr lang="en-US" sz="1439" spc="211" strike="noStrike" u="none">
                    <a:solidFill>
                      <a:srgbClr val="211F1C"/>
                    </a:solidFill>
                    <a:latin typeface="Nunito Sans Expanded Semi-Bold"/>
                  </a:rPr>
                  <a:t>BORCELLE</a:t>
                </a:r>
              </a:p>
            </p:txBody>
          </p:sp>
        </p:grpSp>
        <p:sp>
          <p:nvSpPr>
            <p:cNvPr name="Freeform 44" id="44"/>
            <p:cNvSpPr/>
            <p:nvPr/>
          </p:nvSpPr>
          <p:spPr>
            <a:xfrm flipH="false" flipV="false" rot="0">
              <a:off x="3233807" y="116532"/>
              <a:ext cx="341941" cy="341941"/>
            </a:xfrm>
            <a:custGeom>
              <a:avLst/>
              <a:gdLst/>
              <a:ahLst/>
              <a:cxnLst/>
              <a:rect r="r" b="b" t="t" l="l"/>
              <a:pathLst>
                <a:path h="341941" w="341941">
                  <a:moveTo>
                    <a:pt x="0" y="0"/>
                  </a:moveTo>
                  <a:lnTo>
                    <a:pt x="341942" y="0"/>
                  </a:lnTo>
                  <a:lnTo>
                    <a:pt x="341942" y="341942"/>
                  </a:lnTo>
                  <a:lnTo>
                    <a:pt x="0" y="3419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5" id="45"/>
            <p:cNvSpPr/>
            <p:nvPr/>
          </p:nvSpPr>
          <p:spPr>
            <a:xfrm flipH="false" flipV="false" rot="0">
              <a:off x="265087" y="118039"/>
              <a:ext cx="341941" cy="341941"/>
            </a:xfrm>
            <a:custGeom>
              <a:avLst/>
              <a:gdLst/>
              <a:ahLst/>
              <a:cxnLst/>
              <a:rect r="r" b="b" t="t" l="l"/>
              <a:pathLst>
                <a:path h="341941" w="341941">
                  <a:moveTo>
                    <a:pt x="0" y="0"/>
                  </a:moveTo>
                  <a:lnTo>
                    <a:pt x="341941" y="0"/>
                  </a:lnTo>
                  <a:lnTo>
                    <a:pt x="341941" y="341941"/>
                  </a:lnTo>
                  <a:lnTo>
                    <a:pt x="0" y="3419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TextBox 46" id="46"/>
          <p:cNvSpPr txBox="true"/>
          <p:nvPr/>
        </p:nvSpPr>
        <p:spPr>
          <a:xfrm rot="0">
            <a:off x="6600521" y="6008819"/>
            <a:ext cx="2916983" cy="196087"/>
          </a:xfrm>
          <a:prstGeom prst="rect">
            <a:avLst/>
          </a:prstGeom>
        </p:spPr>
        <p:txBody>
          <a:bodyPr anchor="t" rtlCol="false" tIns="0" lIns="0" bIns="0" rIns="0">
            <a:spAutoFit/>
          </a:bodyPr>
          <a:lstStyle/>
          <a:p>
            <a:pPr algn="l">
              <a:lnSpc>
                <a:spcPts val="1429"/>
              </a:lnSpc>
            </a:pPr>
            <a:r>
              <a:rPr lang="en-US" sz="1415">
                <a:solidFill>
                  <a:srgbClr val="211F1C"/>
                </a:solidFill>
                <a:latin typeface="Nunito Sans Expanded Medium"/>
              </a:rPr>
              <a:t>@reallygreatsite</a:t>
            </a:r>
          </a:p>
        </p:txBody>
      </p:sp>
      <p:sp>
        <p:nvSpPr>
          <p:cNvPr name="TextBox 47" id="47"/>
          <p:cNvSpPr txBox="true"/>
          <p:nvPr/>
        </p:nvSpPr>
        <p:spPr>
          <a:xfrm rot="0">
            <a:off x="12450739" y="6008819"/>
            <a:ext cx="2916983" cy="196087"/>
          </a:xfrm>
          <a:prstGeom prst="rect">
            <a:avLst/>
          </a:prstGeom>
        </p:spPr>
        <p:txBody>
          <a:bodyPr anchor="t" rtlCol="false" tIns="0" lIns="0" bIns="0" rIns="0">
            <a:spAutoFit/>
          </a:bodyPr>
          <a:lstStyle/>
          <a:p>
            <a:pPr algn="l">
              <a:lnSpc>
                <a:spcPts val="1429"/>
              </a:lnSpc>
            </a:pPr>
            <a:r>
              <a:rPr lang="en-US" sz="1415">
                <a:solidFill>
                  <a:srgbClr val="211F1C"/>
                </a:solidFill>
                <a:latin typeface="Nunito Sans Expanded Medium"/>
              </a:rPr>
              <a:t>@reallygreatsite</a:t>
            </a:r>
          </a:p>
        </p:txBody>
      </p:sp>
      <p:sp>
        <p:nvSpPr>
          <p:cNvPr name="TextBox 48" id="48"/>
          <p:cNvSpPr txBox="true"/>
          <p:nvPr/>
        </p:nvSpPr>
        <p:spPr>
          <a:xfrm rot="0">
            <a:off x="6600521" y="6442204"/>
            <a:ext cx="4635758" cy="2290666"/>
          </a:xfrm>
          <a:prstGeom prst="rect">
            <a:avLst/>
          </a:prstGeom>
        </p:spPr>
        <p:txBody>
          <a:bodyPr anchor="t" rtlCol="false" tIns="0" lIns="0" bIns="0" rIns="0">
            <a:spAutoFit/>
          </a:bodyPr>
          <a:lstStyle/>
          <a:p>
            <a:pPr algn="l" marL="0" indent="0" lvl="0">
              <a:lnSpc>
                <a:spcPts val="1812"/>
              </a:lnSpc>
              <a:spcBef>
                <a:spcPct val="0"/>
              </a:spcBef>
            </a:pPr>
            <a:r>
              <a:rPr lang="en-US" sz="1415" strike="noStrike" u="none">
                <a:solidFill>
                  <a:srgbClr val="211F1C"/>
                </a:solidFill>
                <a:latin typeface="Nunito Sans Expanded Light"/>
              </a:rPr>
              <a:t>Lorem ipsum dolor sit amet, consectetur adipiscing elit, sed do eiusmod tempor incididunt ut labore et dolore magna aliqua. Ut enim ad minim veniam, quis nostrud exercitation ullamco laboris nisi ut aliquip ex ea commodo consequat. </a:t>
            </a:r>
          </a:p>
          <a:p>
            <a:pPr algn="l" marL="0" indent="0" lvl="0">
              <a:lnSpc>
                <a:spcPts val="1812"/>
              </a:lnSpc>
              <a:spcBef>
                <a:spcPct val="0"/>
              </a:spcBef>
            </a:pPr>
          </a:p>
          <a:p>
            <a:pPr algn="l" marL="0" indent="0" lvl="0">
              <a:lnSpc>
                <a:spcPts val="1812"/>
              </a:lnSpc>
              <a:spcBef>
                <a:spcPct val="0"/>
              </a:spcBef>
            </a:pPr>
            <a:r>
              <a:rPr lang="en-US" sz="1415" strike="noStrike" u="none">
                <a:solidFill>
                  <a:srgbClr val="211F1C"/>
                </a:solidFill>
                <a:latin typeface="Nunito Sans Expanded Light"/>
              </a:rPr>
              <a:t>Duis aute irure dolor in reprehenderit in voluptate velit esse cillum dolore eu fugiat nulla pariatur. </a:t>
            </a:r>
          </a:p>
        </p:txBody>
      </p:sp>
      <p:sp>
        <p:nvSpPr>
          <p:cNvPr name="TextBox 49" id="49"/>
          <p:cNvSpPr txBox="true"/>
          <p:nvPr/>
        </p:nvSpPr>
        <p:spPr>
          <a:xfrm rot="0">
            <a:off x="12450739" y="6442204"/>
            <a:ext cx="4635758" cy="2290666"/>
          </a:xfrm>
          <a:prstGeom prst="rect">
            <a:avLst/>
          </a:prstGeom>
        </p:spPr>
        <p:txBody>
          <a:bodyPr anchor="t" rtlCol="false" tIns="0" lIns="0" bIns="0" rIns="0">
            <a:spAutoFit/>
          </a:bodyPr>
          <a:lstStyle/>
          <a:p>
            <a:pPr algn="l" marL="0" indent="0" lvl="0">
              <a:lnSpc>
                <a:spcPts val="1812"/>
              </a:lnSpc>
              <a:spcBef>
                <a:spcPct val="0"/>
              </a:spcBef>
            </a:pPr>
            <a:r>
              <a:rPr lang="en-US" sz="1415" strike="noStrike" u="none">
                <a:solidFill>
                  <a:srgbClr val="211F1C"/>
                </a:solidFill>
                <a:latin typeface="Nunito Sans Expanded Light"/>
              </a:rPr>
              <a:t>Lorem ipsum dolor sit amet, consectetur adipiscing elit, sed do eiusmod tempor incididunt ut labore et dolore magna aliqua. Ut enim ad minim veniam, quis nostrud exercitation ullamco laboris nisi ut aliquip ex ea commodo consequat. </a:t>
            </a:r>
          </a:p>
          <a:p>
            <a:pPr algn="l" marL="0" indent="0" lvl="0">
              <a:lnSpc>
                <a:spcPts val="1812"/>
              </a:lnSpc>
              <a:spcBef>
                <a:spcPct val="0"/>
              </a:spcBef>
            </a:pPr>
          </a:p>
          <a:p>
            <a:pPr algn="l" marL="0" indent="0" lvl="0">
              <a:lnSpc>
                <a:spcPts val="1812"/>
              </a:lnSpc>
              <a:spcBef>
                <a:spcPct val="0"/>
              </a:spcBef>
            </a:pPr>
            <a:r>
              <a:rPr lang="en-US" sz="1415" strike="noStrike" u="none">
                <a:solidFill>
                  <a:srgbClr val="211F1C"/>
                </a:solidFill>
                <a:latin typeface="Nunito Sans Expanded Light"/>
              </a:rPr>
              <a:t>Duis aute irure dolor in reprehenderit in voluptate velit esse cillum dolore eu fugiat nulla pariatur. </a:t>
            </a:r>
          </a:p>
        </p:txBody>
      </p:sp>
      <p:grpSp>
        <p:nvGrpSpPr>
          <p:cNvPr name="Group 50" id="50"/>
          <p:cNvGrpSpPr/>
          <p:nvPr/>
        </p:nvGrpSpPr>
        <p:grpSpPr>
          <a:xfrm rot="0">
            <a:off x="3879846" y="9043238"/>
            <a:ext cx="1066053" cy="432385"/>
            <a:chOff x="0" y="0"/>
            <a:chExt cx="3070231" cy="1245268"/>
          </a:xfrm>
        </p:grpSpPr>
        <p:sp>
          <p:nvSpPr>
            <p:cNvPr name="Freeform 51" id="51"/>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52" id="52"/>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sz="1439" spc="211">
                  <a:solidFill>
                    <a:srgbClr val="211F1C"/>
                  </a:solidFill>
                  <a:latin typeface="Nunito Sans Expanded Semi-Bold"/>
                </a:rPr>
                <a:t>8/11</a:t>
              </a:r>
            </a:p>
          </p:txBody>
        </p:sp>
      </p:grpSp>
      <p:sp>
        <p:nvSpPr>
          <p:cNvPr name="TextBox 53" id="53"/>
          <p:cNvSpPr txBox="true"/>
          <p:nvPr/>
        </p:nvSpPr>
        <p:spPr>
          <a:xfrm rot="0">
            <a:off x="809625" y="1947488"/>
            <a:ext cx="4938387" cy="2202750"/>
          </a:xfrm>
          <a:prstGeom prst="rect">
            <a:avLst/>
          </a:prstGeom>
        </p:spPr>
        <p:txBody>
          <a:bodyPr anchor="t" rtlCol="false" tIns="0" lIns="0" bIns="0" rIns="0">
            <a:spAutoFit/>
          </a:bodyPr>
          <a:lstStyle/>
          <a:p>
            <a:pPr algn="l" marL="0" indent="0" lvl="0">
              <a:lnSpc>
                <a:spcPts val="8475"/>
              </a:lnSpc>
              <a:spcBef>
                <a:spcPct val="0"/>
              </a:spcBef>
            </a:pPr>
            <a:r>
              <a:rPr lang="en-US" sz="8392" strike="noStrike" u="none">
                <a:solidFill>
                  <a:srgbClr val="211F1C"/>
                </a:solidFill>
                <a:latin typeface="Anton"/>
              </a:rPr>
              <a:t>TOP </a:t>
            </a:r>
          </a:p>
          <a:p>
            <a:pPr algn="l" marL="0" indent="0" lvl="0">
              <a:lnSpc>
                <a:spcPts val="8475"/>
              </a:lnSpc>
              <a:spcBef>
                <a:spcPct val="0"/>
              </a:spcBef>
            </a:pPr>
            <a:r>
              <a:rPr lang="en-US" sz="8392" strike="noStrike" u="none">
                <a:solidFill>
                  <a:srgbClr val="211F1C"/>
                </a:solidFill>
                <a:latin typeface="Anton"/>
              </a:rPr>
              <a:t>POSTS</a:t>
            </a:r>
          </a:p>
        </p:txBody>
      </p:sp>
      <p:sp>
        <p:nvSpPr>
          <p:cNvPr name="TextBox 54" id="54"/>
          <p:cNvSpPr txBox="true"/>
          <p:nvPr/>
        </p:nvSpPr>
        <p:spPr>
          <a:xfrm rot="0">
            <a:off x="809625" y="4293902"/>
            <a:ext cx="4281095" cy="4198011"/>
          </a:xfrm>
          <a:prstGeom prst="rect">
            <a:avLst/>
          </a:prstGeom>
        </p:spPr>
        <p:txBody>
          <a:bodyPr anchor="t" rtlCol="false" tIns="0" lIns="0" bIns="0" rIns="0">
            <a:spAutoFit/>
          </a:bodyPr>
          <a:lstStyle/>
          <a:p>
            <a:pPr algn="l">
              <a:lnSpc>
                <a:spcPts val="2557"/>
              </a:lnSpc>
            </a:pPr>
            <a:r>
              <a:rPr lang="en-US" sz="1739">
                <a:solidFill>
                  <a:srgbClr val="211F1C"/>
                </a:solidFill>
                <a:latin typeface="Roboto Mono"/>
              </a:rPr>
              <a:t>Lorem ipsum dolor sit amet, consectetur adipiscing elit, sed do eiusmod tempor incididunt ut labore et dolore magna aliqua. Ut enim ad minim veniam, quis nostrud exercitation ullamco laboris nisi ut aliquip ex ea commodo consequat. </a:t>
            </a:r>
          </a:p>
          <a:p>
            <a:pPr algn="l">
              <a:lnSpc>
                <a:spcPts val="2557"/>
              </a:lnSpc>
            </a:pPr>
          </a:p>
          <a:p>
            <a:pPr algn="l" marL="0" indent="0" lvl="0">
              <a:lnSpc>
                <a:spcPts val="2557"/>
              </a:lnSpc>
              <a:spcBef>
                <a:spcPct val="0"/>
              </a:spcBef>
            </a:pPr>
            <a:r>
              <a:rPr lang="en-US" sz="1739">
                <a:solidFill>
                  <a:srgbClr val="211F1C"/>
                </a:solidFill>
                <a:latin typeface="Roboto Mono"/>
              </a:rPr>
              <a:t>Duis aute irure dolor in reprehenderit in voluptate velit esse cillum dolore eu fugiat nulla pariatur.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5680141" y="638734"/>
            <a:ext cx="3629110" cy="9009533"/>
            <a:chOff x="0" y="0"/>
            <a:chExt cx="1157655" cy="2873964"/>
          </a:xfrm>
        </p:grpSpPr>
        <p:sp>
          <p:nvSpPr>
            <p:cNvPr name="Freeform 6" id="6"/>
            <p:cNvSpPr/>
            <p:nvPr/>
          </p:nvSpPr>
          <p:spPr>
            <a:xfrm flipH="false" flipV="false" rot="0">
              <a:off x="0" y="0"/>
              <a:ext cx="1157655" cy="2873964"/>
            </a:xfrm>
            <a:custGeom>
              <a:avLst/>
              <a:gdLst/>
              <a:ahLst/>
              <a:cxnLst/>
              <a:rect r="r" b="b" t="t" l="l"/>
              <a:pathLst>
                <a:path h="2873964" w="1157655">
                  <a:moveTo>
                    <a:pt x="76798" y="0"/>
                  </a:moveTo>
                  <a:lnTo>
                    <a:pt x="1080857" y="0"/>
                  </a:lnTo>
                  <a:cubicBezTo>
                    <a:pt x="1123271" y="0"/>
                    <a:pt x="1157655" y="34384"/>
                    <a:pt x="1157655" y="76798"/>
                  </a:cubicBezTo>
                  <a:lnTo>
                    <a:pt x="1157655" y="2797166"/>
                  </a:lnTo>
                  <a:cubicBezTo>
                    <a:pt x="1157655" y="2817534"/>
                    <a:pt x="1149564" y="2837068"/>
                    <a:pt x="1135161" y="2851471"/>
                  </a:cubicBezTo>
                  <a:cubicBezTo>
                    <a:pt x="1120759" y="2865873"/>
                    <a:pt x="1101225" y="2873964"/>
                    <a:pt x="1080857" y="2873964"/>
                  </a:cubicBezTo>
                  <a:lnTo>
                    <a:pt x="76798" y="2873964"/>
                  </a:lnTo>
                  <a:cubicBezTo>
                    <a:pt x="34384" y="2873964"/>
                    <a:pt x="0" y="2839581"/>
                    <a:pt x="0" y="2797166"/>
                  </a:cubicBezTo>
                  <a:lnTo>
                    <a:pt x="0" y="76798"/>
                  </a:lnTo>
                  <a:cubicBezTo>
                    <a:pt x="0" y="56430"/>
                    <a:pt x="8091" y="36896"/>
                    <a:pt x="22494" y="22494"/>
                  </a:cubicBezTo>
                  <a:cubicBezTo>
                    <a:pt x="36896" y="8091"/>
                    <a:pt x="56430" y="0"/>
                    <a:pt x="76798" y="0"/>
                  </a:cubicBezTo>
                  <a:close/>
                </a:path>
              </a:pathLst>
            </a:custGeom>
            <a:solidFill>
              <a:srgbClr val="F1F1F1"/>
            </a:solidFill>
            <a:ln w="19050" cap="rnd">
              <a:solidFill>
                <a:srgbClr val="000000"/>
              </a:solidFill>
              <a:prstDash val="solid"/>
              <a:round/>
            </a:ln>
          </p:spPr>
        </p:sp>
        <p:sp>
          <p:nvSpPr>
            <p:cNvPr name="TextBox 7" id="7"/>
            <p:cNvSpPr txBox="true"/>
            <p:nvPr/>
          </p:nvSpPr>
          <p:spPr>
            <a:xfrm>
              <a:off x="0" y="-38100"/>
              <a:ext cx="1157655" cy="2912064"/>
            </a:xfrm>
            <a:prstGeom prst="rect">
              <a:avLst/>
            </a:prstGeom>
          </p:spPr>
          <p:txBody>
            <a:bodyPr anchor="ctr" rtlCol="false" tIns="50800" lIns="50800" bIns="50800" rIns="50800"/>
            <a:lstStyle/>
            <a:p>
              <a:pPr algn="ctr">
                <a:lnSpc>
                  <a:spcPts val="2116"/>
                </a:lnSpc>
              </a:pPr>
            </a:p>
          </p:txBody>
        </p:sp>
      </p:grpSp>
      <p:grpSp>
        <p:nvGrpSpPr>
          <p:cNvPr name="Group 8" id="8"/>
          <p:cNvGrpSpPr/>
          <p:nvPr/>
        </p:nvGrpSpPr>
        <p:grpSpPr>
          <a:xfrm rot="0">
            <a:off x="9764703" y="638734"/>
            <a:ext cx="3629110" cy="9009533"/>
            <a:chOff x="0" y="0"/>
            <a:chExt cx="1157655" cy="2873964"/>
          </a:xfrm>
        </p:grpSpPr>
        <p:sp>
          <p:nvSpPr>
            <p:cNvPr name="Freeform 9" id="9"/>
            <p:cNvSpPr/>
            <p:nvPr/>
          </p:nvSpPr>
          <p:spPr>
            <a:xfrm flipH="false" flipV="false" rot="0">
              <a:off x="0" y="0"/>
              <a:ext cx="1157655" cy="2873964"/>
            </a:xfrm>
            <a:custGeom>
              <a:avLst/>
              <a:gdLst/>
              <a:ahLst/>
              <a:cxnLst/>
              <a:rect r="r" b="b" t="t" l="l"/>
              <a:pathLst>
                <a:path h="2873964" w="1157655">
                  <a:moveTo>
                    <a:pt x="76798" y="0"/>
                  </a:moveTo>
                  <a:lnTo>
                    <a:pt x="1080857" y="0"/>
                  </a:lnTo>
                  <a:cubicBezTo>
                    <a:pt x="1123271" y="0"/>
                    <a:pt x="1157655" y="34384"/>
                    <a:pt x="1157655" y="76798"/>
                  </a:cubicBezTo>
                  <a:lnTo>
                    <a:pt x="1157655" y="2797166"/>
                  </a:lnTo>
                  <a:cubicBezTo>
                    <a:pt x="1157655" y="2817534"/>
                    <a:pt x="1149564" y="2837068"/>
                    <a:pt x="1135161" y="2851471"/>
                  </a:cubicBezTo>
                  <a:cubicBezTo>
                    <a:pt x="1120759" y="2865873"/>
                    <a:pt x="1101225" y="2873964"/>
                    <a:pt x="1080857" y="2873964"/>
                  </a:cubicBezTo>
                  <a:lnTo>
                    <a:pt x="76798" y="2873964"/>
                  </a:lnTo>
                  <a:cubicBezTo>
                    <a:pt x="34384" y="2873964"/>
                    <a:pt x="0" y="2839581"/>
                    <a:pt x="0" y="2797166"/>
                  </a:cubicBezTo>
                  <a:lnTo>
                    <a:pt x="0" y="76798"/>
                  </a:lnTo>
                  <a:cubicBezTo>
                    <a:pt x="0" y="56430"/>
                    <a:pt x="8091" y="36896"/>
                    <a:pt x="22494" y="22494"/>
                  </a:cubicBezTo>
                  <a:cubicBezTo>
                    <a:pt x="36896" y="8091"/>
                    <a:pt x="56430" y="0"/>
                    <a:pt x="76798" y="0"/>
                  </a:cubicBezTo>
                  <a:close/>
                </a:path>
              </a:pathLst>
            </a:custGeom>
            <a:solidFill>
              <a:srgbClr val="F1F1F1"/>
            </a:solidFill>
            <a:ln w="19050" cap="rnd">
              <a:solidFill>
                <a:srgbClr val="000000"/>
              </a:solidFill>
              <a:prstDash val="solid"/>
              <a:round/>
            </a:ln>
          </p:spPr>
        </p:sp>
        <p:sp>
          <p:nvSpPr>
            <p:cNvPr name="TextBox 10" id="10"/>
            <p:cNvSpPr txBox="true"/>
            <p:nvPr/>
          </p:nvSpPr>
          <p:spPr>
            <a:xfrm>
              <a:off x="0" y="-38100"/>
              <a:ext cx="1157655" cy="2912064"/>
            </a:xfrm>
            <a:prstGeom prst="rect">
              <a:avLst/>
            </a:prstGeom>
          </p:spPr>
          <p:txBody>
            <a:bodyPr anchor="ctr" rtlCol="false" tIns="50800" lIns="50800" bIns="50800" rIns="50800"/>
            <a:lstStyle/>
            <a:p>
              <a:pPr algn="ctr">
                <a:lnSpc>
                  <a:spcPts val="2116"/>
                </a:lnSpc>
              </a:pPr>
            </a:p>
          </p:txBody>
        </p:sp>
      </p:grpSp>
      <p:grpSp>
        <p:nvGrpSpPr>
          <p:cNvPr name="Group 11" id="11"/>
          <p:cNvGrpSpPr/>
          <p:nvPr/>
        </p:nvGrpSpPr>
        <p:grpSpPr>
          <a:xfrm rot="0">
            <a:off x="13849265" y="638734"/>
            <a:ext cx="3629110" cy="9009533"/>
            <a:chOff x="0" y="0"/>
            <a:chExt cx="1157655" cy="2873964"/>
          </a:xfrm>
        </p:grpSpPr>
        <p:sp>
          <p:nvSpPr>
            <p:cNvPr name="Freeform 12" id="12"/>
            <p:cNvSpPr/>
            <p:nvPr/>
          </p:nvSpPr>
          <p:spPr>
            <a:xfrm flipH="false" flipV="false" rot="0">
              <a:off x="0" y="0"/>
              <a:ext cx="1157655" cy="2873964"/>
            </a:xfrm>
            <a:custGeom>
              <a:avLst/>
              <a:gdLst/>
              <a:ahLst/>
              <a:cxnLst/>
              <a:rect r="r" b="b" t="t" l="l"/>
              <a:pathLst>
                <a:path h="2873964" w="1157655">
                  <a:moveTo>
                    <a:pt x="76798" y="0"/>
                  </a:moveTo>
                  <a:lnTo>
                    <a:pt x="1080857" y="0"/>
                  </a:lnTo>
                  <a:cubicBezTo>
                    <a:pt x="1123271" y="0"/>
                    <a:pt x="1157655" y="34384"/>
                    <a:pt x="1157655" y="76798"/>
                  </a:cubicBezTo>
                  <a:lnTo>
                    <a:pt x="1157655" y="2797166"/>
                  </a:lnTo>
                  <a:cubicBezTo>
                    <a:pt x="1157655" y="2817534"/>
                    <a:pt x="1149564" y="2837068"/>
                    <a:pt x="1135161" y="2851471"/>
                  </a:cubicBezTo>
                  <a:cubicBezTo>
                    <a:pt x="1120759" y="2865873"/>
                    <a:pt x="1101225" y="2873964"/>
                    <a:pt x="1080857" y="2873964"/>
                  </a:cubicBezTo>
                  <a:lnTo>
                    <a:pt x="76798" y="2873964"/>
                  </a:lnTo>
                  <a:cubicBezTo>
                    <a:pt x="34384" y="2873964"/>
                    <a:pt x="0" y="2839581"/>
                    <a:pt x="0" y="2797166"/>
                  </a:cubicBezTo>
                  <a:lnTo>
                    <a:pt x="0" y="76798"/>
                  </a:lnTo>
                  <a:cubicBezTo>
                    <a:pt x="0" y="56430"/>
                    <a:pt x="8091" y="36896"/>
                    <a:pt x="22494" y="22494"/>
                  </a:cubicBezTo>
                  <a:cubicBezTo>
                    <a:pt x="36896" y="8091"/>
                    <a:pt x="56430" y="0"/>
                    <a:pt x="76798" y="0"/>
                  </a:cubicBezTo>
                  <a:close/>
                </a:path>
              </a:pathLst>
            </a:custGeom>
            <a:solidFill>
              <a:srgbClr val="F1F1F1"/>
            </a:solidFill>
            <a:ln w="19050" cap="rnd">
              <a:solidFill>
                <a:srgbClr val="000000"/>
              </a:solidFill>
              <a:prstDash val="solid"/>
              <a:round/>
            </a:ln>
          </p:spPr>
        </p:sp>
        <p:sp>
          <p:nvSpPr>
            <p:cNvPr name="TextBox 13" id="13"/>
            <p:cNvSpPr txBox="true"/>
            <p:nvPr/>
          </p:nvSpPr>
          <p:spPr>
            <a:xfrm>
              <a:off x="0" y="-38100"/>
              <a:ext cx="1157655" cy="2912064"/>
            </a:xfrm>
            <a:prstGeom prst="rect">
              <a:avLst/>
            </a:prstGeom>
          </p:spPr>
          <p:txBody>
            <a:bodyPr anchor="ctr" rtlCol="false" tIns="50800" lIns="50800" bIns="50800" rIns="50800"/>
            <a:lstStyle/>
            <a:p>
              <a:pPr algn="ctr">
                <a:lnSpc>
                  <a:spcPts val="2116"/>
                </a:lnSpc>
              </a:pPr>
            </a:p>
          </p:txBody>
        </p:sp>
      </p:grpSp>
      <p:grpSp>
        <p:nvGrpSpPr>
          <p:cNvPr name="Group 14" id="14"/>
          <p:cNvGrpSpPr/>
          <p:nvPr/>
        </p:nvGrpSpPr>
        <p:grpSpPr>
          <a:xfrm rot="0">
            <a:off x="6078971" y="1029744"/>
            <a:ext cx="2831451" cy="6129525"/>
            <a:chOff x="0" y="0"/>
            <a:chExt cx="4762500" cy="10309860"/>
          </a:xfrm>
        </p:grpSpPr>
        <p:sp>
          <p:nvSpPr>
            <p:cNvPr name="Freeform 15" id="15"/>
            <p:cNvSpPr/>
            <p:nvPr/>
          </p:nvSpPr>
          <p:spPr>
            <a:xfrm flipH="false" flipV="false" rot="0">
              <a:off x="0" y="0"/>
              <a:ext cx="4762500" cy="10309860"/>
            </a:xfrm>
            <a:custGeom>
              <a:avLst/>
              <a:gdLst/>
              <a:ahLst/>
              <a:cxnLst/>
              <a:rect r="r" b="b" t="t" l="l"/>
              <a:pathLst>
                <a:path h="10309860" w="4762500">
                  <a:moveTo>
                    <a:pt x="4762500" y="251460"/>
                  </a:moveTo>
                  <a:lnTo>
                    <a:pt x="4762500" y="10055860"/>
                  </a:lnTo>
                  <a:cubicBezTo>
                    <a:pt x="4762500" y="10196195"/>
                    <a:pt x="4648835" y="10309860"/>
                    <a:pt x="4508500" y="10309860"/>
                  </a:cubicBezTo>
                  <a:lnTo>
                    <a:pt x="254000" y="10309860"/>
                  </a:lnTo>
                  <a:cubicBezTo>
                    <a:pt x="113665" y="10309860"/>
                    <a:pt x="0" y="10196195"/>
                    <a:pt x="0" y="10055860"/>
                  </a:cubicBezTo>
                  <a:lnTo>
                    <a:pt x="0" y="251460"/>
                  </a:lnTo>
                  <a:cubicBezTo>
                    <a:pt x="0" y="122682"/>
                    <a:pt x="95885" y="16637"/>
                    <a:pt x="219964" y="0"/>
                  </a:cubicBezTo>
                  <a:lnTo>
                    <a:pt x="4542536" y="0"/>
                  </a:lnTo>
                  <a:cubicBezTo>
                    <a:pt x="4666615" y="16637"/>
                    <a:pt x="4762500" y="122682"/>
                    <a:pt x="4762500" y="251460"/>
                  </a:cubicBezTo>
                  <a:close/>
                </a:path>
              </a:pathLst>
            </a:custGeom>
            <a:blipFill>
              <a:blip r:embed="rId4"/>
              <a:stretch>
                <a:fillRect l="-114000" t="0" r="-114000" b="0"/>
              </a:stretch>
            </a:blipFill>
          </p:spPr>
        </p:sp>
      </p:grpSp>
      <p:grpSp>
        <p:nvGrpSpPr>
          <p:cNvPr name="Group 16" id="16"/>
          <p:cNvGrpSpPr/>
          <p:nvPr/>
        </p:nvGrpSpPr>
        <p:grpSpPr>
          <a:xfrm rot="0">
            <a:off x="10163533" y="1029744"/>
            <a:ext cx="2831451" cy="6129525"/>
            <a:chOff x="0" y="0"/>
            <a:chExt cx="4762500" cy="10309860"/>
          </a:xfrm>
        </p:grpSpPr>
        <p:sp>
          <p:nvSpPr>
            <p:cNvPr name="Freeform 17" id="17"/>
            <p:cNvSpPr/>
            <p:nvPr/>
          </p:nvSpPr>
          <p:spPr>
            <a:xfrm flipH="false" flipV="false" rot="0">
              <a:off x="0" y="0"/>
              <a:ext cx="4762500" cy="10309860"/>
            </a:xfrm>
            <a:custGeom>
              <a:avLst/>
              <a:gdLst/>
              <a:ahLst/>
              <a:cxnLst/>
              <a:rect r="r" b="b" t="t" l="l"/>
              <a:pathLst>
                <a:path h="10309860" w="4762500">
                  <a:moveTo>
                    <a:pt x="4762500" y="251460"/>
                  </a:moveTo>
                  <a:lnTo>
                    <a:pt x="4762500" y="10055860"/>
                  </a:lnTo>
                  <a:cubicBezTo>
                    <a:pt x="4762500" y="10196195"/>
                    <a:pt x="4648835" y="10309860"/>
                    <a:pt x="4508500" y="10309860"/>
                  </a:cubicBezTo>
                  <a:lnTo>
                    <a:pt x="254000" y="10309860"/>
                  </a:lnTo>
                  <a:cubicBezTo>
                    <a:pt x="113665" y="10309860"/>
                    <a:pt x="0" y="10196195"/>
                    <a:pt x="0" y="10055860"/>
                  </a:cubicBezTo>
                  <a:lnTo>
                    <a:pt x="0" y="251460"/>
                  </a:lnTo>
                  <a:cubicBezTo>
                    <a:pt x="0" y="122682"/>
                    <a:pt x="95885" y="16637"/>
                    <a:pt x="219964" y="0"/>
                  </a:cubicBezTo>
                  <a:lnTo>
                    <a:pt x="4542536" y="0"/>
                  </a:lnTo>
                  <a:cubicBezTo>
                    <a:pt x="4666615" y="16637"/>
                    <a:pt x="4762500" y="122682"/>
                    <a:pt x="4762500" y="251460"/>
                  </a:cubicBezTo>
                  <a:close/>
                </a:path>
              </a:pathLst>
            </a:custGeom>
            <a:blipFill>
              <a:blip r:embed="rId5"/>
              <a:stretch>
                <a:fillRect l="-126990" t="0" r="-97932" b="0"/>
              </a:stretch>
            </a:blipFill>
          </p:spPr>
        </p:sp>
      </p:grpSp>
      <p:grpSp>
        <p:nvGrpSpPr>
          <p:cNvPr name="Group 18" id="18"/>
          <p:cNvGrpSpPr/>
          <p:nvPr/>
        </p:nvGrpSpPr>
        <p:grpSpPr>
          <a:xfrm rot="0">
            <a:off x="14248095" y="1029744"/>
            <a:ext cx="2831451" cy="6129525"/>
            <a:chOff x="0" y="0"/>
            <a:chExt cx="4762500" cy="10309860"/>
          </a:xfrm>
        </p:grpSpPr>
        <p:sp>
          <p:nvSpPr>
            <p:cNvPr name="Freeform 19" id="19"/>
            <p:cNvSpPr/>
            <p:nvPr/>
          </p:nvSpPr>
          <p:spPr>
            <a:xfrm flipH="false" flipV="false" rot="0">
              <a:off x="0" y="0"/>
              <a:ext cx="4762500" cy="10309860"/>
            </a:xfrm>
            <a:custGeom>
              <a:avLst/>
              <a:gdLst/>
              <a:ahLst/>
              <a:cxnLst/>
              <a:rect r="r" b="b" t="t" l="l"/>
              <a:pathLst>
                <a:path h="10309860" w="4762500">
                  <a:moveTo>
                    <a:pt x="4762500" y="251460"/>
                  </a:moveTo>
                  <a:lnTo>
                    <a:pt x="4762500" y="10055860"/>
                  </a:lnTo>
                  <a:cubicBezTo>
                    <a:pt x="4762500" y="10196195"/>
                    <a:pt x="4648835" y="10309860"/>
                    <a:pt x="4508500" y="10309860"/>
                  </a:cubicBezTo>
                  <a:lnTo>
                    <a:pt x="254000" y="10309860"/>
                  </a:lnTo>
                  <a:cubicBezTo>
                    <a:pt x="113665" y="10309860"/>
                    <a:pt x="0" y="10196195"/>
                    <a:pt x="0" y="10055860"/>
                  </a:cubicBezTo>
                  <a:lnTo>
                    <a:pt x="0" y="251460"/>
                  </a:lnTo>
                  <a:cubicBezTo>
                    <a:pt x="0" y="122682"/>
                    <a:pt x="95885" y="16637"/>
                    <a:pt x="219964" y="0"/>
                  </a:cubicBezTo>
                  <a:lnTo>
                    <a:pt x="4542536" y="0"/>
                  </a:lnTo>
                  <a:cubicBezTo>
                    <a:pt x="4666615" y="16637"/>
                    <a:pt x="4762500" y="122682"/>
                    <a:pt x="4762500" y="251460"/>
                  </a:cubicBezTo>
                  <a:close/>
                </a:path>
              </a:pathLst>
            </a:custGeom>
            <a:blipFill>
              <a:blip r:embed="rId6"/>
              <a:stretch>
                <a:fillRect l="-239743" t="-4145" r="-235399" b="-72863"/>
              </a:stretch>
            </a:blipFill>
          </p:spPr>
        </p:sp>
      </p:grpSp>
      <p:grpSp>
        <p:nvGrpSpPr>
          <p:cNvPr name="Group 20" id="20"/>
          <p:cNvGrpSpPr/>
          <p:nvPr/>
        </p:nvGrpSpPr>
        <p:grpSpPr>
          <a:xfrm rot="0">
            <a:off x="6072019" y="9024611"/>
            <a:ext cx="219954" cy="205452"/>
            <a:chOff x="0" y="0"/>
            <a:chExt cx="812800" cy="759208"/>
          </a:xfrm>
        </p:grpSpPr>
        <p:sp>
          <p:nvSpPr>
            <p:cNvPr name="Freeform 21" id="21"/>
            <p:cNvSpPr/>
            <p:nvPr/>
          </p:nvSpPr>
          <p:spPr>
            <a:xfrm flipH="false" flipV="false" rot="0">
              <a:off x="-33680" y="-8369"/>
              <a:ext cx="854946" cy="767578"/>
            </a:xfrm>
            <a:custGeom>
              <a:avLst/>
              <a:gdLst/>
              <a:ahLst/>
              <a:cxnLst/>
              <a:rect r="r" b="b" t="t" l="l"/>
              <a:pathLst>
                <a:path h="767578" w="854946">
                  <a:moveTo>
                    <a:pt x="65903" y="129592"/>
                  </a:moveTo>
                  <a:cubicBezTo>
                    <a:pt x="0" y="245494"/>
                    <a:pt x="46429" y="358306"/>
                    <a:pt x="104776" y="418180"/>
                  </a:cubicBezTo>
                  <a:lnTo>
                    <a:pt x="445927" y="767577"/>
                  </a:lnTo>
                  <a:lnTo>
                    <a:pt x="779877" y="419429"/>
                  </a:lnTo>
                  <a:cubicBezTo>
                    <a:pt x="834145" y="355019"/>
                    <a:pt x="854946" y="286699"/>
                    <a:pt x="843393" y="210623"/>
                  </a:cubicBezTo>
                  <a:cubicBezTo>
                    <a:pt x="827435" y="105386"/>
                    <a:pt x="746197" y="23739"/>
                    <a:pt x="645842" y="12080"/>
                  </a:cubicBezTo>
                  <a:cubicBezTo>
                    <a:pt x="584292" y="5218"/>
                    <a:pt x="524835" y="23600"/>
                    <a:pt x="478430" y="64764"/>
                  </a:cubicBezTo>
                  <a:cubicBezTo>
                    <a:pt x="465940" y="75840"/>
                    <a:pt x="454776" y="88222"/>
                    <a:pt x="445047" y="101681"/>
                  </a:cubicBezTo>
                  <a:cubicBezTo>
                    <a:pt x="433503" y="86357"/>
                    <a:pt x="419967" y="72340"/>
                    <a:pt x="404657" y="59916"/>
                  </a:cubicBezTo>
                  <a:cubicBezTo>
                    <a:pt x="351294" y="16624"/>
                    <a:pt x="283367" y="0"/>
                    <a:pt x="218120" y="12803"/>
                  </a:cubicBezTo>
                  <a:cubicBezTo>
                    <a:pt x="156323" y="25547"/>
                    <a:pt x="100853" y="68100"/>
                    <a:pt x="65903" y="129592"/>
                  </a:cubicBezTo>
                  <a:close/>
                </a:path>
              </a:pathLst>
            </a:custGeom>
            <a:solidFill>
              <a:srgbClr val="000000">
                <a:alpha val="0"/>
              </a:srgbClr>
            </a:solidFill>
            <a:ln w="19050" cap="sq">
              <a:solidFill>
                <a:srgbClr val="000000"/>
              </a:solidFill>
              <a:prstDash val="solid"/>
              <a:miter/>
            </a:ln>
          </p:spPr>
        </p:sp>
        <p:sp>
          <p:nvSpPr>
            <p:cNvPr name="TextBox 22" id="22"/>
            <p:cNvSpPr txBox="true"/>
            <p:nvPr/>
          </p:nvSpPr>
          <p:spPr>
            <a:xfrm>
              <a:off x="76200" y="16129"/>
              <a:ext cx="660400" cy="607506"/>
            </a:xfrm>
            <a:prstGeom prst="rect">
              <a:avLst/>
            </a:prstGeom>
          </p:spPr>
          <p:txBody>
            <a:bodyPr anchor="ctr" rtlCol="false" tIns="50800" lIns="50800" bIns="50800" rIns="50800"/>
            <a:lstStyle/>
            <a:p>
              <a:pPr algn="ctr">
                <a:lnSpc>
                  <a:spcPts val="2116"/>
                </a:lnSpc>
              </a:pPr>
            </a:p>
          </p:txBody>
        </p:sp>
      </p:grpSp>
      <p:sp>
        <p:nvSpPr>
          <p:cNvPr name="Freeform 23" id="23"/>
          <p:cNvSpPr/>
          <p:nvPr/>
        </p:nvSpPr>
        <p:spPr>
          <a:xfrm flipH="false" flipV="false" rot="0">
            <a:off x="7032824" y="9024611"/>
            <a:ext cx="205452" cy="205452"/>
          </a:xfrm>
          <a:custGeom>
            <a:avLst/>
            <a:gdLst/>
            <a:ahLst/>
            <a:cxnLst/>
            <a:rect r="r" b="b" t="t" l="l"/>
            <a:pathLst>
              <a:path h="205452" w="205452">
                <a:moveTo>
                  <a:pt x="0" y="0"/>
                </a:moveTo>
                <a:lnTo>
                  <a:pt x="205452" y="0"/>
                </a:lnTo>
                <a:lnTo>
                  <a:pt x="205452" y="205452"/>
                </a:lnTo>
                <a:lnTo>
                  <a:pt x="0" y="2054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7982662" y="9024611"/>
            <a:ext cx="165482" cy="205452"/>
          </a:xfrm>
          <a:custGeom>
            <a:avLst/>
            <a:gdLst/>
            <a:ahLst/>
            <a:cxnLst/>
            <a:rect r="r" b="b" t="t" l="l"/>
            <a:pathLst>
              <a:path h="205452" w="165482">
                <a:moveTo>
                  <a:pt x="0" y="0"/>
                </a:moveTo>
                <a:lnTo>
                  <a:pt x="165482" y="0"/>
                </a:lnTo>
                <a:lnTo>
                  <a:pt x="165482" y="205452"/>
                </a:lnTo>
                <a:lnTo>
                  <a:pt x="0" y="2054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10156581" y="9024611"/>
            <a:ext cx="219954" cy="205452"/>
            <a:chOff x="0" y="0"/>
            <a:chExt cx="812800" cy="759208"/>
          </a:xfrm>
        </p:grpSpPr>
        <p:sp>
          <p:nvSpPr>
            <p:cNvPr name="Freeform 26" id="26"/>
            <p:cNvSpPr/>
            <p:nvPr/>
          </p:nvSpPr>
          <p:spPr>
            <a:xfrm flipH="false" flipV="false" rot="0">
              <a:off x="-33680" y="-8369"/>
              <a:ext cx="854946" cy="767578"/>
            </a:xfrm>
            <a:custGeom>
              <a:avLst/>
              <a:gdLst/>
              <a:ahLst/>
              <a:cxnLst/>
              <a:rect r="r" b="b" t="t" l="l"/>
              <a:pathLst>
                <a:path h="767578" w="854946">
                  <a:moveTo>
                    <a:pt x="65903" y="129592"/>
                  </a:moveTo>
                  <a:cubicBezTo>
                    <a:pt x="0" y="245494"/>
                    <a:pt x="46429" y="358306"/>
                    <a:pt x="104776" y="418180"/>
                  </a:cubicBezTo>
                  <a:lnTo>
                    <a:pt x="445927" y="767577"/>
                  </a:lnTo>
                  <a:lnTo>
                    <a:pt x="779877" y="419429"/>
                  </a:lnTo>
                  <a:cubicBezTo>
                    <a:pt x="834145" y="355019"/>
                    <a:pt x="854946" y="286699"/>
                    <a:pt x="843393" y="210623"/>
                  </a:cubicBezTo>
                  <a:cubicBezTo>
                    <a:pt x="827435" y="105386"/>
                    <a:pt x="746197" y="23739"/>
                    <a:pt x="645842" y="12080"/>
                  </a:cubicBezTo>
                  <a:cubicBezTo>
                    <a:pt x="584292" y="5218"/>
                    <a:pt x="524835" y="23600"/>
                    <a:pt x="478430" y="64764"/>
                  </a:cubicBezTo>
                  <a:cubicBezTo>
                    <a:pt x="465940" y="75840"/>
                    <a:pt x="454776" y="88222"/>
                    <a:pt x="445047" y="101681"/>
                  </a:cubicBezTo>
                  <a:cubicBezTo>
                    <a:pt x="433503" y="86357"/>
                    <a:pt x="419967" y="72340"/>
                    <a:pt x="404657" y="59916"/>
                  </a:cubicBezTo>
                  <a:cubicBezTo>
                    <a:pt x="351294" y="16624"/>
                    <a:pt x="283367" y="0"/>
                    <a:pt x="218120" y="12803"/>
                  </a:cubicBezTo>
                  <a:cubicBezTo>
                    <a:pt x="156323" y="25547"/>
                    <a:pt x="100853" y="68100"/>
                    <a:pt x="65903" y="129592"/>
                  </a:cubicBezTo>
                  <a:close/>
                </a:path>
              </a:pathLst>
            </a:custGeom>
            <a:solidFill>
              <a:srgbClr val="000000">
                <a:alpha val="0"/>
              </a:srgbClr>
            </a:solidFill>
            <a:ln w="19050" cap="sq">
              <a:solidFill>
                <a:srgbClr val="000000"/>
              </a:solidFill>
              <a:prstDash val="solid"/>
              <a:miter/>
            </a:ln>
          </p:spPr>
        </p:sp>
        <p:sp>
          <p:nvSpPr>
            <p:cNvPr name="TextBox 27" id="27"/>
            <p:cNvSpPr txBox="true"/>
            <p:nvPr/>
          </p:nvSpPr>
          <p:spPr>
            <a:xfrm>
              <a:off x="76200" y="16129"/>
              <a:ext cx="660400" cy="607506"/>
            </a:xfrm>
            <a:prstGeom prst="rect">
              <a:avLst/>
            </a:prstGeom>
          </p:spPr>
          <p:txBody>
            <a:bodyPr anchor="ctr" rtlCol="false" tIns="50800" lIns="50800" bIns="50800" rIns="50800"/>
            <a:lstStyle/>
            <a:p>
              <a:pPr algn="ctr">
                <a:lnSpc>
                  <a:spcPts val="2116"/>
                </a:lnSpc>
              </a:pPr>
            </a:p>
          </p:txBody>
        </p:sp>
      </p:grpSp>
      <p:sp>
        <p:nvSpPr>
          <p:cNvPr name="Freeform 28" id="28"/>
          <p:cNvSpPr/>
          <p:nvPr/>
        </p:nvSpPr>
        <p:spPr>
          <a:xfrm flipH="false" flipV="false" rot="0">
            <a:off x="11117386" y="9024611"/>
            <a:ext cx="205452" cy="205452"/>
          </a:xfrm>
          <a:custGeom>
            <a:avLst/>
            <a:gdLst/>
            <a:ahLst/>
            <a:cxnLst/>
            <a:rect r="r" b="b" t="t" l="l"/>
            <a:pathLst>
              <a:path h="205452" w="205452">
                <a:moveTo>
                  <a:pt x="0" y="0"/>
                </a:moveTo>
                <a:lnTo>
                  <a:pt x="205452" y="0"/>
                </a:lnTo>
                <a:lnTo>
                  <a:pt x="205452" y="205452"/>
                </a:lnTo>
                <a:lnTo>
                  <a:pt x="0" y="2054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9" id="29"/>
          <p:cNvSpPr/>
          <p:nvPr/>
        </p:nvSpPr>
        <p:spPr>
          <a:xfrm flipH="false" flipV="false" rot="0">
            <a:off x="12067224" y="9024611"/>
            <a:ext cx="165482" cy="205452"/>
          </a:xfrm>
          <a:custGeom>
            <a:avLst/>
            <a:gdLst/>
            <a:ahLst/>
            <a:cxnLst/>
            <a:rect r="r" b="b" t="t" l="l"/>
            <a:pathLst>
              <a:path h="205452" w="165482">
                <a:moveTo>
                  <a:pt x="0" y="0"/>
                </a:moveTo>
                <a:lnTo>
                  <a:pt x="165482" y="0"/>
                </a:lnTo>
                <a:lnTo>
                  <a:pt x="165482" y="205452"/>
                </a:lnTo>
                <a:lnTo>
                  <a:pt x="0" y="2054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0" id="30"/>
          <p:cNvGrpSpPr/>
          <p:nvPr/>
        </p:nvGrpSpPr>
        <p:grpSpPr>
          <a:xfrm rot="0">
            <a:off x="14241143" y="9024611"/>
            <a:ext cx="219954" cy="205452"/>
            <a:chOff x="0" y="0"/>
            <a:chExt cx="812800" cy="759208"/>
          </a:xfrm>
        </p:grpSpPr>
        <p:sp>
          <p:nvSpPr>
            <p:cNvPr name="Freeform 31" id="31"/>
            <p:cNvSpPr/>
            <p:nvPr/>
          </p:nvSpPr>
          <p:spPr>
            <a:xfrm flipH="false" flipV="false" rot="0">
              <a:off x="-33680" y="-8369"/>
              <a:ext cx="854946" cy="767578"/>
            </a:xfrm>
            <a:custGeom>
              <a:avLst/>
              <a:gdLst/>
              <a:ahLst/>
              <a:cxnLst/>
              <a:rect r="r" b="b" t="t" l="l"/>
              <a:pathLst>
                <a:path h="767578" w="854946">
                  <a:moveTo>
                    <a:pt x="65903" y="129592"/>
                  </a:moveTo>
                  <a:cubicBezTo>
                    <a:pt x="0" y="245494"/>
                    <a:pt x="46429" y="358306"/>
                    <a:pt x="104776" y="418180"/>
                  </a:cubicBezTo>
                  <a:lnTo>
                    <a:pt x="445927" y="767577"/>
                  </a:lnTo>
                  <a:lnTo>
                    <a:pt x="779877" y="419429"/>
                  </a:lnTo>
                  <a:cubicBezTo>
                    <a:pt x="834145" y="355019"/>
                    <a:pt x="854946" y="286699"/>
                    <a:pt x="843393" y="210623"/>
                  </a:cubicBezTo>
                  <a:cubicBezTo>
                    <a:pt x="827435" y="105386"/>
                    <a:pt x="746197" y="23739"/>
                    <a:pt x="645842" y="12080"/>
                  </a:cubicBezTo>
                  <a:cubicBezTo>
                    <a:pt x="584292" y="5218"/>
                    <a:pt x="524835" y="23600"/>
                    <a:pt x="478430" y="64764"/>
                  </a:cubicBezTo>
                  <a:cubicBezTo>
                    <a:pt x="465940" y="75840"/>
                    <a:pt x="454776" y="88222"/>
                    <a:pt x="445047" y="101681"/>
                  </a:cubicBezTo>
                  <a:cubicBezTo>
                    <a:pt x="433503" y="86357"/>
                    <a:pt x="419967" y="72340"/>
                    <a:pt x="404657" y="59916"/>
                  </a:cubicBezTo>
                  <a:cubicBezTo>
                    <a:pt x="351294" y="16624"/>
                    <a:pt x="283367" y="0"/>
                    <a:pt x="218120" y="12803"/>
                  </a:cubicBezTo>
                  <a:cubicBezTo>
                    <a:pt x="156323" y="25547"/>
                    <a:pt x="100853" y="68100"/>
                    <a:pt x="65903" y="129592"/>
                  </a:cubicBezTo>
                  <a:close/>
                </a:path>
              </a:pathLst>
            </a:custGeom>
            <a:solidFill>
              <a:srgbClr val="000000">
                <a:alpha val="0"/>
              </a:srgbClr>
            </a:solidFill>
            <a:ln w="19050" cap="sq">
              <a:solidFill>
                <a:srgbClr val="000000"/>
              </a:solidFill>
              <a:prstDash val="solid"/>
              <a:miter/>
            </a:ln>
          </p:spPr>
        </p:sp>
        <p:sp>
          <p:nvSpPr>
            <p:cNvPr name="TextBox 32" id="32"/>
            <p:cNvSpPr txBox="true"/>
            <p:nvPr/>
          </p:nvSpPr>
          <p:spPr>
            <a:xfrm>
              <a:off x="76200" y="16129"/>
              <a:ext cx="660400" cy="607506"/>
            </a:xfrm>
            <a:prstGeom prst="rect">
              <a:avLst/>
            </a:prstGeom>
          </p:spPr>
          <p:txBody>
            <a:bodyPr anchor="ctr" rtlCol="false" tIns="50800" lIns="50800" bIns="50800" rIns="50800"/>
            <a:lstStyle/>
            <a:p>
              <a:pPr algn="ctr">
                <a:lnSpc>
                  <a:spcPts val="2116"/>
                </a:lnSpc>
              </a:pPr>
            </a:p>
          </p:txBody>
        </p:sp>
      </p:grpSp>
      <p:sp>
        <p:nvSpPr>
          <p:cNvPr name="Freeform 33" id="33"/>
          <p:cNvSpPr/>
          <p:nvPr/>
        </p:nvSpPr>
        <p:spPr>
          <a:xfrm flipH="false" flipV="false" rot="0">
            <a:off x="15201948" y="9024611"/>
            <a:ext cx="205452" cy="205452"/>
          </a:xfrm>
          <a:custGeom>
            <a:avLst/>
            <a:gdLst/>
            <a:ahLst/>
            <a:cxnLst/>
            <a:rect r="r" b="b" t="t" l="l"/>
            <a:pathLst>
              <a:path h="205452" w="205452">
                <a:moveTo>
                  <a:pt x="0" y="0"/>
                </a:moveTo>
                <a:lnTo>
                  <a:pt x="205452" y="0"/>
                </a:lnTo>
                <a:lnTo>
                  <a:pt x="205452" y="205452"/>
                </a:lnTo>
                <a:lnTo>
                  <a:pt x="0" y="2054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4" id="34"/>
          <p:cNvSpPr/>
          <p:nvPr/>
        </p:nvSpPr>
        <p:spPr>
          <a:xfrm flipH="false" flipV="false" rot="0">
            <a:off x="16151786" y="9024611"/>
            <a:ext cx="165482" cy="205452"/>
          </a:xfrm>
          <a:custGeom>
            <a:avLst/>
            <a:gdLst/>
            <a:ahLst/>
            <a:cxnLst/>
            <a:rect r="r" b="b" t="t" l="l"/>
            <a:pathLst>
              <a:path h="205452" w="165482">
                <a:moveTo>
                  <a:pt x="0" y="0"/>
                </a:moveTo>
                <a:lnTo>
                  <a:pt x="165482" y="0"/>
                </a:lnTo>
                <a:lnTo>
                  <a:pt x="165482" y="205452"/>
                </a:lnTo>
                <a:lnTo>
                  <a:pt x="0" y="2054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false" rot="0">
            <a:off x="809625"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6" id="36"/>
          <p:cNvGrpSpPr/>
          <p:nvPr/>
        </p:nvGrpSpPr>
        <p:grpSpPr>
          <a:xfrm rot="0">
            <a:off x="809625" y="9043238"/>
            <a:ext cx="2880627" cy="432385"/>
            <a:chOff x="0" y="0"/>
            <a:chExt cx="3840836" cy="576513"/>
          </a:xfrm>
        </p:grpSpPr>
        <p:grpSp>
          <p:nvGrpSpPr>
            <p:cNvPr name="Group 37" id="37"/>
            <p:cNvGrpSpPr/>
            <p:nvPr/>
          </p:nvGrpSpPr>
          <p:grpSpPr>
            <a:xfrm rot="0">
              <a:off x="0" y="0"/>
              <a:ext cx="3840836" cy="576513"/>
              <a:chOff x="0" y="0"/>
              <a:chExt cx="8296205" cy="1245268"/>
            </a:xfrm>
          </p:grpSpPr>
          <p:sp>
            <p:nvSpPr>
              <p:cNvPr name="Freeform 38" id="38"/>
              <p:cNvSpPr/>
              <p:nvPr/>
            </p:nvSpPr>
            <p:spPr>
              <a:xfrm flipH="false" flipV="false" rot="0">
                <a:off x="0" y="0"/>
                <a:ext cx="8296205" cy="1245268"/>
              </a:xfrm>
              <a:custGeom>
                <a:avLst/>
                <a:gdLst/>
                <a:ahLst/>
                <a:cxnLst/>
                <a:rect r="r" b="b" t="t" l="l"/>
                <a:pathLst>
                  <a:path h="1245268" w="8296205">
                    <a:moveTo>
                      <a:pt x="83315" y="0"/>
                    </a:moveTo>
                    <a:lnTo>
                      <a:pt x="8212890" y="0"/>
                    </a:lnTo>
                    <a:cubicBezTo>
                      <a:pt x="8258904" y="0"/>
                      <a:pt x="8296205" y="37301"/>
                      <a:pt x="8296205" y="83315"/>
                    </a:cubicBezTo>
                    <a:lnTo>
                      <a:pt x="8296205" y="1161953"/>
                    </a:lnTo>
                    <a:cubicBezTo>
                      <a:pt x="8296205" y="1207966"/>
                      <a:pt x="8258904" y="1245268"/>
                      <a:pt x="8212890" y="1245268"/>
                    </a:cubicBezTo>
                    <a:lnTo>
                      <a:pt x="83315" y="1245268"/>
                    </a:lnTo>
                    <a:cubicBezTo>
                      <a:pt x="37301" y="1245268"/>
                      <a:pt x="0" y="1207966"/>
                      <a:pt x="0" y="1161953"/>
                    </a:cubicBezTo>
                    <a:lnTo>
                      <a:pt x="0" y="83315"/>
                    </a:lnTo>
                    <a:cubicBezTo>
                      <a:pt x="0" y="37301"/>
                      <a:pt x="37301" y="0"/>
                      <a:pt x="83315" y="0"/>
                    </a:cubicBezTo>
                    <a:close/>
                  </a:path>
                </a:pathLst>
              </a:custGeom>
              <a:solidFill>
                <a:srgbClr val="F1F1F1"/>
              </a:solidFill>
              <a:ln w="9525" cap="rnd">
                <a:solidFill>
                  <a:srgbClr val="000000"/>
                </a:solidFill>
                <a:prstDash val="solid"/>
                <a:round/>
              </a:ln>
            </p:spPr>
          </p:sp>
          <p:sp>
            <p:nvSpPr>
              <p:cNvPr name="TextBox 39" id="39"/>
              <p:cNvSpPr txBox="true"/>
              <p:nvPr/>
            </p:nvSpPr>
            <p:spPr>
              <a:xfrm>
                <a:off x="0" y="-38100"/>
                <a:ext cx="8296205" cy="1283368"/>
              </a:xfrm>
              <a:prstGeom prst="rect">
                <a:avLst/>
              </a:prstGeom>
            </p:spPr>
            <p:txBody>
              <a:bodyPr anchor="ctr" rtlCol="false" tIns="12700" lIns="12700" bIns="12700" rIns="12700"/>
              <a:lstStyle/>
              <a:p>
                <a:pPr algn="ctr" marL="0" indent="0" lvl="0">
                  <a:lnSpc>
                    <a:spcPts val="2116"/>
                  </a:lnSpc>
                  <a:spcBef>
                    <a:spcPct val="0"/>
                  </a:spcBef>
                </a:pPr>
                <a:r>
                  <a:rPr lang="en-US" sz="1439" spc="211" strike="noStrike" u="none">
                    <a:solidFill>
                      <a:srgbClr val="211F1C"/>
                    </a:solidFill>
                    <a:latin typeface="Nunito Sans Expanded Semi-Bold"/>
                  </a:rPr>
                  <a:t>BORCELLE</a:t>
                </a:r>
              </a:p>
            </p:txBody>
          </p:sp>
        </p:grpSp>
        <p:sp>
          <p:nvSpPr>
            <p:cNvPr name="Freeform 40" id="40"/>
            <p:cNvSpPr/>
            <p:nvPr/>
          </p:nvSpPr>
          <p:spPr>
            <a:xfrm flipH="false" flipV="false" rot="0">
              <a:off x="3233807" y="116532"/>
              <a:ext cx="341941" cy="341941"/>
            </a:xfrm>
            <a:custGeom>
              <a:avLst/>
              <a:gdLst/>
              <a:ahLst/>
              <a:cxnLst/>
              <a:rect r="r" b="b" t="t" l="l"/>
              <a:pathLst>
                <a:path h="341941" w="341941">
                  <a:moveTo>
                    <a:pt x="0" y="0"/>
                  </a:moveTo>
                  <a:lnTo>
                    <a:pt x="341942" y="0"/>
                  </a:lnTo>
                  <a:lnTo>
                    <a:pt x="341942" y="341942"/>
                  </a:lnTo>
                  <a:lnTo>
                    <a:pt x="0" y="34194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1" id="41"/>
            <p:cNvSpPr/>
            <p:nvPr/>
          </p:nvSpPr>
          <p:spPr>
            <a:xfrm flipH="false" flipV="false" rot="0">
              <a:off x="265087" y="118039"/>
              <a:ext cx="341941" cy="341941"/>
            </a:xfrm>
            <a:custGeom>
              <a:avLst/>
              <a:gdLst/>
              <a:ahLst/>
              <a:cxnLst/>
              <a:rect r="r" b="b" t="t" l="l"/>
              <a:pathLst>
                <a:path h="341941" w="341941">
                  <a:moveTo>
                    <a:pt x="0" y="0"/>
                  </a:moveTo>
                  <a:lnTo>
                    <a:pt x="341941" y="0"/>
                  </a:lnTo>
                  <a:lnTo>
                    <a:pt x="341941" y="341941"/>
                  </a:lnTo>
                  <a:lnTo>
                    <a:pt x="0" y="34194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42" id="42"/>
          <p:cNvGrpSpPr/>
          <p:nvPr/>
        </p:nvGrpSpPr>
        <p:grpSpPr>
          <a:xfrm rot="0">
            <a:off x="3879846" y="9043238"/>
            <a:ext cx="1066053" cy="432385"/>
            <a:chOff x="0" y="0"/>
            <a:chExt cx="3070231" cy="1245268"/>
          </a:xfrm>
        </p:grpSpPr>
        <p:sp>
          <p:nvSpPr>
            <p:cNvPr name="Freeform 43" id="43"/>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44" id="44"/>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sz="1439" spc="211">
                  <a:solidFill>
                    <a:srgbClr val="211F1C"/>
                  </a:solidFill>
                  <a:latin typeface="Nunito Sans Expanded Semi-Bold"/>
                </a:rPr>
                <a:t>9/11</a:t>
              </a:r>
            </a:p>
          </p:txBody>
        </p:sp>
      </p:grpSp>
      <p:sp>
        <p:nvSpPr>
          <p:cNvPr name="TextBox 45" id="45"/>
          <p:cNvSpPr txBox="true"/>
          <p:nvPr/>
        </p:nvSpPr>
        <p:spPr>
          <a:xfrm rot="0">
            <a:off x="6087820" y="7401009"/>
            <a:ext cx="2854698" cy="1147666"/>
          </a:xfrm>
          <a:prstGeom prst="rect">
            <a:avLst/>
          </a:prstGeom>
        </p:spPr>
        <p:txBody>
          <a:bodyPr anchor="t" rtlCol="false" tIns="0" lIns="0" bIns="0" rIns="0">
            <a:spAutoFit/>
          </a:bodyPr>
          <a:lstStyle/>
          <a:p>
            <a:pPr algn="l" marL="0" indent="0" lvl="0">
              <a:lnSpc>
                <a:spcPts val="1812"/>
              </a:lnSpc>
              <a:spcBef>
                <a:spcPct val="0"/>
              </a:spcBef>
            </a:pPr>
            <a:r>
              <a:rPr lang="en-US" sz="1415">
                <a:solidFill>
                  <a:srgbClr val="211F1C"/>
                </a:solidFill>
                <a:latin typeface="Nunito Sans Expanded Light"/>
              </a:rPr>
              <a:t>Lorem ipsum dolor sit amet, consectetur adipiscing elit, sed do eiusmod tempor incididunt ut labore et dolore magna aliqua.</a:t>
            </a:r>
          </a:p>
        </p:txBody>
      </p:sp>
      <p:sp>
        <p:nvSpPr>
          <p:cNvPr name="TextBox 46" id="46"/>
          <p:cNvSpPr txBox="true"/>
          <p:nvPr/>
        </p:nvSpPr>
        <p:spPr>
          <a:xfrm rot="0">
            <a:off x="10172382" y="7401009"/>
            <a:ext cx="2854698" cy="1147666"/>
          </a:xfrm>
          <a:prstGeom prst="rect">
            <a:avLst/>
          </a:prstGeom>
        </p:spPr>
        <p:txBody>
          <a:bodyPr anchor="t" rtlCol="false" tIns="0" lIns="0" bIns="0" rIns="0">
            <a:spAutoFit/>
          </a:bodyPr>
          <a:lstStyle/>
          <a:p>
            <a:pPr algn="l" marL="0" indent="0" lvl="0">
              <a:lnSpc>
                <a:spcPts val="1812"/>
              </a:lnSpc>
              <a:spcBef>
                <a:spcPct val="0"/>
              </a:spcBef>
            </a:pPr>
            <a:r>
              <a:rPr lang="en-US" sz="1415">
                <a:solidFill>
                  <a:srgbClr val="211F1C"/>
                </a:solidFill>
                <a:latin typeface="Nunito Sans Expanded Light"/>
              </a:rPr>
              <a:t>Lorem ipsum dolor sit amet, consectetur adipiscing elit, sed do eiusmod tempor incididunt ut labore et dolore magna aliqua.</a:t>
            </a:r>
          </a:p>
        </p:txBody>
      </p:sp>
      <p:sp>
        <p:nvSpPr>
          <p:cNvPr name="TextBox 47" id="47"/>
          <p:cNvSpPr txBox="true"/>
          <p:nvPr/>
        </p:nvSpPr>
        <p:spPr>
          <a:xfrm rot="0">
            <a:off x="14256944" y="7401009"/>
            <a:ext cx="2854698" cy="1147666"/>
          </a:xfrm>
          <a:prstGeom prst="rect">
            <a:avLst/>
          </a:prstGeom>
        </p:spPr>
        <p:txBody>
          <a:bodyPr anchor="t" rtlCol="false" tIns="0" lIns="0" bIns="0" rIns="0">
            <a:spAutoFit/>
          </a:bodyPr>
          <a:lstStyle/>
          <a:p>
            <a:pPr algn="l" marL="0" indent="0" lvl="0">
              <a:lnSpc>
                <a:spcPts val="1812"/>
              </a:lnSpc>
              <a:spcBef>
                <a:spcPct val="0"/>
              </a:spcBef>
            </a:pPr>
            <a:r>
              <a:rPr lang="en-US" sz="1415">
                <a:solidFill>
                  <a:srgbClr val="211F1C"/>
                </a:solidFill>
                <a:latin typeface="Nunito Sans Expanded Light"/>
              </a:rPr>
              <a:t>Lorem ipsum dolor sit amet, consectetur adipiscing elit, sed do eiusmod tempor incididunt ut labore et dolore magna aliqua.</a:t>
            </a:r>
          </a:p>
        </p:txBody>
      </p:sp>
      <p:sp>
        <p:nvSpPr>
          <p:cNvPr name="TextBox 48" id="48"/>
          <p:cNvSpPr txBox="true"/>
          <p:nvPr/>
        </p:nvSpPr>
        <p:spPr>
          <a:xfrm rot="0">
            <a:off x="6374163" y="8957144"/>
            <a:ext cx="368997" cy="302286"/>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TextBox 49" id="49"/>
          <p:cNvSpPr txBox="true"/>
          <p:nvPr/>
        </p:nvSpPr>
        <p:spPr>
          <a:xfrm rot="0">
            <a:off x="7324001" y="8957144"/>
            <a:ext cx="368997" cy="302286"/>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TextBox 50" id="50"/>
          <p:cNvSpPr txBox="true"/>
          <p:nvPr/>
        </p:nvSpPr>
        <p:spPr>
          <a:xfrm rot="0">
            <a:off x="8233869" y="8957144"/>
            <a:ext cx="368997" cy="302286"/>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TextBox 51" id="51"/>
          <p:cNvSpPr txBox="true"/>
          <p:nvPr/>
        </p:nvSpPr>
        <p:spPr>
          <a:xfrm rot="0">
            <a:off x="10458725" y="8957144"/>
            <a:ext cx="368997" cy="302286"/>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TextBox 52" id="52"/>
          <p:cNvSpPr txBox="true"/>
          <p:nvPr/>
        </p:nvSpPr>
        <p:spPr>
          <a:xfrm rot="0">
            <a:off x="11408563" y="8957144"/>
            <a:ext cx="368997" cy="302286"/>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TextBox 53" id="53"/>
          <p:cNvSpPr txBox="true"/>
          <p:nvPr/>
        </p:nvSpPr>
        <p:spPr>
          <a:xfrm rot="0">
            <a:off x="12318431" y="8957144"/>
            <a:ext cx="368997" cy="302286"/>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TextBox 54" id="54"/>
          <p:cNvSpPr txBox="true"/>
          <p:nvPr/>
        </p:nvSpPr>
        <p:spPr>
          <a:xfrm rot="0">
            <a:off x="14543287" y="8957144"/>
            <a:ext cx="368997" cy="302286"/>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TextBox 55" id="55"/>
          <p:cNvSpPr txBox="true"/>
          <p:nvPr/>
        </p:nvSpPr>
        <p:spPr>
          <a:xfrm rot="0">
            <a:off x="15493125" y="8957144"/>
            <a:ext cx="368997" cy="302286"/>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TextBox 56" id="56"/>
          <p:cNvSpPr txBox="true"/>
          <p:nvPr/>
        </p:nvSpPr>
        <p:spPr>
          <a:xfrm rot="0">
            <a:off x="16402993" y="8957144"/>
            <a:ext cx="368997" cy="302286"/>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Nunito Sans Expanded"/>
              </a:rPr>
              <a:t>5K</a:t>
            </a:r>
          </a:p>
        </p:txBody>
      </p:sp>
      <p:sp>
        <p:nvSpPr>
          <p:cNvPr name="TextBox 57" id="57"/>
          <p:cNvSpPr txBox="true"/>
          <p:nvPr/>
        </p:nvSpPr>
        <p:spPr>
          <a:xfrm rot="0">
            <a:off x="809625" y="1947488"/>
            <a:ext cx="4938387" cy="2202750"/>
          </a:xfrm>
          <a:prstGeom prst="rect">
            <a:avLst/>
          </a:prstGeom>
        </p:spPr>
        <p:txBody>
          <a:bodyPr anchor="t" rtlCol="false" tIns="0" lIns="0" bIns="0" rIns="0">
            <a:spAutoFit/>
          </a:bodyPr>
          <a:lstStyle/>
          <a:p>
            <a:pPr algn="l" marL="0" indent="0" lvl="0">
              <a:lnSpc>
                <a:spcPts val="8475"/>
              </a:lnSpc>
              <a:spcBef>
                <a:spcPct val="0"/>
              </a:spcBef>
            </a:pPr>
            <a:r>
              <a:rPr lang="en-US" sz="8392" strike="noStrike" u="none">
                <a:solidFill>
                  <a:srgbClr val="211F1C"/>
                </a:solidFill>
                <a:latin typeface="Anton"/>
              </a:rPr>
              <a:t>TOP </a:t>
            </a:r>
          </a:p>
          <a:p>
            <a:pPr algn="l" marL="0" indent="0" lvl="0">
              <a:lnSpc>
                <a:spcPts val="8475"/>
              </a:lnSpc>
              <a:spcBef>
                <a:spcPct val="0"/>
              </a:spcBef>
            </a:pPr>
            <a:r>
              <a:rPr lang="en-US" sz="8392" strike="noStrike" u="none">
                <a:solidFill>
                  <a:srgbClr val="211F1C"/>
                </a:solidFill>
                <a:latin typeface="Anton"/>
              </a:rPr>
              <a:t>STORIES</a:t>
            </a:r>
          </a:p>
        </p:txBody>
      </p:sp>
      <p:sp>
        <p:nvSpPr>
          <p:cNvPr name="TextBox 58" id="58"/>
          <p:cNvSpPr txBox="true"/>
          <p:nvPr/>
        </p:nvSpPr>
        <p:spPr>
          <a:xfrm rot="0">
            <a:off x="809625" y="4293902"/>
            <a:ext cx="4281095" cy="4198011"/>
          </a:xfrm>
          <a:prstGeom prst="rect">
            <a:avLst/>
          </a:prstGeom>
        </p:spPr>
        <p:txBody>
          <a:bodyPr anchor="t" rtlCol="false" tIns="0" lIns="0" bIns="0" rIns="0">
            <a:spAutoFit/>
          </a:bodyPr>
          <a:lstStyle/>
          <a:p>
            <a:pPr algn="l">
              <a:lnSpc>
                <a:spcPts val="2557"/>
              </a:lnSpc>
            </a:pPr>
            <a:r>
              <a:rPr lang="en-US" sz="1739">
                <a:solidFill>
                  <a:srgbClr val="211F1C"/>
                </a:solidFill>
                <a:latin typeface="Roboto Mono"/>
              </a:rPr>
              <a:t>Lorem ipsum dolor sit amet, consectetur adipiscing elit, sed do eiusmod tempor incididunt ut labore et dolore magna aliqua. Ut enim ad minim veniam, quis nostrud exercitation ullamco laboris nisi ut aliquip ex ea commodo consequat. </a:t>
            </a:r>
          </a:p>
          <a:p>
            <a:pPr algn="l">
              <a:lnSpc>
                <a:spcPts val="2557"/>
              </a:lnSpc>
            </a:pPr>
          </a:p>
          <a:p>
            <a:pPr algn="l" marL="0" indent="0" lvl="0">
              <a:lnSpc>
                <a:spcPts val="2557"/>
              </a:lnSpc>
              <a:spcBef>
                <a:spcPct val="0"/>
              </a:spcBef>
            </a:pPr>
            <a:r>
              <a:rPr lang="en-US" sz="1739">
                <a:solidFill>
                  <a:srgbClr val="211F1C"/>
                </a:solidFill>
                <a:latin typeface="Roboto Mono"/>
              </a:rPr>
              <a:t>Duis aute irure dolor in reprehenderit in voluptate velit esse cillum dolore eu fugiat nulla pariatur.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809625" y="7094372"/>
            <a:ext cx="5465802" cy="1115135"/>
          </a:xfrm>
          <a:prstGeom prst="rect">
            <a:avLst/>
          </a:prstGeom>
        </p:spPr>
        <p:txBody>
          <a:bodyPr anchor="t" rtlCol="false" tIns="0" lIns="0" bIns="0" rIns="0">
            <a:spAutoFit/>
          </a:bodyPr>
          <a:lstStyle/>
          <a:p>
            <a:pPr algn="l">
              <a:lnSpc>
                <a:spcPts val="8475"/>
              </a:lnSpc>
            </a:pPr>
            <a:r>
              <a:rPr lang="en-US" sz="8392">
                <a:solidFill>
                  <a:srgbClr val="211F1C"/>
                </a:solidFill>
                <a:latin typeface="Anton"/>
              </a:rPr>
              <a:t>NEXT STEPS</a:t>
            </a:r>
          </a:p>
        </p:txBody>
      </p:sp>
      <p:sp>
        <p:nvSpPr>
          <p:cNvPr name="AutoShape 6" id="6"/>
          <p:cNvSpPr/>
          <p:nvPr/>
        </p:nvSpPr>
        <p:spPr>
          <a:xfrm>
            <a:off x="-2626987" y="5959426"/>
            <a:ext cx="23541974" cy="0"/>
          </a:xfrm>
          <a:prstGeom prst="line">
            <a:avLst/>
          </a:prstGeom>
          <a:ln cap="flat" w="19050">
            <a:solidFill>
              <a:srgbClr val="211F1C"/>
            </a:solidFill>
            <a:prstDash val="solid"/>
            <a:headEnd type="none" len="sm" w="sm"/>
            <a:tailEnd type="none" len="sm" w="sm"/>
          </a:ln>
        </p:spPr>
      </p:sp>
      <p:sp>
        <p:nvSpPr>
          <p:cNvPr name="AutoShape 7" id="7"/>
          <p:cNvSpPr/>
          <p:nvPr/>
        </p:nvSpPr>
        <p:spPr>
          <a:xfrm flipH="true">
            <a:off x="2732346" y="5173785"/>
            <a:ext cx="0" cy="796637"/>
          </a:xfrm>
          <a:prstGeom prst="line">
            <a:avLst/>
          </a:prstGeom>
          <a:ln cap="flat" w="19050">
            <a:solidFill>
              <a:srgbClr val="211F1C"/>
            </a:solidFill>
            <a:prstDash val="solid"/>
            <a:headEnd type="none" len="sm" w="sm"/>
            <a:tailEnd type="none" len="sm" w="sm"/>
          </a:ln>
        </p:spPr>
      </p:sp>
      <p:grpSp>
        <p:nvGrpSpPr>
          <p:cNvPr name="Group 8" id="8"/>
          <p:cNvGrpSpPr/>
          <p:nvPr/>
        </p:nvGrpSpPr>
        <p:grpSpPr>
          <a:xfrm rot="0">
            <a:off x="819396" y="2084661"/>
            <a:ext cx="3825900" cy="3089124"/>
            <a:chOff x="0" y="0"/>
            <a:chExt cx="872834" cy="704747"/>
          </a:xfrm>
        </p:grpSpPr>
        <p:sp>
          <p:nvSpPr>
            <p:cNvPr name="Freeform 9" id="9"/>
            <p:cNvSpPr/>
            <p:nvPr/>
          </p:nvSpPr>
          <p:spPr>
            <a:xfrm flipH="false" flipV="false" rot="0">
              <a:off x="0" y="0"/>
              <a:ext cx="872834" cy="704747"/>
            </a:xfrm>
            <a:custGeom>
              <a:avLst/>
              <a:gdLst/>
              <a:ahLst/>
              <a:cxnLst/>
              <a:rect r="r" b="b" t="t" l="l"/>
              <a:pathLst>
                <a:path h="704747" w="872834">
                  <a:moveTo>
                    <a:pt x="72848" y="0"/>
                  </a:moveTo>
                  <a:lnTo>
                    <a:pt x="799986" y="0"/>
                  </a:lnTo>
                  <a:cubicBezTo>
                    <a:pt x="819306" y="0"/>
                    <a:pt x="837835" y="7675"/>
                    <a:pt x="851497" y="21337"/>
                  </a:cubicBezTo>
                  <a:cubicBezTo>
                    <a:pt x="865159" y="34998"/>
                    <a:pt x="872834" y="53527"/>
                    <a:pt x="872834" y="72848"/>
                  </a:cubicBezTo>
                  <a:lnTo>
                    <a:pt x="872834" y="631899"/>
                  </a:lnTo>
                  <a:cubicBezTo>
                    <a:pt x="872834" y="651219"/>
                    <a:pt x="865159" y="669749"/>
                    <a:pt x="851497" y="683410"/>
                  </a:cubicBezTo>
                  <a:cubicBezTo>
                    <a:pt x="837835" y="697072"/>
                    <a:pt x="819306" y="704747"/>
                    <a:pt x="799986" y="704747"/>
                  </a:cubicBezTo>
                  <a:lnTo>
                    <a:pt x="72848" y="704747"/>
                  </a:lnTo>
                  <a:cubicBezTo>
                    <a:pt x="53527" y="704747"/>
                    <a:pt x="34998" y="697072"/>
                    <a:pt x="21337" y="683410"/>
                  </a:cubicBezTo>
                  <a:cubicBezTo>
                    <a:pt x="7675" y="669749"/>
                    <a:pt x="0" y="651219"/>
                    <a:pt x="0" y="631899"/>
                  </a:cubicBezTo>
                  <a:lnTo>
                    <a:pt x="0" y="72848"/>
                  </a:lnTo>
                  <a:cubicBezTo>
                    <a:pt x="0" y="53527"/>
                    <a:pt x="7675" y="34998"/>
                    <a:pt x="21337" y="21337"/>
                  </a:cubicBezTo>
                  <a:cubicBezTo>
                    <a:pt x="34998" y="7675"/>
                    <a:pt x="53527" y="0"/>
                    <a:pt x="72848" y="0"/>
                  </a:cubicBezTo>
                  <a:close/>
                </a:path>
              </a:pathLst>
            </a:custGeom>
            <a:solidFill>
              <a:srgbClr val="F1F1F1"/>
            </a:solidFill>
            <a:ln w="19050" cap="rnd">
              <a:solidFill>
                <a:srgbClr val="000000"/>
              </a:solidFill>
              <a:prstDash val="solid"/>
              <a:round/>
            </a:ln>
          </p:spPr>
        </p:sp>
        <p:sp>
          <p:nvSpPr>
            <p:cNvPr name="TextBox 10" id="10"/>
            <p:cNvSpPr txBox="true"/>
            <p:nvPr/>
          </p:nvSpPr>
          <p:spPr>
            <a:xfrm>
              <a:off x="0" y="-38100"/>
              <a:ext cx="872834" cy="742847"/>
            </a:xfrm>
            <a:prstGeom prst="rect">
              <a:avLst/>
            </a:prstGeom>
          </p:spPr>
          <p:txBody>
            <a:bodyPr anchor="ctr" rtlCol="false" tIns="58646" lIns="58646" bIns="58646" rIns="58646"/>
            <a:lstStyle/>
            <a:p>
              <a:pPr algn="ctr">
                <a:lnSpc>
                  <a:spcPts val="2116"/>
                </a:lnSpc>
              </a:pPr>
            </a:p>
          </p:txBody>
        </p:sp>
      </p:grpSp>
      <p:sp>
        <p:nvSpPr>
          <p:cNvPr name="TextBox 11" id="11"/>
          <p:cNvSpPr txBox="true"/>
          <p:nvPr/>
        </p:nvSpPr>
        <p:spPr>
          <a:xfrm rot="0">
            <a:off x="1168741" y="3214229"/>
            <a:ext cx="3127211" cy="1607211"/>
          </a:xfrm>
          <a:prstGeom prst="rect">
            <a:avLst/>
          </a:prstGeom>
        </p:spPr>
        <p:txBody>
          <a:bodyPr anchor="t" rtlCol="false" tIns="0" lIns="0" bIns="0" rIns="0">
            <a:spAutoFit/>
          </a:bodyPr>
          <a:lstStyle/>
          <a:p>
            <a:pPr algn="ctr" marL="0" indent="0" lvl="0">
              <a:lnSpc>
                <a:spcPts val="2557"/>
              </a:lnSpc>
              <a:spcBef>
                <a:spcPct val="0"/>
              </a:spcBef>
            </a:pPr>
            <a:r>
              <a:rPr lang="en-US" sz="1739" strike="noStrike" u="none">
                <a:solidFill>
                  <a:srgbClr val="211F1C"/>
                </a:solidFill>
                <a:latin typeface="Roboto Mono"/>
              </a:rPr>
              <a:t>Lorem ipsum dolor sit amet, consectetur adipiscing elit. </a:t>
            </a:r>
          </a:p>
          <a:p>
            <a:pPr algn="ctr" marL="0" indent="0" lvl="0">
              <a:lnSpc>
                <a:spcPts val="2557"/>
              </a:lnSpc>
              <a:spcBef>
                <a:spcPct val="0"/>
              </a:spcBef>
            </a:pPr>
            <a:r>
              <a:rPr lang="en-US" sz="1739" strike="noStrike" u="none">
                <a:solidFill>
                  <a:srgbClr val="211F1C"/>
                </a:solidFill>
                <a:latin typeface="Roboto Mono"/>
              </a:rPr>
              <a:t>Nullam ut elementum erat.</a:t>
            </a:r>
          </a:p>
        </p:txBody>
      </p:sp>
      <p:sp>
        <p:nvSpPr>
          <p:cNvPr name="TextBox 12" id="12"/>
          <p:cNvSpPr txBox="true"/>
          <p:nvPr/>
        </p:nvSpPr>
        <p:spPr>
          <a:xfrm rot="0">
            <a:off x="1168741" y="2617619"/>
            <a:ext cx="3127211" cy="384891"/>
          </a:xfrm>
          <a:prstGeom prst="rect">
            <a:avLst/>
          </a:prstGeom>
        </p:spPr>
        <p:txBody>
          <a:bodyPr anchor="t" rtlCol="false" tIns="0" lIns="0" bIns="0" rIns="0">
            <a:spAutoFit/>
          </a:bodyPr>
          <a:lstStyle/>
          <a:p>
            <a:pPr algn="ctr">
              <a:lnSpc>
                <a:spcPts val="2915"/>
              </a:lnSpc>
            </a:pPr>
            <a:r>
              <a:rPr lang="en-US" sz="2886" spc="288">
                <a:solidFill>
                  <a:srgbClr val="211F1C"/>
                </a:solidFill>
                <a:latin typeface="Anton"/>
              </a:rPr>
              <a:t>STEP 1</a:t>
            </a:r>
          </a:p>
        </p:txBody>
      </p:sp>
      <p:sp>
        <p:nvSpPr>
          <p:cNvPr name="AutoShape 13" id="13"/>
          <p:cNvSpPr/>
          <p:nvPr/>
        </p:nvSpPr>
        <p:spPr>
          <a:xfrm flipH="true">
            <a:off x="7051697" y="5162789"/>
            <a:ext cx="0" cy="796637"/>
          </a:xfrm>
          <a:prstGeom prst="line">
            <a:avLst/>
          </a:prstGeom>
          <a:ln cap="flat" w="19050">
            <a:solidFill>
              <a:srgbClr val="211F1C"/>
            </a:solidFill>
            <a:prstDash val="solid"/>
            <a:headEnd type="none" len="sm" w="sm"/>
            <a:tailEnd type="none" len="sm" w="sm"/>
          </a:ln>
        </p:spPr>
      </p:sp>
      <p:grpSp>
        <p:nvGrpSpPr>
          <p:cNvPr name="Group 14" id="14"/>
          <p:cNvGrpSpPr/>
          <p:nvPr/>
        </p:nvGrpSpPr>
        <p:grpSpPr>
          <a:xfrm rot="0">
            <a:off x="5138747" y="2073665"/>
            <a:ext cx="3825900" cy="3089124"/>
            <a:chOff x="0" y="0"/>
            <a:chExt cx="872834" cy="704747"/>
          </a:xfrm>
        </p:grpSpPr>
        <p:sp>
          <p:nvSpPr>
            <p:cNvPr name="Freeform 15" id="15"/>
            <p:cNvSpPr/>
            <p:nvPr/>
          </p:nvSpPr>
          <p:spPr>
            <a:xfrm flipH="false" flipV="false" rot="0">
              <a:off x="0" y="0"/>
              <a:ext cx="872834" cy="704747"/>
            </a:xfrm>
            <a:custGeom>
              <a:avLst/>
              <a:gdLst/>
              <a:ahLst/>
              <a:cxnLst/>
              <a:rect r="r" b="b" t="t" l="l"/>
              <a:pathLst>
                <a:path h="704747" w="872834">
                  <a:moveTo>
                    <a:pt x="72848" y="0"/>
                  </a:moveTo>
                  <a:lnTo>
                    <a:pt x="799986" y="0"/>
                  </a:lnTo>
                  <a:cubicBezTo>
                    <a:pt x="819306" y="0"/>
                    <a:pt x="837835" y="7675"/>
                    <a:pt x="851497" y="21337"/>
                  </a:cubicBezTo>
                  <a:cubicBezTo>
                    <a:pt x="865159" y="34998"/>
                    <a:pt x="872834" y="53527"/>
                    <a:pt x="872834" y="72848"/>
                  </a:cubicBezTo>
                  <a:lnTo>
                    <a:pt x="872834" y="631899"/>
                  </a:lnTo>
                  <a:cubicBezTo>
                    <a:pt x="872834" y="651219"/>
                    <a:pt x="865159" y="669749"/>
                    <a:pt x="851497" y="683410"/>
                  </a:cubicBezTo>
                  <a:cubicBezTo>
                    <a:pt x="837835" y="697072"/>
                    <a:pt x="819306" y="704747"/>
                    <a:pt x="799986" y="704747"/>
                  </a:cubicBezTo>
                  <a:lnTo>
                    <a:pt x="72848" y="704747"/>
                  </a:lnTo>
                  <a:cubicBezTo>
                    <a:pt x="53527" y="704747"/>
                    <a:pt x="34998" y="697072"/>
                    <a:pt x="21337" y="683410"/>
                  </a:cubicBezTo>
                  <a:cubicBezTo>
                    <a:pt x="7675" y="669749"/>
                    <a:pt x="0" y="651219"/>
                    <a:pt x="0" y="631899"/>
                  </a:cubicBezTo>
                  <a:lnTo>
                    <a:pt x="0" y="72848"/>
                  </a:lnTo>
                  <a:cubicBezTo>
                    <a:pt x="0" y="53527"/>
                    <a:pt x="7675" y="34998"/>
                    <a:pt x="21337" y="21337"/>
                  </a:cubicBezTo>
                  <a:cubicBezTo>
                    <a:pt x="34998" y="7675"/>
                    <a:pt x="53527" y="0"/>
                    <a:pt x="72848" y="0"/>
                  </a:cubicBezTo>
                  <a:close/>
                </a:path>
              </a:pathLst>
            </a:custGeom>
            <a:solidFill>
              <a:srgbClr val="F1F1F1"/>
            </a:solidFill>
            <a:ln w="19050" cap="rnd">
              <a:solidFill>
                <a:srgbClr val="000000"/>
              </a:solidFill>
              <a:prstDash val="solid"/>
              <a:round/>
            </a:ln>
          </p:spPr>
        </p:sp>
        <p:sp>
          <p:nvSpPr>
            <p:cNvPr name="TextBox 16" id="16"/>
            <p:cNvSpPr txBox="true"/>
            <p:nvPr/>
          </p:nvSpPr>
          <p:spPr>
            <a:xfrm>
              <a:off x="0" y="-38100"/>
              <a:ext cx="872834" cy="742847"/>
            </a:xfrm>
            <a:prstGeom prst="rect">
              <a:avLst/>
            </a:prstGeom>
          </p:spPr>
          <p:txBody>
            <a:bodyPr anchor="ctr" rtlCol="false" tIns="58646" lIns="58646" bIns="58646" rIns="58646"/>
            <a:lstStyle/>
            <a:p>
              <a:pPr algn="ctr">
                <a:lnSpc>
                  <a:spcPts val="2116"/>
                </a:lnSpc>
              </a:pPr>
            </a:p>
          </p:txBody>
        </p:sp>
      </p:grpSp>
      <p:sp>
        <p:nvSpPr>
          <p:cNvPr name="TextBox 17" id="17"/>
          <p:cNvSpPr txBox="true"/>
          <p:nvPr/>
        </p:nvSpPr>
        <p:spPr>
          <a:xfrm rot="0">
            <a:off x="5488092" y="3203233"/>
            <a:ext cx="3127211" cy="1607211"/>
          </a:xfrm>
          <a:prstGeom prst="rect">
            <a:avLst/>
          </a:prstGeom>
        </p:spPr>
        <p:txBody>
          <a:bodyPr anchor="t" rtlCol="false" tIns="0" lIns="0" bIns="0" rIns="0">
            <a:spAutoFit/>
          </a:bodyPr>
          <a:lstStyle/>
          <a:p>
            <a:pPr algn="ctr" marL="0" indent="0" lvl="0">
              <a:lnSpc>
                <a:spcPts val="2557"/>
              </a:lnSpc>
              <a:spcBef>
                <a:spcPct val="0"/>
              </a:spcBef>
            </a:pPr>
            <a:r>
              <a:rPr lang="en-US" sz="1739" strike="noStrike" u="none">
                <a:solidFill>
                  <a:srgbClr val="211F1C"/>
                </a:solidFill>
                <a:latin typeface="Roboto Mono"/>
              </a:rPr>
              <a:t>Lorem ipsum dolor sit amet, consectetur adipiscing elit. </a:t>
            </a:r>
          </a:p>
          <a:p>
            <a:pPr algn="ctr" marL="0" indent="0" lvl="0">
              <a:lnSpc>
                <a:spcPts val="2557"/>
              </a:lnSpc>
              <a:spcBef>
                <a:spcPct val="0"/>
              </a:spcBef>
            </a:pPr>
            <a:r>
              <a:rPr lang="en-US" sz="1739" strike="noStrike" u="none">
                <a:solidFill>
                  <a:srgbClr val="211F1C"/>
                </a:solidFill>
                <a:latin typeface="Roboto Mono"/>
              </a:rPr>
              <a:t>Nullam ut elementum erat.</a:t>
            </a:r>
          </a:p>
        </p:txBody>
      </p:sp>
      <p:sp>
        <p:nvSpPr>
          <p:cNvPr name="TextBox 18" id="18"/>
          <p:cNvSpPr txBox="true"/>
          <p:nvPr/>
        </p:nvSpPr>
        <p:spPr>
          <a:xfrm rot="0">
            <a:off x="5488092" y="2606623"/>
            <a:ext cx="3127211" cy="384891"/>
          </a:xfrm>
          <a:prstGeom prst="rect">
            <a:avLst/>
          </a:prstGeom>
        </p:spPr>
        <p:txBody>
          <a:bodyPr anchor="t" rtlCol="false" tIns="0" lIns="0" bIns="0" rIns="0">
            <a:spAutoFit/>
          </a:bodyPr>
          <a:lstStyle/>
          <a:p>
            <a:pPr algn="ctr">
              <a:lnSpc>
                <a:spcPts val="2915"/>
              </a:lnSpc>
            </a:pPr>
            <a:r>
              <a:rPr lang="en-US" sz="2886" spc="288">
                <a:solidFill>
                  <a:srgbClr val="211F1C"/>
                </a:solidFill>
                <a:latin typeface="Anton"/>
              </a:rPr>
              <a:t>STEP 2</a:t>
            </a:r>
          </a:p>
        </p:txBody>
      </p:sp>
      <p:sp>
        <p:nvSpPr>
          <p:cNvPr name="AutoShape 19" id="19"/>
          <p:cNvSpPr/>
          <p:nvPr/>
        </p:nvSpPr>
        <p:spPr>
          <a:xfrm>
            <a:off x="11371048" y="5162789"/>
            <a:ext cx="0" cy="796637"/>
          </a:xfrm>
          <a:prstGeom prst="line">
            <a:avLst/>
          </a:prstGeom>
          <a:ln cap="flat" w="19050">
            <a:solidFill>
              <a:srgbClr val="211F1C"/>
            </a:solidFill>
            <a:prstDash val="solid"/>
            <a:headEnd type="none" len="sm" w="sm"/>
            <a:tailEnd type="none" len="sm" w="sm"/>
          </a:ln>
        </p:spPr>
      </p:sp>
      <p:grpSp>
        <p:nvGrpSpPr>
          <p:cNvPr name="Group 20" id="20"/>
          <p:cNvGrpSpPr/>
          <p:nvPr/>
        </p:nvGrpSpPr>
        <p:grpSpPr>
          <a:xfrm rot="0">
            <a:off x="9458097" y="2073665"/>
            <a:ext cx="3825900" cy="3089124"/>
            <a:chOff x="0" y="0"/>
            <a:chExt cx="872834" cy="704747"/>
          </a:xfrm>
        </p:grpSpPr>
        <p:sp>
          <p:nvSpPr>
            <p:cNvPr name="Freeform 21" id="21"/>
            <p:cNvSpPr/>
            <p:nvPr/>
          </p:nvSpPr>
          <p:spPr>
            <a:xfrm flipH="false" flipV="false" rot="0">
              <a:off x="0" y="0"/>
              <a:ext cx="872834" cy="704747"/>
            </a:xfrm>
            <a:custGeom>
              <a:avLst/>
              <a:gdLst/>
              <a:ahLst/>
              <a:cxnLst/>
              <a:rect r="r" b="b" t="t" l="l"/>
              <a:pathLst>
                <a:path h="704747" w="872834">
                  <a:moveTo>
                    <a:pt x="72848" y="0"/>
                  </a:moveTo>
                  <a:lnTo>
                    <a:pt x="799986" y="0"/>
                  </a:lnTo>
                  <a:cubicBezTo>
                    <a:pt x="819306" y="0"/>
                    <a:pt x="837835" y="7675"/>
                    <a:pt x="851497" y="21337"/>
                  </a:cubicBezTo>
                  <a:cubicBezTo>
                    <a:pt x="865159" y="34998"/>
                    <a:pt x="872834" y="53527"/>
                    <a:pt x="872834" y="72848"/>
                  </a:cubicBezTo>
                  <a:lnTo>
                    <a:pt x="872834" y="631899"/>
                  </a:lnTo>
                  <a:cubicBezTo>
                    <a:pt x="872834" y="651219"/>
                    <a:pt x="865159" y="669749"/>
                    <a:pt x="851497" y="683410"/>
                  </a:cubicBezTo>
                  <a:cubicBezTo>
                    <a:pt x="837835" y="697072"/>
                    <a:pt x="819306" y="704747"/>
                    <a:pt x="799986" y="704747"/>
                  </a:cubicBezTo>
                  <a:lnTo>
                    <a:pt x="72848" y="704747"/>
                  </a:lnTo>
                  <a:cubicBezTo>
                    <a:pt x="53527" y="704747"/>
                    <a:pt x="34998" y="697072"/>
                    <a:pt x="21337" y="683410"/>
                  </a:cubicBezTo>
                  <a:cubicBezTo>
                    <a:pt x="7675" y="669749"/>
                    <a:pt x="0" y="651219"/>
                    <a:pt x="0" y="631899"/>
                  </a:cubicBezTo>
                  <a:lnTo>
                    <a:pt x="0" y="72848"/>
                  </a:lnTo>
                  <a:cubicBezTo>
                    <a:pt x="0" y="53527"/>
                    <a:pt x="7675" y="34998"/>
                    <a:pt x="21337" y="21337"/>
                  </a:cubicBezTo>
                  <a:cubicBezTo>
                    <a:pt x="34998" y="7675"/>
                    <a:pt x="53527" y="0"/>
                    <a:pt x="72848" y="0"/>
                  </a:cubicBezTo>
                  <a:close/>
                </a:path>
              </a:pathLst>
            </a:custGeom>
            <a:solidFill>
              <a:srgbClr val="F1F1F1"/>
            </a:solidFill>
            <a:ln w="19050" cap="rnd">
              <a:solidFill>
                <a:srgbClr val="000000"/>
              </a:solidFill>
              <a:prstDash val="solid"/>
              <a:round/>
            </a:ln>
          </p:spPr>
        </p:sp>
        <p:sp>
          <p:nvSpPr>
            <p:cNvPr name="TextBox 22" id="22"/>
            <p:cNvSpPr txBox="true"/>
            <p:nvPr/>
          </p:nvSpPr>
          <p:spPr>
            <a:xfrm>
              <a:off x="0" y="-38100"/>
              <a:ext cx="872834" cy="742847"/>
            </a:xfrm>
            <a:prstGeom prst="rect">
              <a:avLst/>
            </a:prstGeom>
          </p:spPr>
          <p:txBody>
            <a:bodyPr anchor="ctr" rtlCol="false" tIns="58646" lIns="58646" bIns="58646" rIns="58646"/>
            <a:lstStyle/>
            <a:p>
              <a:pPr algn="ctr">
                <a:lnSpc>
                  <a:spcPts val="2116"/>
                </a:lnSpc>
              </a:pPr>
            </a:p>
          </p:txBody>
        </p:sp>
      </p:grpSp>
      <p:sp>
        <p:nvSpPr>
          <p:cNvPr name="TextBox 23" id="23"/>
          <p:cNvSpPr txBox="true"/>
          <p:nvPr/>
        </p:nvSpPr>
        <p:spPr>
          <a:xfrm rot="0">
            <a:off x="9807442" y="3203233"/>
            <a:ext cx="3127211" cy="1607211"/>
          </a:xfrm>
          <a:prstGeom prst="rect">
            <a:avLst/>
          </a:prstGeom>
        </p:spPr>
        <p:txBody>
          <a:bodyPr anchor="t" rtlCol="false" tIns="0" lIns="0" bIns="0" rIns="0">
            <a:spAutoFit/>
          </a:bodyPr>
          <a:lstStyle/>
          <a:p>
            <a:pPr algn="ctr" marL="0" indent="0" lvl="0">
              <a:lnSpc>
                <a:spcPts val="2557"/>
              </a:lnSpc>
              <a:spcBef>
                <a:spcPct val="0"/>
              </a:spcBef>
            </a:pPr>
            <a:r>
              <a:rPr lang="en-US" sz="1739" strike="noStrike" u="none">
                <a:solidFill>
                  <a:srgbClr val="211F1C"/>
                </a:solidFill>
                <a:latin typeface="Roboto Mono"/>
              </a:rPr>
              <a:t>Lorem ipsum dolor sit amet, consectetur adipiscing elit. </a:t>
            </a:r>
          </a:p>
          <a:p>
            <a:pPr algn="ctr" marL="0" indent="0" lvl="0">
              <a:lnSpc>
                <a:spcPts val="2557"/>
              </a:lnSpc>
              <a:spcBef>
                <a:spcPct val="0"/>
              </a:spcBef>
            </a:pPr>
            <a:r>
              <a:rPr lang="en-US" sz="1739" strike="noStrike" u="none">
                <a:solidFill>
                  <a:srgbClr val="211F1C"/>
                </a:solidFill>
                <a:latin typeface="Roboto Mono"/>
              </a:rPr>
              <a:t>Nullam ut elementum erat.</a:t>
            </a:r>
          </a:p>
        </p:txBody>
      </p:sp>
      <p:sp>
        <p:nvSpPr>
          <p:cNvPr name="TextBox 24" id="24"/>
          <p:cNvSpPr txBox="true"/>
          <p:nvPr/>
        </p:nvSpPr>
        <p:spPr>
          <a:xfrm rot="0">
            <a:off x="9807442" y="2606623"/>
            <a:ext cx="3127211" cy="384891"/>
          </a:xfrm>
          <a:prstGeom prst="rect">
            <a:avLst/>
          </a:prstGeom>
        </p:spPr>
        <p:txBody>
          <a:bodyPr anchor="t" rtlCol="false" tIns="0" lIns="0" bIns="0" rIns="0">
            <a:spAutoFit/>
          </a:bodyPr>
          <a:lstStyle/>
          <a:p>
            <a:pPr algn="ctr">
              <a:lnSpc>
                <a:spcPts val="2915"/>
              </a:lnSpc>
            </a:pPr>
            <a:r>
              <a:rPr lang="en-US" sz="2886" spc="288">
                <a:solidFill>
                  <a:srgbClr val="211F1C"/>
                </a:solidFill>
                <a:latin typeface="Anton"/>
              </a:rPr>
              <a:t>STEP 3</a:t>
            </a:r>
          </a:p>
        </p:txBody>
      </p:sp>
      <p:sp>
        <p:nvSpPr>
          <p:cNvPr name="AutoShape 25" id="25"/>
          <p:cNvSpPr/>
          <p:nvPr/>
        </p:nvSpPr>
        <p:spPr>
          <a:xfrm>
            <a:off x="15690398" y="5162789"/>
            <a:ext cx="0" cy="796637"/>
          </a:xfrm>
          <a:prstGeom prst="line">
            <a:avLst/>
          </a:prstGeom>
          <a:ln cap="flat" w="19050">
            <a:solidFill>
              <a:srgbClr val="211F1C"/>
            </a:solidFill>
            <a:prstDash val="solid"/>
            <a:headEnd type="none" len="sm" w="sm"/>
            <a:tailEnd type="none" len="sm" w="sm"/>
          </a:ln>
        </p:spPr>
      </p:sp>
      <p:grpSp>
        <p:nvGrpSpPr>
          <p:cNvPr name="Group 26" id="26"/>
          <p:cNvGrpSpPr/>
          <p:nvPr/>
        </p:nvGrpSpPr>
        <p:grpSpPr>
          <a:xfrm rot="0">
            <a:off x="13777448" y="2073665"/>
            <a:ext cx="3825900" cy="3089124"/>
            <a:chOff x="0" y="0"/>
            <a:chExt cx="872834" cy="704747"/>
          </a:xfrm>
        </p:grpSpPr>
        <p:sp>
          <p:nvSpPr>
            <p:cNvPr name="Freeform 27" id="27"/>
            <p:cNvSpPr/>
            <p:nvPr/>
          </p:nvSpPr>
          <p:spPr>
            <a:xfrm flipH="false" flipV="false" rot="0">
              <a:off x="0" y="0"/>
              <a:ext cx="872834" cy="704747"/>
            </a:xfrm>
            <a:custGeom>
              <a:avLst/>
              <a:gdLst/>
              <a:ahLst/>
              <a:cxnLst/>
              <a:rect r="r" b="b" t="t" l="l"/>
              <a:pathLst>
                <a:path h="704747" w="872834">
                  <a:moveTo>
                    <a:pt x="72848" y="0"/>
                  </a:moveTo>
                  <a:lnTo>
                    <a:pt x="799986" y="0"/>
                  </a:lnTo>
                  <a:cubicBezTo>
                    <a:pt x="819306" y="0"/>
                    <a:pt x="837835" y="7675"/>
                    <a:pt x="851497" y="21337"/>
                  </a:cubicBezTo>
                  <a:cubicBezTo>
                    <a:pt x="865159" y="34998"/>
                    <a:pt x="872834" y="53527"/>
                    <a:pt x="872834" y="72848"/>
                  </a:cubicBezTo>
                  <a:lnTo>
                    <a:pt x="872834" y="631899"/>
                  </a:lnTo>
                  <a:cubicBezTo>
                    <a:pt x="872834" y="651219"/>
                    <a:pt x="865159" y="669749"/>
                    <a:pt x="851497" y="683410"/>
                  </a:cubicBezTo>
                  <a:cubicBezTo>
                    <a:pt x="837835" y="697072"/>
                    <a:pt x="819306" y="704747"/>
                    <a:pt x="799986" y="704747"/>
                  </a:cubicBezTo>
                  <a:lnTo>
                    <a:pt x="72848" y="704747"/>
                  </a:lnTo>
                  <a:cubicBezTo>
                    <a:pt x="53527" y="704747"/>
                    <a:pt x="34998" y="697072"/>
                    <a:pt x="21337" y="683410"/>
                  </a:cubicBezTo>
                  <a:cubicBezTo>
                    <a:pt x="7675" y="669749"/>
                    <a:pt x="0" y="651219"/>
                    <a:pt x="0" y="631899"/>
                  </a:cubicBezTo>
                  <a:lnTo>
                    <a:pt x="0" y="72848"/>
                  </a:lnTo>
                  <a:cubicBezTo>
                    <a:pt x="0" y="53527"/>
                    <a:pt x="7675" y="34998"/>
                    <a:pt x="21337" y="21337"/>
                  </a:cubicBezTo>
                  <a:cubicBezTo>
                    <a:pt x="34998" y="7675"/>
                    <a:pt x="53527" y="0"/>
                    <a:pt x="72848" y="0"/>
                  </a:cubicBezTo>
                  <a:close/>
                </a:path>
              </a:pathLst>
            </a:custGeom>
            <a:solidFill>
              <a:srgbClr val="F1F1F1"/>
            </a:solidFill>
            <a:ln w="19050" cap="rnd">
              <a:solidFill>
                <a:srgbClr val="000000"/>
              </a:solidFill>
              <a:prstDash val="solid"/>
              <a:round/>
            </a:ln>
          </p:spPr>
        </p:sp>
        <p:sp>
          <p:nvSpPr>
            <p:cNvPr name="TextBox 28" id="28"/>
            <p:cNvSpPr txBox="true"/>
            <p:nvPr/>
          </p:nvSpPr>
          <p:spPr>
            <a:xfrm>
              <a:off x="0" y="-38100"/>
              <a:ext cx="872834" cy="742847"/>
            </a:xfrm>
            <a:prstGeom prst="rect">
              <a:avLst/>
            </a:prstGeom>
          </p:spPr>
          <p:txBody>
            <a:bodyPr anchor="ctr" rtlCol="false" tIns="58646" lIns="58646" bIns="58646" rIns="58646"/>
            <a:lstStyle/>
            <a:p>
              <a:pPr algn="ctr">
                <a:lnSpc>
                  <a:spcPts val="2116"/>
                </a:lnSpc>
              </a:pPr>
            </a:p>
          </p:txBody>
        </p:sp>
      </p:grpSp>
      <p:sp>
        <p:nvSpPr>
          <p:cNvPr name="TextBox 29" id="29"/>
          <p:cNvSpPr txBox="true"/>
          <p:nvPr/>
        </p:nvSpPr>
        <p:spPr>
          <a:xfrm rot="0">
            <a:off x="14126793" y="3203233"/>
            <a:ext cx="3127211" cy="1607211"/>
          </a:xfrm>
          <a:prstGeom prst="rect">
            <a:avLst/>
          </a:prstGeom>
        </p:spPr>
        <p:txBody>
          <a:bodyPr anchor="t" rtlCol="false" tIns="0" lIns="0" bIns="0" rIns="0">
            <a:spAutoFit/>
          </a:bodyPr>
          <a:lstStyle/>
          <a:p>
            <a:pPr algn="ctr" marL="0" indent="0" lvl="0">
              <a:lnSpc>
                <a:spcPts val="2557"/>
              </a:lnSpc>
              <a:spcBef>
                <a:spcPct val="0"/>
              </a:spcBef>
            </a:pPr>
            <a:r>
              <a:rPr lang="en-US" sz="1739" strike="noStrike" u="none">
                <a:solidFill>
                  <a:srgbClr val="211F1C"/>
                </a:solidFill>
                <a:latin typeface="Roboto Mono"/>
              </a:rPr>
              <a:t>Lorem ipsum dolor sit amet, consectetur adipiscing elit. </a:t>
            </a:r>
          </a:p>
          <a:p>
            <a:pPr algn="ctr" marL="0" indent="0" lvl="0">
              <a:lnSpc>
                <a:spcPts val="2557"/>
              </a:lnSpc>
              <a:spcBef>
                <a:spcPct val="0"/>
              </a:spcBef>
            </a:pPr>
            <a:r>
              <a:rPr lang="en-US" sz="1739" strike="noStrike" u="none">
                <a:solidFill>
                  <a:srgbClr val="211F1C"/>
                </a:solidFill>
                <a:latin typeface="Roboto Mono"/>
              </a:rPr>
              <a:t>Nullam ut elementum erat.</a:t>
            </a:r>
          </a:p>
        </p:txBody>
      </p:sp>
      <p:sp>
        <p:nvSpPr>
          <p:cNvPr name="TextBox 30" id="30"/>
          <p:cNvSpPr txBox="true"/>
          <p:nvPr/>
        </p:nvSpPr>
        <p:spPr>
          <a:xfrm rot="0">
            <a:off x="14126793" y="2606623"/>
            <a:ext cx="3127211" cy="384891"/>
          </a:xfrm>
          <a:prstGeom prst="rect">
            <a:avLst/>
          </a:prstGeom>
        </p:spPr>
        <p:txBody>
          <a:bodyPr anchor="t" rtlCol="false" tIns="0" lIns="0" bIns="0" rIns="0">
            <a:spAutoFit/>
          </a:bodyPr>
          <a:lstStyle/>
          <a:p>
            <a:pPr algn="ctr">
              <a:lnSpc>
                <a:spcPts val="2915"/>
              </a:lnSpc>
            </a:pPr>
            <a:r>
              <a:rPr lang="en-US" sz="2886" spc="288">
                <a:solidFill>
                  <a:srgbClr val="211F1C"/>
                </a:solidFill>
                <a:latin typeface="Anton"/>
              </a:rPr>
              <a:t>STEP 4</a:t>
            </a:r>
          </a:p>
        </p:txBody>
      </p:sp>
      <p:sp>
        <p:nvSpPr>
          <p:cNvPr name="Freeform 31" id="31"/>
          <p:cNvSpPr/>
          <p:nvPr/>
        </p:nvSpPr>
        <p:spPr>
          <a:xfrm flipH="false" flipV="false" rot="0">
            <a:off x="14906978" y="9043238"/>
            <a:ext cx="2571397" cy="430125"/>
          </a:xfrm>
          <a:custGeom>
            <a:avLst/>
            <a:gdLst/>
            <a:ahLst/>
            <a:cxnLst/>
            <a:rect r="r" b="b" t="t" l="l"/>
            <a:pathLst>
              <a:path h="430125" w="2571397">
                <a:moveTo>
                  <a:pt x="0" y="0"/>
                </a:moveTo>
                <a:lnTo>
                  <a:pt x="2571397" y="0"/>
                </a:lnTo>
                <a:lnTo>
                  <a:pt x="2571397" y="430124"/>
                </a:lnTo>
                <a:lnTo>
                  <a:pt x="0" y="4301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2" id="32"/>
          <p:cNvSpPr txBox="true"/>
          <p:nvPr/>
        </p:nvSpPr>
        <p:spPr>
          <a:xfrm rot="0">
            <a:off x="6275427" y="6748321"/>
            <a:ext cx="7206543" cy="1607211"/>
          </a:xfrm>
          <a:prstGeom prst="rect">
            <a:avLst/>
          </a:prstGeom>
        </p:spPr>
        <p:txBody>
          <a:bodyPr anchor="t" rtlCol="false" tIns="0" lIns="0" bIns="0" rIns="0">
            <a:spAutoFit/>
          </a:bodyPr>
          <a:lstStyle/>
          <a:p>
            <a:pPr algn="l" marL="0" indent="0" lvl="0">
              <a:lnSpc>
                <a:spcPts val="2557"/>
              </a:lnSpc>
              <a:spcBef>
                <a:spcPct val="0"/>
              </a:spcBef>
            </a:pPr>
            <a:r>
              <a:rPr lang="en-US" sz="1739" strike="noStrike" u="none">
                <a:solidFill>
                  <a:srgbClr val="211F1C"/>
                </a:solidFill>
                <a:latin typeface="Roboto Mono"/>
              </a:rPr>
              <a:t>Lorem ipsum dolor sit amet, consectetur adipiscing elit, sed do eiusmod tempor incididunt ut labore et dolore magna aliqua. Ut enim ad minim veniam, quis nostrud exercitation ullamco laboris nisi ut aliquip ex ea commodo consequat. </a:t>
            </a:r>
          </a:p>
        </p:txBody>
      </p:sp>
      <p:sp>
        <p:nvSpPr>
          <p:cNvPr name="Freeform 33" id="33"/>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4" id="34"/>
          <p:cNvSpPr txBox="true"/>
          <p:nvPr/>
        </p:nvSpPr>
        <p:spPr>
          <a:xfrm rot="0">
            <a:off x="809625" y="773985"/>
            <a:ext cx="4018637" cy="255422"/>
          </a:xfrm>
          <a:prstGeom prst="rect">
            <a:avLst/>
          </a:prstGeom>
        </p:spPr>
        <p:txBody>
          <a:bodyPr anchor="t" rtlCol="false" tIns="0" lIns="0" bIns="0" rIns="0">
            <a:spAutoFit/>
          </a:bodyPr>
          <a:lstStyle/>
          <a:p>
            <a:pPr algn="l" marL="0" indent="0" lvl="0">
              <a:lnSpc>
                <a:spcPts val="2116"/>
              </a:lnSpc>
              <a:spcBef>
                <a:spcPct val="0"/>
              </a:spcBef>
            </a:pPr>
            <a:r>
              <a:rPr lang="en-US" sz="1439" spc="211" strike="noStrike" u="none">
                <a:solidFill>
                  <a:srgbClr val="211F1C"/>
                </a:solidFill>
                <a:latin typeface="Nunito Sans Expanded Semi-Bold"/>
              </a:rPr>
              <a:t>@REALLYGREATSITE</a:t>
            </a:r>
          </a:p>
        </p:txBody>
      </p:sp>
      <p:grpSp>
        <p:nvGrpSpPr>
          <p:cNvPr name="Group 35" id="35"/>
          <p:cNvGrpSpPr/>
          <p:nvPr/>
        </p:nvGrpSpPr>
        <p:grpSpPr>
          <a:xfrm rot="0">
            <a:off x="809625" y="9043238"/>
            <a:ext cx="2880627" cy="432385"/>
            <a:chOff x="0" y="0"/>
            <a:chExt cx="3840836" cy="576513"/>
          </a:xfrm>
        </p:grpSpPr>
        <p:grpSp>
          <p:nvGrpSpPr>
            <p:cNvPr name="Group 36" id="36"/>
            <p:cNvGrpSpPr/>
            <p:nvPr/>
          </p:nvGrpSpPr>
          <p:grpSpPr>
            <a:xfrm rot="0">
              <a:off x="0" y="0"/>
              <a:ext cx="3840836" cy="576513"/>
              <a:chOff x="0" y="0"/>
              <a:chExt cx="8296205" cy="1245268"/>
            </a:xfrm>
          </p:grpSpPr>
          <p:sp>
            <p:nvSpPr>
              <p:cNvPr name="Freeform 37" id="37"/>
              <p:cNvSpPr/>
              <p:nvPr/>
            </p:nvSpPr>
            <p:spPr>
              <a:xfrm flipH="false" flipV="false" rot="0">
                <a:off x="0" y="0"/>
                <a:ext cx="8296205" cy="1245268"/>
              </a:xfrm>
              <a:custGeom>
                <a:avLst/>
                <a:gdLst/>
                <a:ahLst/>
                <a:cxnLst/>
                <a:rect r="r" b="b" t="t" l="l"/>
                <a:pathLst>
                  <a:path h="1245268" w="8296205">
                    <a:moveTo>
                      <a:pt x="83315" y="0"/>
                    </a:moveTo>
                    <a:lnTo>
                      <a:pt x="8212890" y="0"/>
                    </a:lnTo>
                    <a:cubicBezTo>
                      <a:pt x="8258904" y="0"/>
                      <a:pt x="8296205" y="37301"/>
                      <a:pt x="8296205" y="83315"/>
                    </a:cubicBezTo>
                    <a:lnTo>
                      <a:pt x="8296205" y="1161953"/>
                    </a:lnTo>
                    <a:cubicBezTo>
                      <a:pt x="8296205" y="1207966"/>
                      <a:pt x="8258904" y="1245268"/>
                      <a:pt x="8212890" y="1245268"/>
                    </a:cubicBezTo>
                    <a:lnTo>
                      <a:pt x="83315" y="1245268"/>
                    </a:lnTo>
                    <a:cubicBezTo>
                      <a:pt x="37301" y="1245268"/>
                      <a:pt x="0" y="1207966"/>
                      <a:pt x="0" y="1161953"/>
                    </a:cubicBezTo>
                    <a:lnTo>
                      <a:pt x="0" y="83315"/>
                    </a:lnTo>
                    <a:cubicBezTo>
                      <a:pt x="0" y="37301"/>
                      <a:pt x="37301" y="0"/>
                      <a:pt x="83315" y="0"/>
                    </a:cubicBezTo>
                    <a:close/>
                  </a:path>
                </a:pathLst>
              </a:custGeom>
              <a:solidFill>
                <a:srgbClr val="F1F1F1"/>
              </a:solidFill>
              <a:ln w="9525" cap="rnd">
                <a:solidFill>
                  <a:srgbClr val="000000"/>
                </a:solidFill>
                <a:prstDash val="solid"/>
                <a:round/>
              </a:ln>
            </p:spPr>
          </p:sp>
          <p:sp>
            <p:nvSpPr>
              <p:cNvPr name="TextBox 38" id="38"/>
              <p:cNvSpPr txBox="true"/>
              <p:nvPr/>
            </p:nvSpPr>
            <p:spPr>
              <a:xfrm>
                <a:off x="0" y="-38100"/>
                <a:ext cx="8296205" cy="1283368"/>
              </a:xfrm>
              <a:prstGeom prst="rect">
                <a:avLst/>
              </a:prstGeom>
            </p:spPr>
            <p:txBody>
              <a:bodyPr anchor="ctr" rtlCol="false" tIns="12700" lIns="12700" bIns="12700" rIns="12700"/>
              <a:lstStyle/>
              <a:p>
                <a:pPr algn="ctr" marL="0" indent="0" lvl="0">
                  <a:lnSpc>
                    <a:spcPts val="2116"/>
                  </a:lnSpc>
                  <a:spcBef>
                    <a:spcPct val="0"/>
                  </a:spcBef>
                </a:pPr>
                <a:r>
                  <a:rPr lang="en-US" sz="1439" spc="211" strike="noStrike" u="none">
                    <a:solidFill>
                      <a:srgbClr val="211F1C"/>
                    </a:solidFill>
                    <a:latin typeface="Nunito Sans Expanded Semi-Bold"/>
                  </a:rPr>
                  <a:t>BORCELLE</a:t>
                </a:r>
              </a:p>
            </p:txBody>
          </p:sp>
        </p:grpSp>
        <p:sp>
          <p:nvSpPr>
            <p:cNvPr name="Freeform 39" id="39"/>
            <p:cNvSpPr/>
            <p:nvPr/>
          </p:nvSpPr>
          <p:spPr>
            <a:xfrm flipH="false" flipV="false" rot="0">
              <a:off x="3233807" y="116532"/>
              <a:ext cx="341941" cy="341941"/>
            </a:xfrm>
            <a:custGeom>
              <a:avLst/>
              <a:gdLst/>
              <a:ahLst/>
              <a:cxnLst/>
              <a:rect r="r" b="b" t="t" l="l"/>
              <a:pathLst>
                <a:path h="341941" w="341941">
                  <a:moveTo>
                    <a:pt x="0" y="0"/>
                  </a:moveTo>
                  <a:lnTo>
                    <a:pt x="341942" y="0"/>
                  </a:lnTo>
                  <a:lnTo>
                    <a:pt x="341942" y="341942"/>
                  </a:lnTo>
                  <a:lnTo>
                    <a:pt x="0" y="3419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0" id="40"/>
            <p:cNvSpPr/>
            <p:nvPr/>
          </p:nvSpPr>
          <p:spPr>
            <a:xfrm flipH="false" flipV="false" rot="0">
              <a:off x="265087" y="118039"/>
              <a:ext cx="341941" cy="341941"/>
            </a:xfrm>
            <a:custGeom>
              <a:avLst/>
              <a:gdLst/>
              <a:ahLst/>
              <a:cxnLst/>
              <a:rect r="r" b="b" t="t" l="l"/>
              <a:pathLst>
                <a:path h="341941" w="341941">
                  <a:moveTo>
                    <a:pt x="0" y="0"/>
                  </a:moveTo>
                  <a:lnTo>
                    <a:pt x="341941" y="0"/>
                  </a:lnTo>
                  <a:lnTo>
                    <a:pt x="341941" y="341941"/>
                  </a:lnTo>
                  <a:lnTo>
                    <a:pt x="0" y="3419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41" id="41"/>
          <p:cNvGrpSpPr/>
          <p:nvPr/>
        </p:nvGrpSpPr>
        <p:grpSpPr>
          <a:xfrm rot="0">
            <a:off x="3879846" y="9043238"/>
            <a:ext cx="1066053" cy="432385"/>
            <a:chOff x="0" y="0"/>
            <a:chExt cx="3070231" cy="1245268"/>
          </a:xfrm>
        </p:grpSpPr>
        <p:sp>
          <p:nvSpPr>
            <p:cNvPr name="Freeform 42" id="42"/>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43" id="43"/>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sz="1439" spc="211">
                  <a:solidFill>
                    <a:srgbClr val="211F1C"/>
                  </a:solidFill>
                  <a:latin typeface="Nunito Sans Expanded Semi-Bold"/>
                </a:rPr>
                <a:t>10/11</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3519790" y="4109190"/>
            <a:ext cx="11248419" cy="1562998"/>
          </a:xfrm>
          <a:prstGeom prst="rect">
            <a:avLst/>
          </a:prstGeom>
        </p:spPr>
        <p:txBody>
          <a:bodyPr anchor="t" rtlCol="false" tIns="0" lIns="0" bIns="0" rIns="0">
            <a:spAutoFit/>
          </a:bodyPr>
          <a:lstStyle/>
          <a:p>
            <a:pPr algn="ctr" marL="0" indent="0" lvl="0">
              <a:lnSpc>
                <a:spcPts val="11748"/>
              </a:lnSpc>
              <a:spcBef>
                <a:spcPct val="0"/>
              </a:spcBef>
            </a:pPr>
            <a:r>
              <a:rPr lang="en-US" sz="11632" strike="noStrike" u="none">
                <a:solidFill>
                  <a:srgbClr val="211F1C"/>
                </a:solidFill>
                <a:latin typeface="Anton"/>
              </a:rPr>
              <a:t>THANK YOU</a:t>
            </a:r>
          </a:p>
        </p:txBody>
      </p:sp>
      <p:sp>
        <p:nvSpPr>
          <p:cNvPr name="TextBox 6" id="6"/>
          <p:cNvSpPr txBox="true"/>
          <p:nvPr/>
        </p:nvSpPr>
        <p:spPr>
          <a:xfrm rot="0">
            <a:off x="5299672" y="5815064"/>
            <a:ext cx="7669606" cy="1066953"/>
          </a:xfrm>
          <a:prstGeom prst="rect">
            <a:avLst/>
          </a:prstGeom>
        </p:spPr>
        <p:txBody>
          <a:bodyPr anchor="t" rtlCol="false" tIns="0" lIns="0" bIns="0" rIns="0">
            <a:spAutoFit/>
          </a:bodyPr>
          <a:lstStyle/>
          <a:p>
            <a:pPr algn="ctr" marL="0" indent="0" lvl="0">
              <a:lnSpc>
                <a:spcPts val="2851"/>
              </a:lnSpc>
              <a:spcBef>
                <a:spcPct val="0"/>
              </a:spcBef>
            </a:pPr>
            <a:r>
              <a:rPr lang="en-US" sz="1939">
                <a:solidFill>
                  <a:srgbClr val="211F1C"/>
                </a:solidFill>
                <a:latin typeface="Roboto Mono"/>
              </a:rPr>
              <a:t>Lorem ipsum dolor sit amet, consectetur adipiscing elit, sed do eiusmod tempor incididunt ut labore et dolore magna aliqua. </a:t>
            </a:r>
          </a:p>
        </p:txBody>
      </p:sp>
      <p:sp>
        <p:nvSpPr>
          <p:cNvPr name="Freeform 7" id="7"/>
          <p:cNvSpPr/>
          <p:nvPr/>
        </p:nvSpPr>
        <p:spPr>
          <a:xfrm flipH="false" flipV="false" rot="0">
            <a:off x="8282303" y="2236423"/>
            <a:ext cx="1723393" cy="1472718"/>
          </a:xfrm>
          <a:custGeom>
            <a:avLst/>
            <a:gdLst/>
            <a:ahLst/>
            <a:cxnLst/>
            <a:rect r="r" b="b" t="t" l="l"/>
            <a:pathLst>
              <a:path h="1472718" w="1723393">
                <a:moveTo>
                  <a:pt x="0" y="0"/>
                </a:moveTo>
                <a:lnTo>
                  <a:pt x="1723394" y="0"/>
                </a:lnTo>
                <a:lnTo>
                  <a:pt x="1723394" y="1472717"/>
                </a:lnTo>
                <a:lnTo>
                  <a:pt x="0" y="14727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4906978" y="9043238"/>
            <a:ext cx="2571397" cy="430125"/>
          </a:xfrm>
          <a:custGeom>
            <a:avLst/>
            <a:gdLst/>
            <a:ahLst/>
            <a:cxnLst/>
            <a:rect r="r" b="b" t="t" l="l"/>
            <a:pathLst>
              <a:path h="430125" w="2571397">
                <a:moveTo>
                  <a:pt x="0" y="0"/>
                </a:moveTo>
                <a:lnTo>
                  <a:pt x="2571397" y="0"/>
                </a:lnTo>
                <a:lnTo>
                  <a:pt x="2571397" y="430124"/>
                </a:lnTo>
                <a:lnTo>
                  <a:pt x="0" y="4301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809625" y="9043238"/>
            <a:ext cx="2880627" cy="432385"/>
            <a:chOff x="0" y="0"/>
            <a:chExt cx="3840836" cy="576513"/>
          </a:xfrm>
        </p:grpSpPr>
        <p:grpSp>
          <p:nvGrpSpPr>
            <p:cNvPr name="Group 10" id="10"/>
            <p:cNvGrpSpPr/>
            <p:nvPr/>
          </p:nvGrpSpPr>
          <p:grpSpPr>
            <a:xfrm rot="0">
              <a:off x="0" y="0"/>
              <a:ext cx="3840836" cy="576513"/>
              <a:chOff x="0" y="0"/>
              <a:chExt cx="8296205" cy="1245268"/>
            </a:xfrm>
          </p:grpSpPr>
          <p:sp>
            <p:nvSpPr>
              <p:cNvPr name="Freeform 11" id="11"/>
              <p:cNvSpPr/>
              <p:nvPr/>
            </p:nvSpPr>
            <p:spPr>
              <a:xfrm flipH="false" flipV="false" rot="0">
                <a:off x="0" y="0"/>
                <a:ext cx="8296205" cy="1245268"/>
              </a:xfrm>
              <a:custGeom>
                <a:avLst/>
                <a:gdLst/>
                <a:ahLst/>
                <a:cxnLst/>
                <a:rect r="r" b="b" t="t" l="l"/>
                <a:pathLst>
                  <a:path h="1245268" w="8296205">
                    <a:moveTo>
                      <a:pt x="83315" y="0"/>
                    </a:moveTo>
                    <a:lnTo>
                      <a:pt x="8212890" y="0"/>
                    </a:lnTo>
                    <a:cubicBezTo>
                      <a:pt x="8258904" y="0"/>
                      <a:pt x="8296205" y="37301"/>
                      <a:pt x="8296205" y="83315"/>
                    </a:cubicBezTo>
                    <a:lnTo>
                      <a:pt x="8296205" y="1161953"/>
                    </a:lnTo>
                    <a:cubicBezTo>
                      <a:pt x="8296205" y="1207966"/>
                      <a:pt x="8258904" y="1245268"/>
                      <a:pt x="8212890" y="1245268"/>
                    </a:cubicBezTo>
                    <a:lnTo>
                      <a:pt x="83315" y="1245268"/>
                    </a:lnTo>
                    <a:cubicBezTo>
                      <a:pt x="37301" y="1245268"/>
                      <a:pt x="0" y="1207966"/>
                      <a:pt x="0" y="1161953"/>
                    </a:cubicBezTo>
                    <a:lnTo>
                      <a:pt x="0" y="83315"/>
                    </a:lnTo>
                    <a:cubicBezTo>
                      <a:pt x="0" y="37301"/>
                      <a:pt x="37301" y="0"/>
                      <a:pt x="83315" y="0"/>
                    </a:cubicBezTo>
                    <a:close/>
                  </a:path>
                </a:pathLst>
              </a:custGeom>
              <a:solidFill>
                <a:srgbClr val="F1F1F1"/>
              </a:solidFill>
              <a:ln w="9525" cap="rnd">
                <a:solidFill>
                  <a:srgbClr val="000000"/>
                </a:solidFill>
                <a:prstDash val="solid"/>
                <a:round/>
              </a:ln>
            </p:spPr>
          </p:sp>
          <p:sp>
            <p:nvSpPr>
              <p:cNvPr name="TextBox 12" id="12"/>
              <p:cNvSpPr txBox="true"/>
              <p:nvPr/>
            </p:nvSpPr>
            <p:spPr>
              <a:xfrm>
                <a:off x="0" y="-38100"/>
                <a:ext cx="8296205" cy="1283368"/>
              </a:xfrm>
              <a:prstGeom prst="rect">
                <a:avLst/>
              </a:prstGeom>
            </p:spPr>
            <p:txBody>
              <a:bodyPr anchor="ctr" rtlCol="false" tIns="12700" lIns="12700" bIns="12700" rIns="12700"/>
              <a:lstStyle/>
              <a:p>
                <a:pPr algn="ctr" marL="0" indent="0" lvl="0">
                  <a:lnSpc>
                    <a:spcPts val="2116"/>
                  </a:lnSpc>
                  <a:spcBef>
                    <a:spcPct val="0"/>
                  </a:spcBef>
                </a:pPr>
                <a:r>
                  <a:rPr lang="en-US" sz="1439" spc="211" strike="noStrike" u="none">
                    <a:solidFill>
                      <a:srgbClr val="211F1C"/>
                    </a:solidFill>
                    <a:latin typeface="Nunito Sans Expanded Semi-Bold"/>
                  </a:rPr>
                  <a:t>BORCELLE</a:t>
                </a:r>
              </a:p>
            </p:txBody>
          </p:sp>
        </p:grpSp>
        <p:sp>
          <p:nvSpPr>
            <p:cNvPr name="Freeform 13" id="13"/>
            <p:cNvSpPr/>
            <p:nvPr/>
          </p:nvSpPr>
          <p:spPr>
            <a:xfrm flipH="false" flipV="false" rot="0">
              <a:off x="3233807" y="116532"/>
              <a:ext cx="341941" cy="341941"/>
            </a:xfrm>
            <a:custGeom>
              <a:avLst/>
              <a:gdLst/>
              <a:ahLst/>
              <a:cxnLst/>
              <a:rect r="r" b="b" t="t" l="l"/>
              <a:pathLst>
                <a:path h="341941" w="341941">
                  <a:moveTo>
                    <a:pt x="0" y="0"/>
                  </a:moveTo>
                  <a:lnTo>
                    <a:pt x="341942" y="0"/>
                  </a:lnTo>
                  <a:lnTo>
                    <a:pt x="341942" y="341942"/>
                  </a:lnTo>
                  <a:lnTo>
                    <a:pt x="0" y="3419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265087" y="118039"/>
              <a:ext cx="341941" cy="341941"/>
            </a:xfrm>
            <a:custGeom>
              <a:avLst/>
              <a:gdLst/>
              <a:ahLst/>
              <a:cxnLst/>
              <a:rect r="r" b="b" t="t" l="l"/>
              <a:pathLst>
                <a:path h="341941" w="341941">
                  <a:moveTo>
                    <a:pt x="0" y="0"/>
                  </a:moveTo>
                  <a:lnTo>
                    <a:pt x="341941" y="0"/>
                  </a:lnTo>
                  <a:lnTo>
                    <a:pt x="341941" y="341941"/>
                  </a:lnTo>
                  <a:lnTo>
                    <a:pt x="0" y="3419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15" id="15"/>
          <p:cNvSpPr txBox="true"/>
          <p:nvPr/>
        </p:nvSpPr>
        <p:spPr>
          <a:xfrm rot="0">
            <a:off x="809625" y="773985"/>
            <a:ext cx="4018637" cy="255422"/>
          </a:xfrm>
          <a:prstGeom prst="rect">
            <a:avLst/>
          </a:prstGeom>
        </p:spPr>
        <p:txBody>
          <a:bodyPr anchor="t" rtlCol="false" tIns="0" lIns="0" bIns="0" rIns="0">
            <a:spAutoFit/>
          </a:bodyPr>
          <a:lstStyle/>
          <a:p>
            <a:pPr algn="l" marL="0" indent="0" lvl="0">
              <a:lnSpc>
                <a:spcPts val="2116"/>
              </a:lnSpc>
              <a:spcBef>
                <a:spcPct val="0"/>
              </a:spcBef>
            </a:pPr>
            <a:r>
              <a:rPr lang="en-US" sz="1439" spc="211" strike="noStrike" u="none">
                <a:solidFill>
                  <a:srgbClr val="211F1C"/>
                </a:solidFill>
                <a:latin typeface="Nunito Sans Expanded Semi-Bold"/>
              </a:rPr>
              <a:t>@REALLYGREATSITE</a:t>
            </a:r>
          </a:p>
        </p:txBody>
      </p:sp>
      <p:sp>
        <p:nvSpPr>
          <p:cNvPr name="TextBox 16" id="16"/>
          <p:cNvSpPr txBox="true"/>
          <p:nvPr/>
        </p:nvSpPr>
        <p:spPr>
          <a:xfrm rot="0">
            <a:off x="14240878" y="773278"/>
            <a:ext cx="3237497" cy="255422"/>
          </a:xfrm>
          <a:prstGeom prst="rect">
            <a:avLst/>
          </a:prstGeom>
        </p:spPr>
        <p:txBody>
          <a:bodyPr anchor="t" rtlCol="false" tIns="0" lIns="0" bIns="0" rIns="0">
            <a:spAutoFit/>
          </a:bodyPr>
          <a:lstStyle/>
          <a:p>
            <a:pPr algn="r" marL="0" indent="0" lvl="0">
              <a:lnSpc>
                <a:spcPts val="2116"/>
              </a:lnSpc>
              <a:spcBef>
                <a:spcPct val="0"/>
              </a:spcBef>
            </a:pPr>
            <a:r>
              <a:rPr lang="en-US" sz="1439" spc="211" strike="noStrike" u="none">
                <a:solidFill>
                  <a:srgbClr val="211F1C"/>
                </a:solidFill>
                <a:latin typeface="Nunito Sans Expanded Semi-Bold"/>
              </a:rPr>
              <a:t>WINTER 2030</a:t>
            </a:r>
          </a:p>
        </p:txBody>
      </p:sp>
      <p:sp>
        <p:nvSpPr>
          <p:cNvPr name="Freeform 17" id="17"/>
          <p:cNvSpPr/>
          <p:nvPr/>
        </p:nvSpPr>
        <p:spPr>
          <a:xfrm flipH="false" flipV="false" rot="0">
            <a:off x="2358180" y="4608658"/>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15575306" y="4608658"/>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9" id="19"/>
          <p:cNvGrpSpPr/>
          <p:nvPr/>
        </p:nvGrpSpPr>
        <p:grpSpPr>
          <a:xfrm rot="0">
            <a:off x="3879846" y="9043238"/>
            <a:ext cx="1066053" cy="432385"/>
            <a:chOff x="0" y="0"/>
            <a:chExt cx="3070231" cy="1245268"/>
          </a:xfrm>
        </p:grpSpPr>
        <p:sp>
          <p:nvSpPr>
            <p:cNvPr name="Freeform 20" id="20"/>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21" id="21"/>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sz="1439" spc="211">
                  <a:solidFill>
                    <a:srgbClr val="211F1C"/>
                  </a:solidFill>
                  <a:latin typeface="Nunito Sans Expanded Semi-Bold"/>
                </a:rPr>
                <a:t>11/11</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DAGGLIJijhY</dc:identifier>
  <dcterms:modified xsi:type="dcterms:W3CDTF">2011-08-01T06:04:30Z</dcterms:modified>
  <cp:revision>1</cp:revision>
</cp:coreProperties>
</file>