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9" r:id="rId5"/>
    <p:sldId id="268" r:id="rId6"/>
  </p:sldIdLst>
  <p:sldSz cx="9144000" cy="5143500" type="screen16x9"/>
  <p:notesSz cx="6858000" cy="9144000"/>
  <p:embeddedFontLst>
    <p:embeddedFont>
      <p:font typeface="Anek Devanagari" panose="020B0604020202020204" charset="0"/>
      <p:regular r:id="rId9"/>
      <p:bold r:id="rId10"/>
    </p:embeddedFont>
    <p:embeddedFont>
      <p:font typeface="Bebas Neue" panose="020B0606020202050201" pitchFamily="34" charset="0"/>
      <p:regular r:id="rId11"/>
    </p:embeddedFont>
    <p:embeddedFont>
      <p:font typeface="Krub Medium" panose="00000600000000000000" pitchFamily="2" charset="-34"/>
      <p:regular r:id="rId12"/>
      <p:italic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99BB67-9688-4A49-BC65-9CE764DFB9DC}">
  <a:tblStyle styleId="{2699BB67-9688-4A49-BC65-9CE764DFB9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tiaq Alam" userId="6e56752581b029fa" providerId="LiveId" clId="{9C608D4E-3F98-4B3E-BA99-28E087E502FC}"/>
    <pc:docChg chg="modSld">
      <pc:chgData name="Istiaq Alam" userId="6e56752581b029fa" providerId="LiveId" clId="{9C608D4E-3F98-4B3E-BA99-28E087E502FC}" dt="2024-05-12T16:20:00.702" v="0" actId="1076"/>
      <pc:docMkLst>
        <pc:docMk/>
      </pc:docMkLst>
      <pc:sldChg chg="modSp mod">
        <pc:chgData name="Istiaq Alam" userId="6e56752581b029fa" providerId="LiveId" clId="{9C608D4E-3F98-4B3E-BA99-28E087E502FC}" dt="2024-05-12T16:20:00.702" v="0" actId="1076"/>
        <pc:sldMkLst>
          <pc:docMk/>
          <pc:sldMk cId="0" sldId="256"/>
        </pc:sldMkLst>
        <pc:grpChg chg="mod">
          <ac:chgData name="Istiaq Alam" userId="6e56752581b029fa" providerId="LiveId" clId="{9C608D4E-3F98-4B3E-BA99-28E087E502FC}" dt="2024-05-12T16:20:00.702" v="0" actId="1076"/>
          <ac:grpSpMkLst>
            <pc:docMk/>
            <pc:sldMk cId="0" sldId="256"/>
            <ac:grpSpMk id="131" creationId="{00000000-0000-0000-0000-00000000000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F4A356-CF59-95BF-8DA7-DA0C9F9FBE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97C10-08AA-00B3-84DB-A7ABA30A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558D6-795A-4D55-862D-1B49A29E5633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E6AFD-5FDB-42AE-465B-FA7EFF8907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B4B73-1EC8-8C7B-C3A0-59E95E6C52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6D1F0-1911-4B80-8303-403B5CD6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399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75947c64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75947c64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735ea88e1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735ea88e1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7735540203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7735540203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7735540203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7735540203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20950" y="1396600"/>
            <a:ext cx="51021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20950" y="3802875"/>
            <a:ext cx="51021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0475" y="2437650"/>
            <a:ext cx="4360200" cy="6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0475" y="1615500"/>
            <a:ext cx="43602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040475" y="3111000"/>
            <a:ext cx="4360200" cy="4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3020488" y="110125"/>
            <a:ext cx="750900" cy="750900"/>
            <a:chOff x="3020488" y="110125"/>
            <a:chExt cx="750900" cy="750900"/>
          </a:xfrm>
        </p:grpSpPr>
        <p:sp>
          <p:nvSpPr>
            <p:cNvPr id="17" name="Google Shape;17;p3"/>
            <p:cNvSpPr/>
            <p:nvPr/>
          </p:nvSpPr>
          <p:spPr>
            <a:xfrm>
              <a:off x="3020488" y="110125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3"/>
            <p:cNvGrpSpPr/>
            <p:nvPr/>
          </p:nvGrpSpPr>
          <p:grpSpPr>
            <a:xfrm>
              <a:off x="3203443" y="293091"/>
              <a:ext cx="384977" cy="384977"/>
              <a:chOff x="2708775" y="1589925"/>
              <a:chExt cx="966550" cy="96655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708775" y="1589925"/>
                <a:ext cx="966550" cy="966550"/>
              </a:xfrm>
              <a:custGeom>
                <a:avLst/>
                <a:gdLst/>
                <a:ahLst/>
                <a:cxnLst/>
                <a:rect l="l" t="t" r="r" b="b"/>
                <a:pathLst>
                  <a:path w="38662" h="38662" extrusionOk="0">
                    <a:moveTo>
                      <a:pt x="19348" y="6471"/>
                    </a:moveTo>
                    <a:cubicBezTo>
                      <a:pt x="26486" y="6471"/>
                      <a:pt x="32257" y="12242"/>
                      <a:pt x="32257" y="19347"/>
                    </a:cubicBezTo>
                    <a:cubicBezTo>
                      <a:pt x="32257" y="26486"/>
                      <a:pt x="26453" y="32256"/>
                      <a:pt x="19348" y="32256"/>
                    </a:cubicBezTo>
                    <a:cubicBezTo>
                      <a:pt x="12242" y="32256"/>
                      <a:pt x="6472" y="26486"/>
                      <a:pt x="6472" y="19347"/>
                    </a:cubicBezTo>
                    <a:cubicBezTo>
                      <a:pt x="6472" y="12242"/>
                      <a:pt x="12242" y="6471"/>
                      <a:pt x="19348" y="6471"/>
                    </a:cubicBezTo>
                    <a:close/>
                    <a:moveTo>
                      <a:pt x="14911" y="0"/>
                    </a:moveTo>
                    <a:lnTo>
                      <a:pt x="14911" y="3369"/>
                    </a:lnTo>
                    <a:cubicBezTo>
                      <a:pt x="13610" y="3769"/>
                      <a:pt x="12343" y="4270"/>
                      <a:pt x="11175" y="4937"/>
                    </a:cubicBezTo>
                    <a:lnTo>
                      <a:pt x="8807" y="2535"/>
                    </a:lnTo>
                    <a:lnTo>
                      <a:pt x="2569" y="8806"/>
                    </a:lnTo>
                    <a:lnTo>
                      <a:pt x="4937" y="11175"/>
                    </a:lnTo>
                    <a:cubicBezTo>
                      <a:pt x="4270" y="12342"/>
                      <a:pt x="3770" y="13543"/>
                      <a:pt x="3403" y="14877"/>
                    </a:cubicBezTo>
                    <a:lnTo>
                      <a:pt x="0" y="14877"/>
                    </a:lnTo>
                    <a:lnTo>
                      <a:pt x="0" y="23784"/>
                    </a:lnTo>
                    <a:lnTo>
                      <a:pt x="3403" y="23784"/>
                    </a:lnTo>
                    <a:cubicBezTo>
                      <a:pt x="3770" y="25085"/>
                      <a:pt x="4270" y="26319"/>
                      <a:pt x="4937" y="27486"/>
                    </a:cubicBezTo>
                    <a:lnTo>
                      <a:pt x="2569" y="29855"/>
                    </a:lnTo>
                    <a:lnTo>
                      <a:pt x="8807" y="36126"/>
                    </a:lnTo>
                    <a:lnTo>
                      <a:pt x="11175" y="33758"/>
                    </a:lnTo>
                    <a:cubicBezTo>
                      <a:pt x="12343" y="34425"/>
                      <a:pt x="13577" y="34925"/>
                      <a:pt x="14911" y="35292"/>
                    </a:cubicBezTo>
                    <a:lnTo>
                      <a:pt x="14911" y="38661"/>
                    </a:lnTo>
                    <a:lnTo>
                      <a:pt x="23784" y="38661"/>
                    </a:lnTo>
                    <a:lnTo>
                      <a:pt x="23784" y="35292"/>
                    </a:lnTo>
                    <a:cubicBezTo>
                      <a:pt x="25085" y="34892"/>
                      <a:pt x="26319" y="34425"/>
                      <a:pt x="27487" y="33758"/>
                    </a:cubicBezTo>
                    <a:lnTo>
                      <a:pt x="29855" y="36126"/>
                    </a:lnTo>
                    <a:lnTo>
                      <a:pt x="36126" y="29855"/>
                    </a:lnTo>
                    <a:lnTo>
                      <a:pt x="33758" y="27486"/>
                    </a:lnTo>
                    <a:cubicBezTo>
                      <a:pt x="34425" y="26319"/>
                      <a:pt x="34925" y="25118"/>
                      <a:pt x="35292" y="23784"/>
                    </a:cubicBezTo>
                    <a:lnTo>
                      <a:pt x="38661" y="23784"/>
                    </a:lnTo>
                    <a:lnTo>
                      <a:pt x="38661" y="14877"/>
                    </a:lnTo>
                    <a:lnTo>
                      <a:pt x="35292" y="14877"/>
                    </a:lnTo>
                    <a:cubicBezTo>
                      <a:pt x="34925" y="13610"/>
                      <a:pt x="34425" y="12342"/>
                      <a:pt x="33758" y="11175"/>
                    </a:cubicBezTo>
                    <a:lnTo>
                      <a:pt x="36126" y="8806"/>
                    </a:lnTo>
                    <a:lnTo>
                      <a:pt x="29855" y="2535"/>
                    </a:lnTo>
                    <a:lnTo>
                      <a:pt x="27487" y="4937"/>
                    </a:lnTo>
                    <a:cubicBezTo>
                      <a:pt x="26319" y="4270"/>
                      <a:pt x="25118" y="3769"/>
                      <a:pt x="23784" y="3369"/>
                    </a:cubicBezTo>
                    <a:lnTo>
                      <a:pt x="23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991475" y="1872625"/>
                <a:ext cx="402800" cy="402800"/>
              </a:xfrm>
              <a:custGeom>
                <a:avLst/>
                <a:gdLst/>
                <a:ahLst/>
                <a:cxnLst/>
                <a:rect l="l" t="t" r="r" b="b"/>
                <a:pathLst>
                  <a:path w="16112" h="16112" extrusionOk="0">
                    <a:moveTo>
                      <a:pt x="8040" y="0"/>
                    </a:moveTo>
                    <a:cubicBezTo>
                      <a:pt x="3603" y="0"/>
                      <a:pt x="0" y="3603"/>
                      <a:pt x="0" y="8039"/>
                    </a:cubicBezTo>
                    <a:cubicBezTo>
                      <a:pt x="0" y="12476"/>
                      <a:pt x="3603" y="16112"/>
                      <a:pt x="8040" y="16112"/>
                    </a:cubicBezTo>
                    <a:cubicBezTo>
                      <a:pt x="12476" y="16112"/>
                      <a:pt x="16112" y="12476"/>
                      <a:pt x="16112" y="8039"/>
                    </a:cubicBezTo>
                    <a:cubicBezTo>
                      <a:pt x="16112" y="3603"/>
                      <a:pt x="12476" y="0"/>
                      <a:pt x="80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86700"/>
            <a:ext cx="5854500" cy="25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E07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600"/>
              <a:buFont typeface="Krub Medium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624775" y="2977550"/>
            <a:ext cx="2573700" cy="40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4945525" y="2977550"/>
            <a:ext cx="2573700" cy="40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1624775" y="3529475"/>
            <a:ext cx="2573700" cy="4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945525" y="3529475"/>
            <a:ext cx="2573700" cy="4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2213025" y="4301713"/>
            <a:ext cx="750900" cy="750900"/>
            <a:chOff x="974075" y="4101488"/>
            <a:chExt cx="750900" cy="750900"/>
          </a:xfrm>
        </p:grpSpPr>
        <p:sp>
          <p:nvSpPr>
            <p:cNvPr id="31" name="Google Shape;31;p5"/>
            <p:cNvSpPr/>
            <p:nvPr/>
          </p:nvSpPr>
          <p:spPr>
            <a:xfrm>
              <a:off x="974075" y="4101488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1146521" y="4307575"/>
              <a:ext cx="406012" cy="389122"/>
            </a:xfrm>
            <a:custGeom>
              <a:avLst/>
              <a:gdLst/>
              <a:ahLst/>
              <a:cxnLst/>
              <a:rect l="l" t="t" r="r" b="b"/>
              <a:pathLst>
                <a:path w="28054" h="26887" extrusionOk="0">
                  <a:moveTo>
                    <a:pt x="13677" y="1"/>
                  </a:moveTo>
                  <a:cubicBezTo>
                    <a:pt x="12109" y="1"/>
                    <a:pt x="10775" y="1302"/>
                    <a:pt x="10775" y="2903"/>
                  </a:cubicBezTo>
                  <a:cubicBezTo>
                    <a:pt x="10775" y="4504"/>
                    <a:pt x="12042" y="5838"/>
                    <a:pt x="13677" y="5838"/>
                  </a:cubicBezTo>
                  <a:lnTo>
                    <a:pt x="13710" y="5838"/>
                  </a:lnTo>
                  <a:lnTo>
                    <a:pt x="14344" y="8374"/>
                  </a:lnTo>
                  <a:cubicBezTo>
                    <a:pt x="12943" y="8874"/>
                    <a:pt x="11842" y="10041"/>
                    <a:pt x="11442" y="11476"/>
                  </a:cubicBezTo>
                  <a:lnTo>
                    <a:pt x="5838" y="10408"/>
                  </a:lnTo>
                  <a:lnTo>
                    <a:pt x="5838" y="10375"/>
                  </a:lnTo>
                  <a:cubicBezTo>
                    <a:pt x="5838" y="8807"/>
                    <a:pt x="4537" y="7473"/>
                    <a:pt x="2936" y="7473"/>
                  </a:cubicBezTo>
                  <a:cubicBezTo>
                    <a:pt x="1335" y="7473"/>
                    <a:pt x="0" y="8740"/>
                    <a:pt x="0" y="10375"/>
                  </a:cubicBezTo>
                  <a:cubicBezTo>
                    <a:pt x="0" y="11976"/>
                    <a:pt x="1301" y="13310"/>
                    <a:pt x="2936" y="13310"/>
                  </a:cubicBezTo>
                  <a:cubicBezTo>
                    <a:pt x="4170" y="13310"/>
                    <a:pt x="5204" y="12510"/>
                    <a:pt x="5638" y="11409"/>
                  </a:cubicBezTo>
                  <a:lnTo>
                    <a:pt x="11208" y="12477"/>
                  </a:lnTo>
                  <a:lnTo>
                    <a:pt x="11208" y="12843"/>
                  </a:lnTo>
                  <a:cubicBezTo>
                    <a:pt x="11208" y="14778"/>
                    <a:pt x="12343" y="16379"/>
                    <a:pt x="14010" y="17147"/>
                  </a:cubicBezTo>
                  <a:lnTo>
                    <a:pt x="12676" y="21116"/>
                  </a:lnTo>
                  <a:cubicBezTo>
                    <a:pt x="12543" y="21116"/>
                    <a:pt x="12376" y="21049"/>
                    <a:pt x="12276" y="21049"/>
                  </a:cubicBezTo>
                  <a:cubicBezTo>
                    <a:pt x="10675" y="21049"/>
                    <a:pt x="9340" y="22350"/>
                    <a:pt x="9340" y="23985"/>
                  </a:cubicBezTo>
                  <a:cubicBezTo>
                    <a:pt x="9340" y="25553"/>
                    <a:pt x="10641" y="26887"/>
                    <a:pt x="12276" y="26887"/>
                  </a:cubicBezTo>
                  <a:cubicBezTo>
                    <a:pt x="13844" y="26887"/>
                    <a:pt x="15178" y="25619"/>
                    <a:pt x="15178" y="23985"/>
                  </a:cubicBezTo>
                  <a:cubicBezTo>
                    <a:pt x="15178" y="22884"/>
                    <a:pt x="14544" y="21950"/>
                    <a:pt x="13677" y="21450"/>
                  </a:cubicBezTo>
                  <a:lnTo>
                    <a:pt x="15011" y="17480"/>
                  </a:lnTo>
                  <a:cubicBezTo>
                    <a:pt x="15345" y="17547"/>
                    <a:pt x="15678" y="17614"/>
                    <a:pt x="16012" y="17614"/>
                  </a:cubicBezTo>
                  <a:cubicBezTo>
                    <a:pt x="17546" y="17614"/>
                    <a:pt x="18981" y="16846"/>
                    <a:pt x="19815" y="15679"/>
                  </a:cubicBezTo>
                  <a:lnTo>
                    <a:pt x="22383" y="17180"/>
                  </a:lnTo>
                  <a:cubicBezTo>
                    <a:pt x="22283" y="17480"/>
                    <a:pt x="22216" y="17847"/>
                    <a:pt x="22216" y="18181"/>
                  </a:cubicBezTo>
                  <a:cubicBezTo>
                    <a:pt x="22216" y="19782"/>
                    <a:pt x="23517" y="21116"/>
                    <a:pt x="25152" y="21116"/>
                  </a:cubicBezTo>
                  <a:cubicBezTo>
                    <a:pt x="26786" y="21116"/>
                    <a:pt x="28054" y="19815"/>
                    <a:pt x="28054" y="18181"/>
                  </a:cubicBezTo>
                  <a:cubicBezTo>
                    <a:pt x="28054" y="16546"/>
                    <a:pt x="26686" y="15312"/>
                    <a:pt x="25118" y="15312"/>
                  </a:cubicBezTo>
                  <a:cubicBezTo>
                    <a:pt x="24218" y="15312"/>
                    <a:pt x="23451" y="15679"/>
                    <a:pt x="22883" y="16313"/>
                  </a:cubicBezTo>
                  <a:lnTo>
                    <a:pt x="20315" y="14812"/>
                  </a:lnTo>
                  <a:cubicBezTo>
                    <a:pt x="20548" y="14211"/>
                    <a:pt x="20715" y="13544"/>
                    <a:pt x="20715" y="12843"/>
                  </a:cubicBezTo>
                  <a:cubicBezTo>
                    <a:pt x="20715" y="12376"/>
                    <a:pt x="20649" y="11876"/>
                    <a:pt x="20515" y="11476"/>
                  </a:cubicBezTo>
                  <a:lnTo>
                    <a:pt x="22050" y="10809"/>
                  </a:lnTo>
                  <a:cubicBezTo>
                    <a:pt x="22550" y="11609"/>
                    <a:pt x="23484" y="12110"/>
                    <a:pt x="24485" y="12110"/>
                  </a:cubicBezTo>
                  <a:cubicBezTo>
                    <a:pt x="26052" y="12110"/>
                    <a:pt x="27387" y="10809"/>
                    <a:pt x="27387" y="9174"/>
                  </a:cubicBezTo>
                  <a:cubicBezTo>
                    <a:pt x="27387" y="7606"/>
                    <a:pt x="26119" y="6272"/>
                    <a:pt x="24485" y="6272"/>
                  </a:cubicBezTo>
                  <a:cubicBezTo>
                    <a:pt x="22850" y="6272"/>
                    <a:pt x="21549" y="7540"/>
                    <a:pt x="21549" y="9174"/>
                  </a:cubicBezTo>
                  <a:cubicBezTo>
                    <a:pt x="21549" y="9374"/>
                    <a:pt x="21616" y="9641"/>
                    <a:pt x="21649" y="9841"/>
                  </a:cubicBezTo>
                  <a:lnTo>
                    <a:pt x="20115" y="10508"/>
                  </a:lnTo>
                  <a:cubicBezTo>
                    <a:pt x="19281" y="9041"/>
                    <a:pt x="17713" y="8073"/>
                    <a:pt x="15979" y="8073"/>
                  </a:cubicBezTo>
                  <a:cubicBezTo>
                    <a:pt x="15778" y="8073"/>
                    <a:pt x="15545" y="8073"/>
                    <a:pt x="15345" y="8140"/>
                  </a:cubicBezTo>
                  <a:lnTo>
                    <a:pt x="14778" y="5638"/>
                  </a:lnTo>
                  <a:cubicBezTo>
                    <a:pt x="15845" y="5205"/>
                    <a:pt x="16612" y="4171"/>
                    <a:pt x="16612" y="2903"/>
                  </a:cubicBezTo>
                  <a:cubicBezTo>
                    <a:pt x="16612" y="1335"/>
                    <a:pt x="15311" y="1"/>
                    <a:pt x="13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5"/>
          <p:cNvGrpSpPr/>
          <p:nvPr/>
        </p:nvGrpSpPr>
        <p:grpSpPr>
          <a:xfrm>
            <a:off x="8172325" y="611688"/>
            <a:ext cx="750900" cy="750900"/>
            <a:chOff x="8172325" y="611688"/>
            <a:chExt cx="750900" cy="750900"/>
          </a:xfrm>
        </p:grpSpPr>
        <p:sp>
          <p:nvSpPr>
            <p:cNvPr id="34" name="Google Shape;34;p5"/>
            <p:cNvSpPr/>
            <p:nvPr/>
          </p:nvSpPr>
          <p:spPr>
            <a:xfrm>
              <a:off x="8172325" y="611688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8319564" y="786443"/>
              <a:ext cx="456421" cy="401406"/>
              <a:chOff x="5414025" y="4582900"/>
              <a:chExt cx="553775" cy="487025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5605850" y="4975675"/>
                <a:ext cx="13350" cy="30050"/>
              </a:xfrm>
              <a:custGeom>
                <a:avLst/>
                <a:gdLst/>
                <a:ahLst/>
                <a:cxnLst/>
                <a:rect l="l" t="t" r="r" b="b"/>
                <a:pathLst>
                  <a:path w="534" h="1202" fill="none" extrusionOk="0">
                    <a:moveTo>
                      <a:pt x="0" y="1201"/>
                    </a:moveTo>
                    <a:lnTo>
                      <a:pt x="534" y="0"/>
                    </a:lnTo>
                  </a:path>
                </a:pathLst>
              </a:custGeom>
              <a:noFill/>
              <a:ln w="108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" name="Google Shape;37;p5"/>
              <p:cNvGrpSpPr/>
              <p:nvPr/>
            </p:nvGrpSpPr>
            <p:grpSpPr>
              <a:xfrm>
                <a:off x="5414025" y="4582900"/>
                <a:ext cx="553775" cy="487025"/>
                <a:chOff x="5414025" y="4582900"/>
                <a:chExt cx="553775" cy="487025"/>
              </a:xfrm>
            </p:grpSpPr>
            <p:sp>
              <p:nvSpPr>
                <p:cNvPr id="38" name="Google Shape;38;p5"/>
                <p:cNvSpPr/>
                <p:nvPr/>
              </p:nvSpPr>
              <p:spPr>
                <a:xfrm>
                  <a:off x="5414025" y="4582900"/>
                  <a:ext cx="553775" cy="48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1" h="19481" extrusionOk="0">
                      <a:moveTo>
                        <a:pt x="11109" y="1668"/>
                      </a:moveTo>
                      <a:cubicBezTo>
                        <a:pt x="12310" y="1668"/>
                        <a:pt x="13477" y="1935"/>
                        <a:pt x="14545" y="2469"/>
                      </a:cubicBezTo>
                      <a:cubicBezTo>
                        <a:pt x="16513" y="3369"/>
                        <a:pt x="17981" y="5004"/>
                        <a:pt x="18681" y="7038"/>
                      </a:cubicBezTo>
                      <a:cubicBezTo>
                        <a:pt x="19382" y="9107"/>
                        <a:pt x="19315" y="11275"/>
                        <a:pt x="18347" y="13210"/>
                      </a:cubicBezTo>
                      <a:cubicBezTo>
                        <a:pt x="17013" y="16012"/>
                        <a:pt x="14178" y="17813"/>
                        <a:pt x="11109" y="17813"/>
                      </a:cubicBezTo>
                      <a:cubicBezTo>
                        <a:pt x="9875" y="17813"/>
                        <a:pt x="8707" y="17546"/>
                        <a:pt x="7640" y="17012"/>
                      </a:cubicBezTo>
                      <a:cubicBezTo>
                        <a:pt x="5672" y="16112"/>
                        <a:pt x="4204" y="14477"/>
                        <a:pt x="3503" y="12442"/>
                      </a:cubicBezTo>
                      <a:cubicBezTo>
                        <a:pt x="2803" y="10374"/>
                        <a:pt x="2870" y="8206"/>
                        <a:pt x="3837" y="6271"/>
                      </a:cubicBezTo>
                      <a:cubicBezTo>
                        <a:pt x="5171" y="3469"/>
                        <a:pt x="8007" y="1668"/>
                        <a:pt x="11109" y="1668"/>
                      </a:cubicBezTo>
                      <a:close/>
                      <a:moveTo>
                        <a:pt x="11109" y="0"/>
                      </a:moveTo>
                      <a:cubicBezTo>
                        <a:pt x="7473" y="0"/>
                        <a:pt x="3970" y="2035"/>
                        <a:pt x="2303" y="5537"/>
                      </a:cubicBezTo>
                      <a:cubicBezTo>
                        <a:pt x="1" y="10374"/>
                        <a:pt x="2036" y="16178"/>
                        <a:pt x="6873" y="18513"/>
                      </a:cubicBezTo>
                      <a:cubicBezTo>
                        <a:pt x="8207" y="19147"/>
                        <a:pt x="9641" y="19481"/>
                        <a:pt x="11042" y="19481"/>
                      </a:cubicBezTo>
                      <a:cubicBezTo>
                        <a:pt x="14678" y="19481"/>
                        <a:pt x="18181" y="17446"/>
                        <a:pt x="19849" y="13943"/>
                      </a:cubicBezTo>
                      <a:cubicBezTo>
                        <a:pt x="22150" y="9107"/>
                        <a:pt x="20115" y="3302"/>
                        <a:pt x="15279" y="967"/>
                      </a:cubicBezTo>
                      <a:cubicBezTo>
                        <a:pt x="13944" y="300"/>
                        <a:pt x="12510" y="0"/>
                        <a:pt x="111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5"/>
                <p:cNvSpPr/>
                <p:nvPr/>
              </p:nvSpPr>
              <p:spPr>
                <a:xfrm>
                  <a:off x="5672550" y="4810425"/>
                  <a:ext cx="36725" cy="3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279" extrusionOk="0">
                      <a:moveTo>
                        <a:pt x="728" y="1"/>
                      </a:moveTo>
                      <a:cubicBezTo>
                        <a:pt x="504" y="1"/>
                        <a:pt x="286" y="136"/>
                        <a:pt x="167" y="373"/>
                      </a:cubicBezTo>
                      <a:cubicBezTo>
                        <a:pt x="1" y="673"/>
                        <a:pt x="134" y="1040"/>
                        <a:pt x="468" y="1206"/>
                      </a:cubicBezTo>
                      <a:cubicBezTo>
                        <a:pt x="555" y="1255"/>
                        <a:pt x="649" y="1278"/>
                        <a:pt x="741" y="1278"/>
                      </a:cubicBezTo>
                      <a:cubicBezTo>
                        <a:pt x="965" y="1278"/>
                        <a:pt x="1184" y="1142"/>
                        <a:pt x="1302" y="906"/>
                      </a:cubicBezTo>
                      <a:cubicBezTo>
                        <a:pt x="1468" y="573"/>
                        <a:pt x="1335" y="206"/>
                        <a:pt x="1001" y="72"/>
                      </a:cubicBezTo>
                      <a:cubicBezTo>
                        <a:pt x="914" y="24"/>
                        <a:pt x="820" y="1"/>
                        <a:pt x="7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5"/>
                <p:cNvSpPr/>
                <p:nvPr/>
              </p:nvSpPr>
              <p:spPr>
                <a:xfrm>
                  <a:off x="5685075" y="4771350"/>
                  <a:ext cx="107600" cy="5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2236" fill="none" extrusionOk="0">
                      <a:moveTo>
                        <a:pt x="0" y="2236"/>
                      </a:moveTo>
                      <a:lnTo>
                        <a:pt x="4303" y="1"/>
                      </a:lnTo>
                    </a:path>
                  </a:pathLst>
                </a:custGeom>
                <a:noFill/>
                <a:ln w="10850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5"/>
                <p:cNvSpPr/>
                <p:nvPr/>
              </p:nvSpPr>
              <p:spPr>
                <a:xfrm>
                  <a:off x="5685075" y="4827225"/>
                  <a:ext cx="65900" cy="13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" h="5205" fill="none" extrusionOk="0">
                      <a:moveTo>
                        <a:pt x="0" y="1"/>
                      </a:moveTo>
                      <a:lnTo>
                        <a:pt x="2635" y="5204"/>
                      </a:lnTo>
                    </a:path>
                  </a:pathLst>
                </a:custGeom>
                <a:noFill/>
                <a:ln w="10850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5"/>
                <p:cNvSpPr/>
                <p:nvPr/>
              </p:nvSpPr>
              <p:spPr>
                <a:xfrm>
                  <a:off x="5762625" y="4645425"/>
                  <a:ext cx="14200" cy="3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1202" fill="none" extrusionOk="0">
                      <a:moveTo>
                        <a:pt x="0" y="1202"/>
                      </a:moveTo>
                      <a:lnTo>
                        <a:pt x="567" y="1"/>
                      </a:lnTo>
                    </a:path>
                  </a:pathLst>
                </a:custGeom>
                <a:noFill/>
                <a:ln w="10850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3;p5"/>
                <p:cNvSpPr/>
                <p:nvPr/>
              </p:nvSpPr>
              <p:spPr>
                <a:xfrm>
                  <a:off x="5510775" y="4740500"/>
                  <a:ext cx="30050" cy="1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" h="568" fill="none" extrusionOk="0">
                      <a:moveTo>
                        <a:pt x="0" y="1"/>
                      </a:moveTo>
                      <a:lnTo>
                        <a:pt x="1201" y="568"/>
                      </a:lnTo>
                    </a:path>
                  </a:pathLst>
                </a:custGeom>
                <a:noFill/>
                <a:ln w="10850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5"/>
                <p:cNvSpPr/>
                <p:nvPr/>
              </p:nvSpPr>
              <p:spPr>
                <a:xfrm>
                  <a:off x="5841850" y="4898125"/>
                  <a:ext cx="30050" cy="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" h="534" fill="none" extrusionOk="0">
                      <a:moveTo>
                        <a:pt x="0" y="0"/>
                      </a:moveTo>
                      <a:lnTo>
                        <a:pt x="1201" y="534"/>
                      </a:lnTo>
                    </a:path>
                  </a:pathLst>
                </a:custGeom>
                <a:noFill/>
                <a:ln w="10850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subTitle" idx="1"/>
          </p:nvPr>
        </p:nvSpPr>
        <p:spPr>
          <a:xfrm>
            <a:off x="4064200" y="1988562"/>
            <a:ext cx="4364700" cy="19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oppins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064200" y="1237338"/>
            <a:ext cx="436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051650" y="1150350"/>
            <a:ext cx="7040700" cy="2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" name="Google Shape;52;p8"/>
          <p:cNvGrpSpPr/>
          <p:nvPr/>
        </p:nvGrpSpPr>
        <p:grpSpPr>
          <a:xfrm>
            <a:off x="7954175" y="369350"/>
            <a:ext cx="750900" cy="750900"/>
            <a:chOff x="7954175" y="369350"/>
            <a:chExt cx="750900" cy="750900"/>
          </a:xfrm>
        </p:grpSpPr>
        <p:sp>
          <p:nvSpPr>
            <p:cNvPr id="53" name="Google Shape;53;p8"/>
            <p:cNvSpPr/>
            <p:nvPr/>
          </p:nvSpPr>
          <p:spPr>
            <a:xfrm>
              <a:off x="7954175" y="369350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54;p8"/>
            <p:cNvGrpSpPr/>
            <p:nvPr/>
          </p:nvGrpSpPr>
          <p:grpSpPr>
            <a:xfrm>
              <a:off x="8101438" y="557395"/>
              <a:ext cx="456372" cy="374806"/>
              <a:chOff x="3188275" y="497475"/>
              <a:chExt cx="900675" cy="739700"/>
            </a:xfrm>
          </p:grpSpPr>
          <p:sp>
            <p:nvSpPr>
              <p:cNvPr id="55" name="Google Shape;55;p8"/>
              <p:cNvSpPr/>
              <p:nvPr/>
            </p:nvSpPr>
            <p:spPr>
              <a:xfrm>
                <a:off x="3188275" y="497475"/>
                <a:ext cx="900675" cy="739700"/>
              </a:xfrm>
              <a:custGeom>
                <a:avLst/>
                <a:gdLst/>
                <a:ahLst/>
                <a:cxnLst/>
                <a:rect l="l" t="t" r="r" b="b"/>
                <a:pathLst>
                  <a:path w="36027" h="29588" extrusionOk="0">
                    <a:moveTo>
                      <a:pt x="29055" y="0"/>
                    </a:moveTo>
                    <a:lnTo>
                      <a:pt x="1" y="10808"/>
                    </a:lnTo>
                    <a:lnTo>
                      <a:pt x="6972" y="29588"/>
                    </a:lnTo>
                    <a:lnTo>
                      <a:pt x="17780" y="25585"/>
                    </a:lnTo>
                    <a:lnTo>
                      <a:pt x="23484" y="28187"/>
                    </a:lnTo>
                    <a:lnTo>
                      <a:pt x="26119" y="22483"/>
                    </a:lnTo>
                    <a:lnTo>
                      <a:pt x="36026" y="18780"/>
                    </a:lnTo>
                    <a:lnTo>
                      <a:pt x="290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8"/>
              <p:cNvSpPr/>
              <p:nvPr/>
            </p:nvSpPr>
            <p:spPr>
              <a:xfrm>
                <a:off x="3465150" y="900175"/>
                <a:ext cx="85925" cy="7637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3055" extrusionOk="0">
                    <a:moveTo>
                      <a:pt x="1684" y="1"/>
                    </a:moveTo>
                    <a:cubicBezTo>
                      <a:pt x="1524" y="1"/>
                      <a:pt x="1361" y="24"/>
                      <a:pt x="1201" y="70"/>
                    </a:cubicBezTo>
                    <a:cubicBezTo>
                      <a:pt x="401" y="371"/>
                      <a:pt x="0" y="1238"/>
                      <a:pt x="267" y="2038"/>
                    </a:cubicBezTo>
                    <a:cubicBezTo>
                      <a:pt x="505" y="2672"/>
                      <a:pt x="1097" y="3055"/>
                      <a:pt x="1731" y="3055"/>
                    </a:cubicBezTo>
                    <a:cubicBezTo>
                      <a:pt x="1898" y="3055"/>
                      <a:pt x="2068" y="3028"/>
                      <a:pt x="2235" y="2972"/>
                    </a:cubicBezTo>
                    <a:cubicBezTo>
                      <a:pt x="3036" y="2672"/>
                      <a:pt x="3436" y="1805"/>
                      <a:pt x="3169" y="1004"/>
                    </a:cubicBezTo>
                    <a:cubicBezTo>
                      <a:pt x="2929" y="364"/>
                      <a:pt x="2326" y="1"/>
                      <a:pt x="16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8"/>
              <p:cNvSpPr/>
              <p:nvPr/>
            </p:nvSpPr>
            <p:spPr>
              <a:xfrm>
                <a:off x="3603575" y="848675"/>
                <a:ext cx="86750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064" extrusionOk="0">
                    <a:moveTo>
                      <a:pt x="1720" y="0"/>
                    </a:moveTo>
                    <a:cubicBezTo>
                      <a:pt x="1549" y="0"/>
                      <a:pt x="1375" y="31"/>
                      <a:pt x="1201" y="96"/>
                    </a:cubicBezTo>
                    <a:cubicBezTo>
                      <a:pt x="401" y="396"/>
                      <a:pt x="1" y="1263"/>
                      <a:pt x="301" y="2064"/>
                    </a:cubicBezTo>
                    <a:cubicBezTo>
                      <a:pt x="508" y="2684"/>
                      <a:pt x="1095" y="3064"/>
                      <a:pt x="1706" y="3064"/>
                    </a:cubicBezTo>
                    <a:cubicBezTo>
                      <a:pt x="1883" y="3064"/>
                      <a:pt x="2063" y="3032"/>
                      <a:pt x="2236" y="2964"/>
                    </a:cubicBezTo>
                    <a:cubicBezTo>
                      <a:pt x="3036" y="2697"/>
                      <a:pt x="3470" y="1797"/>
                      <a:pt x="3170" y="1030"/>
                    </a:cubicBezTo>
                    <a:cubicBezTo>
                      <a:pt x="2908" y="402"/>
                      <a:pt x="2339" y="0"/>
                      <a:pt x="17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8"/>
              <p:cNvSpPr/>
              <p:nvPr/>
            </p:nvSpPr>
            <p:spPr>
              <a:xfrm>
                <a:off x="3741175" y="797775"/>
                <a:ext cx="86750" cy="7655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062" extrusionOk="0">
                    <a:moveTo>
                      <a:pt x="1727" y="1"/>
                    </a:moveTo>
                    <a:cubicBezTo>
                      <a:pt x="1553" y="1"/>
                      <a:pt x="1375" y="31"/>
                      <a:pt x="1201" y="97"/>
                    </a:cubicBezTo>
                    <a:cubicBezTo>
                      <a:pt x="401" y="397"/>
                      <a:pt x="1" y="1264"/>
                      <a:pt x="301" y="2065"/>
                    </a:cubicBezTo>
                    <a:cubicBezTo>
                      <a:pt x="510" y="2665"/>
                      <a:pt x="1107" y="3061"/>
                      <a:pt x="1724" y="3061"/>
                    </a:cubicBezTo>
                    <a:cubicBezTo>
                      <a:pt x="1896" y="3061"/>
                      <a:pt x="2069" y="3031"/>
                      <a:pt x="2235" y="2965"/>
                    </a:cubicBezTo>
                    <a:cubicBezTo>
                      <a:pt x="3036" y="2665"/>
                      <a:pt x="3470" y="1798"/>
                      <a:pt x="3169" y="997"/>
                    </a:cubicBezTo>
                    <a:cubicBezTo>
                      <a:pt x="2935" y="397"/>
                      <a:pt x="2352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8"/>
          <p:cNvGrpSpPr/>
          <p:nvPr/>
        </p:nvGrpSpPr>
        <p:grpSpPr>
          <a:xfrm>
            <a:off x="8053450" y="4233038"/>
            <a:ext cx="750900" cy="750900"/>
            <a:chOff x="8053450" y="3728013"/>
            <a:chExt cx="750900" cy="750900"/>
          </a:xfrm>
        </p:grpSpPr>
        <p:sp>
          <p:nvSpPr>
            <p:cNvPr id="60" name="Google Shape;60;p8"/>
            <p:cNvSpPr/>
            <p:nvPr/>
          </p:nvSpPr>
          <p:spPr>
            <a:xfrm>
              <a:off x="8053450" y="3728013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236413" y="3910708"/>
              <a:ext cx="384975" cy="385534"/>
            </a:xfrm>
            <a:custGeom>
              <a:avLst/>
              <a:gdLst/>
              <a:ahLst/>
              <a:cxnLst/>
              <a:rect l="l" t="t" r="r" b="b"/>
              <a:pathLst>
                <a:path w="23417" h="23451" extrusionOk="0">
                  <a:moveTo>
                    <a:pt x="11709" y="6539"/>
                  </a:moveTo>
                  <a:cubicBezTo>
                    <a:pt x="14544" y="6539"/>
                    <a:pt x="16879" y="8841"/>
                    <a:pt x="16879" y="11709"/>
                  </a:cubicBezTo>
                  <a:cubicBezTo>
                    <a:pt x="16846" y="14545"/>
                    <a:pt x="14544" y="16880"/>
                    <a:pt x="11709" y="16880"/>
                  </a:cubicBezTo>
                  <a:cubicBezTo>
                    <a:pt x="8873" y="16880"/>
                    <a:pt x="6538" y="14611"/>
                    <a:pt x="6538" y="11709"/>
                  </a:cubicBezTo>
                  <a:cubicBezTo>
                    <a:pt x="6538" y="8874"/>
                    <a:pt x="8840" y="6539"/>
                    <a:pt x="11709" y="6539"/>
                  </a:cubicBezTo>
                  <a:close/>
                  <a:moveTo>
                    <a:pt x="9741" y="1"/>
                  </a:moveTo>
                  <a:lnTo>
                    <a:pt x="9741" y="2436"/>
                  </a:lnTo>
                  <a:cubicBezTo>
                    <a:pt x="8573" y="2669"/>
                    <a:pt x="7506" y="3136"/>
                    <a:pt x="6538" y="3770"/>
                  </a:cubicBezTo>
                  <a:lnTo>
                    <a:pt x="4837" y="2036"/>
                  </a:lnTo>
                  <a:lnTo>
                    <a:pt x="2035" y="4838"/>
                  </a:lnTo>
                  <a:lnTo>
                    <a:pt x="3736" y="6539"/>
                  </a:lnTo>
                  <a:cubicBezTo>
                    <a:pt x="3102" y="7506"/>
                    <a:pt x="2669" y="8607"/>
                    <a:pt x="2402" y="9775"/>
                  </a:cubicBezTo>
                  <a:lnTo>
                    <a:pt x="0" y="9775"/>
                  </a:lnTo>
                  <a:lnTo>
                    <a:pt x="0" y="13677"/>
                  </a:lnTo>
                  <a:lnTo>
                    <a:pt x="2402" y="13677"/>
                  </a:lnTo>
                  <a:cubicBezTo>
                    <a:pt x="2669" y="14845"/>
                    <a:pt x="3102" y="15946"/>
                    <a:pt x="3736" y="16880"/>
                  </a:cubicBezTo>
                  <a:lnTo>
                    <a:pt x="2035" y="18614"/>
                  </a:lnTo>
                  <a:lnTo>
                    <a:pt x="4837" y="21383"/>
                  </a:lnTo>
                  <a:lnTo>
                    <a:pt x="6538" y="19682"/>
                  </a:lnTo>
                  <a:cubicBezTo>
                    <a:pt x="7506" y="20315"/>
                    <a:pt x="8573" y="20782"/>
                    <a:pt x="9741" y="21016"/>
                  </a:cubicBezTo>
                  <a:lnTo>
                    <a:pt x="9741" y="23451"/>
                  </a:lnTo>
                  <a:lnTo>
                    <a:pt x="13677" y="23451"/>
                  </a:lnTo>
                  <a:lnTo>
                    <a:pt x="13677" y="21016"/>
                  </a:lnTo>
                  <a:cubicBezTo>
                    <a:pt x="14844" y="20749"/>
                    <a:pt x="15912" y="20315"/>
                    <a:pt x="16879" y="19682"/>
                  </a:cubicBezTo>
                  <a:lnTo>
                    <a:pt x="18580" y="21383"/>
                  </a:lnTo>
                  <a:lnTo>
                    <a:pt x="21382" y="18614"/>
                  </a:lnTo>
                  <a:lnTo>
                    <a:pt x="19681" y="16880"/>
                  </a:lnTo>
                  <a:cubicBezTo>
                    <a:pt x="20315" y="15946"/>
                    <a:pt x="20748" y="14845"/>
                    <a:pt x="21015" y="13677"/>
                  </a:cubicBezTo>
                  <a:lnTo>
                    <a:pt x="23417" y="13677"/>
                  </a:lnTo>
                  <a:lnTo>
                    <a:pt x="23417" y="9775"/>
                  </a:lnTo>
                  <a:lnTo>
                    <a:pt x="21015" y="9775"/>
                  </a:lnTo>
                  <a:cubicBezTo>
                    <a:pt x="20748" y="8607"/>
                    <a:pt x="20315" y="7506"/>
                    <a:pt x="19681" y="6539"/>
                  </a:cubicBezTo>
                  <a:lnTo>
                    <a:pt x="21382" y="4838"/>
                  </a:lnTo>
                  <a:lnTo>
                    <a:pt x="18580" y="2036"/>
                  </a:lnTo>
                  <a:lnTo>
                    <a:pt x="16879" y="3770"/>
                  </a:lnTo>
                  <a:cubicBezTo>
                    <a:pt x="15912" y="3136"/>
                    <a:pt x="14844" y="2669"/>
                    <a:pt x="13677" y="2436"/>
                  </a:cubicBezTo>
                  <a:lnTo>
                    <a:pt x="13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219588" y="186375"/>
            <a:ext cx="750900" cy="750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402543" y="369341"/>
            <a:ext cx="384977" cy="384977"/>
            <a:chOff x="2708775" y="1589925"/>
            <a:chExt cx="966550" cy="966550"/>
          </a:xfrm>
        </p:grpSpPr>
        <p:sp>
          <p:nvSpPr>
            <p:cNvPr id="64" name="Google Shape;64;p8"/>
            <p:cNvSpPr/>
            <p:nvPr/>
          </p:nvSpPr>
          <p:spPr>
            <a:xfrm>
              <a:off x="2708775" y="1589925"/>
              <a:ext cx="966550" cy="966550"/>
            </a:xfrm>
            <a:custGeom>
              <a:avLst/>
              <a:gdLst/>
              <a:ahLst/>
              <a:cxnLst/>
              <a:rect l="l" t="t" r="r" b="b"/>
              <a:pathLst>
                <a:path w="38662" h="38662" extrusionOk="0">
                  <a:moveTo>
                    <a:pt x="19348" y="6471"/>
                  </a:moveTo>
                  <a:cubicBezTo>
                    <a:pt x="26486" y="6471"/>
                    <a:pt x="32257" y="12242"/>
                    <a:pt x="32257" y="19347"/>
                  </a:cubicBezTo>
                  <a:cubicBezTo>
                    <a:pt x="32257" y="26486"/>
                    <a:pt x="26453" y="32256"/>
                    <a:pt x="19348" y="32256"/>
                  </a:cubicBezTo>
                  <a:cubicBezTo>
                    <a:pt x="12242" y="32256"/>
                    <a:pt x="6472" y="26486"/>
                    <a:pt x="6472" y="19347"/>
                  </a:cubicBezTo>
                  <a:cubicBezTo>
                    <a:pt x="6472" y="12242"/>
                    <a:pt x="12242" y="6471"/>
                    <a:pt x="19348" y="6471"/>
                  </a:cubicBezTo>
                  <a:close/>
                  <a:moveTo>
                    <a:pt x="14911" y="0"/>
                  </a:moveTo>
                  <a:lnTo>
                    <a:pt x="14911" y="3369"/>
                  </a:lnTo>
                  <a:cubicBezTo>
                    <a:pt x="13610" y="3769"/>
                    <a:pt x="12343" y="4270"/>
                    <a:pt x="11175" y="4937"/>
                  </a:cubicBezTo>
                  <a:lnTo>
                    <a:pt x="8807" y="2535"/>
                  </a:lnTo>
                  <a:lnTo>
                    <a:pt x="2569" y="8806"/>
                  </a:lnTo>
                  <a:lnTo>
                    <a:pt x="4937" y="11175"/>
                  </a:lnTo>
                  <a:cubicBezTo>
                    <a:pt x="4270" y="12342"/>
                    <a:pt x="3770" y="13543"/>
                    <a:pt x="3403" y="14877"/>
                  </a:cubicBezTo>
                  <a:lnTo>
                    <a:pt x="0" y="14877"/>
                  </a:lnTo>
                  <a:lnTo>
                    <a:pt x="0" y="23784"/>
                  </a:lnTo>
                  <a:lnTo>
                    <a:pt x="3403" y="23784"/>
                  </a:lnTo>
                  <a:cubicBezTo>
                    <a:pt x="3770" y="25085"/>
                    <a:pt x="4270" y="26319"/>
                    <a:pt x="4937" y="27486"/>
                  </a:cubicBezTo>
                  <a:lnTo>
                    <a:pt x="2569" y="29855"/>
                  </a:lnTo>
                  <a:lnTo>
                    <a:pt x="8807" y="36126"/>
                  </a:lnTo>
                  <a:lnTo>
                    <a:pt x="11175" y="33758"/>
                  </a:lnTo>
                  <a:cubicBezTo>
                    <a:pt x="12343" y="34425"/>
                    <a:pt x="13577" y="34925"/>
                    <a:pt x="14911" y="35292"/>
                  </a:cubicBezTo>
                  <a:lnTo>
                    <a:pt x="14911" y="38661"/>
                  </a:lnTo>
                  <a:lnTo>
                    <a:pt x="23784" y="38661"/>
                  </a:lnTo>
                  <a:lnTo>
                    <a:pt x="23784" y="35292"/>
                  </a:lnTo>
                  <a:cubicBezTo>
                    <a:pt x="25085" y="34892"/>
                    <a:pt x="26319" y="34425"/>
                    <a:pt x="27487" y="33758"/>
                  </a:cubicBezTo>
                  <a:lnTo>
                    <a:pt x="29855" y="36126"/>
                  </a:lnTo>
                  <a:lnTo>
                    <a:pt x="36126" y="29855"/>
                  </a:lnTo>
                  <a:lnTo>
                    <a:pt x="33758" y="27486"/>
                  </a:lnTo>
                  <a:cubicBezTo>
                    <a:pt x="34425" y="26319"/>
                    <a:pt x="34925" y="25118"/>
                    <a:pt x="35292" y="23784"/>
                  </a:cubicBezTo>
                  <a:lnTo>
                    <a:pt x="38661" y="23784"/>
                  </a:lnTo>
                  <a:lnTo>
                    <a:pt x="38661" y="14877"/>
                  </a:lnTo>
                  <a:lnTo>
                    <a:pt x="35292" y="14877"/>
                  </a:lnTo>
                  <a:cubicBezTo>
                    <a:pt x="34925" y="13610"/>
                    <a:pt x="34425" y="12342"/>
                    <a:pt x="33758" y="11175"/>
                  </a:cubicBezTo>
                  <a:lnTo>
                    <a:pt x="36126" y="8806"/>
                  </a:lnTo>
                  <a:lnTo>
                    <a:pt x="29855" y="2535"/>
                  </a:lnTo>
                  <a:lnTo>
                    <a:pt x="27487" y="4937"/>
                  </a:lnTo>
                  <a:cubicBezTo>
                    <a:pt x="26319" y="4270"/>
                    <a:pt x="25118" y="3769"/>
                    <a:pt x="23784" y="3369"/>
                  </a:cubicBezTo>
                  <a:lnTo>
                    <a:pt x="23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2991475" y="1872625"/>
              <a:ext cx="402800" cy="402800"/>
            </a:xfrm>
            <a:custGeom>
              <a:avLst/>
              <a:gdLst/>
              <a:ahLst/>
              <a:cxnLst/>
              <a:rect l="l" t="t" r="r" b="b"/>
              <a:pathLst>
                <a:path w="16112" h="16112" extrusionOk="0">
                  <a:moveTo>
                    <a:pt x="8040" y="0"/>
                  </a:moveTo>
                  <a:cubicBezTo>
                    <a:pt x="3603" y="0"/>
                    <a:pt x="0" y="3603"/>
                    <a:pt x="0" y="8039"/>
                  </a:cubicBezTo>
                  <a:cubicBezTo>
                    <a:pt x="0" y="12476"/>
                    <a:pt x="3603" y="16112"/>
                    <a:pt x="8040" y="16112"/>
                  </a:cubicBezTo>
                  <a:cubicBezTo>
                    <a:pt x="12476" y="16112"/>
                    <a:pt x="16112" y="12476"/>
                    <a:pt x="16112" y="8039"/>
                  </a:cubicBezTo>
                  <a:cubicBezTo>
                    <a:pt x="16112" y="3603"/>
                    <a:pt x="12476" y="0"/>
                    <a:pt x="80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66;p8"/>
          <p:cNvGrpSpPr/>
          <p:nvPr/>
        </p:nvGrpSpPr>
        <p:grpSpPr>
          <a:xfrm>
            <a:off x="6149350" y="58312"/>
            <a:ext cx="750900" cy="750900"/>
            <a:chOff x="6149350" y="58313"/>
            <a:chExt cx="750900" cy="750900"/>
          </a:xfrm>
        </p:grpSpPr>
        <p:sp>
          <p:nvSpPr>
            <p:cNvPr id="67" name="Google Shape;67;p8"/>
            <p:cNvSpPr/>
            <p:nvPr/>
          </p:nvSpPr>
          <p:spPr>
            <a:xfrm>
              <a:off x="6149350" y="58312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" name="Google Shape;68;p8"/>
            <p:cNvGrpSpPr/>
            <p:nvPr/>
          </p:nvGrpSpPr>
          <p:grpSpPr>
            <a:xfrm>
              <a:off x="6356290" y="280349"/>
              <a:ext cx="337024" cy="306780"/>
              <a:chOff x="4917025" y="635075"/>
              <a:chExt cx="521225" cy="474525"/>
            </a:xfrm>
          </p:grpSpPr>
          <p:sp>
            <p:nvSpPr>
              <p:cNvPr id="69" name="Google Shape;69;p8"/>
              <p:cNvSpPr/>
              <p:nvPr/>
            </p:nvSpPr>
            <p:spPr>
              <a:xfrm>
                <a:off x="4917850" y="635075"/>
                <a:ext cx="411150" cy="130950"/>
              </a:xfrm>
              <a:custGeom>
                <a:avLst/>
                <a:gdLst/>
                <a:ahLst/>
                <a:cxnLst/>
                <a:rect l="l" t="t" r="r" b="b"/>
                <a:pathLst>
                  <a:path w="16446" h="5238" extrusionOk="0">
                    <a:moveTo>
                      <a:pt x="0" y="0"/>
                    </a:moveTo>
                    <a:lnTo>
                      <a:pt x="0" y="5237"/>
                    </a:lnTo>
                    <a:lnTo>
                      <a:pt x="16446" y="5237"/>
                    </a:lnTo>
                    <a:lnTo>
                      <a:pt x="164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8"/>
              <p:cNvSpPr/>
              <p:nvPr/>
            </p:nvSpPr>
            <p:spPr>
              <a:xfrm>
                <a:off x="4917025" y="977800"/>
                <a:ext cx="521225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20849" h="5272" extrusionOk="0">
                    <a:moveTo>
                      <a:pt x="0" y="1"/>
                    </a:moveTo>
                    <a:lnTo>
                      <a:pt x="0" y="5271"/>
                    </a:lnTo>
                    <a:lnTo>
                      <a:pt x="20848" y="5271"/>
                    </a:lnTo>
                    <a:lnTo>
                      <a:pt x="208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4917850" y="807675"/>
                <a:ext cx="205175" cy="130975"/>
              </a:xfrm>
              <a:custGeom>
                <a:avLst/>
                <a:gdLst/>
                <a:ahLst/>
                <a:cxnLst/>
                <a:rect l="l" t="t" r="r" b="b"/>
                <a:pathLst>
                  <a:path w="8207" h="5239" extrusionOk="0">
                    <a:moveTo>
                      <a:pt x="0" y="1"/>
                    </a:moveTo>
                    <a:lnTo>
                      <a:pt x="0" y="5238"/>
                    </a:lnTo>
                    <a:lnTo>
                      <a:pt x="8206" y="5238"/>
                    </a:lnTo>
                    <a:lnTo>
                      <a:pt x="82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9"/>
          <p:cNvGrpSpPr/>
          <p:nvPr/>
        </p:nvGrpSpPr>
        <p:grpSpPr>
          <a:xfrm>
            <a:off x="973725" y="358238"/>
            <a:ext cx="750900" cy="750900"/>
            <a:chOff x="973725" y="358238"/>
            <a:chExt cx="750900" cy="750900"/>
          </a:xfrm>
        </p:grpSpPr>
        <p:sp>
          <p:nvSpPr>
            <p:cNvPr id="74" name="Google Shape;74;p9"/>
            <p:cNvSpPr/>
            <p:nvPr/>
          </p:nvSpPr>
          <p:spPr>
            <a:xfrm>
              <a:off x="973725" y="358238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9"/>
            <p:cNvGrpSpPr/>
            <p:nvPr/>
          </p:nvGrpSpPr>
          <p:grpSpPr>
            <a:xfrm>
              <a:off x="1089541" y="476658"/>
              <a:ext cx="456431" cy="455543"/>
              <a:chOff x="4918675" y="349025"/>
              <a:chExt cx="1284275" cy="1281775"/>
            </a:xfrm>
          </p:grpSpPr>
          <p:sp>
            <p:nvSpPr>
              <p:cNvPr id="76" name="Google Shape;76;p9"/>
              <p:cNvSpPr/>
              <p:nvPr/>
            </p:nvSpPr>
            <p:spPr>
              <a:xfrm>
                <a:off x="5100475" y="527475"/>
                <a:ext cx="1102475" cy="1103325"/>
              </a:xfrm>
              <a:custGeom>
                <a:avLst/>
                <a:gdLst/>
                <a:ahLst/>
                <a:cxnLst/>
                <a:rect l="l" t="t" r="r" b="b"/>
                <a:pathLst>
                  <a:path w="44099" h="44133" extrusionOk="0">
                    <a:moveTo>
                      <a:pt x="22050" y="1"/>
                    </a:moveTo>
                    <a:cubicBezTo>
                      <a:pt x="9874" y="1"/>
                      <a:pt x="1" y="9908"/>
                      <a:pt x="1" y="22083"/>
                    </a:cubicBezTo>
                    <a:cubicBezTo>
                      <a:pt x="1" y="34259"/>
                      <a:pt x="9874" y="44133"/>
                      <a:pt x="22050" y="44133"/>
                    </a:cubicBezTo>
                    <a:cubicBezTo>
                      <a:pt x="34225" y="44133"/>
                      <a:pt x="44099" y="34259"/>
                      <a:pt x="44099" y="22083"/>
                    </a:cubicBezTo>
                    <a:cubicBezTo>
                      <a:pt x="44099" y="9908"/>
                      <a:pt x="34225" y="1"/>
                      <a:pt x="220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9"/>
              <p:cNvSpPr/>
              <p:nvPr/>
            </p:nvSpPr>
            <p:spPr>
              <a:xfrm>
                <a:off x="5377350" y="805175"/>
                <a:ext cx="548750" cy="547925"/>
              </a:xfrm>
              <a:custGeom>
                <a:avLst/>
                <a:gdLst/>
                <a:ahLst/>
                <a:cxnLst/>
                <a:rect l="l" t="t" r="r" b="b"/>
                <a:pathLst>
                  <a:path w="21950" h="21917" extrusionOk="0">
                    <a:moveTo>
                      <a:pt x="10975" y="1"/>
                    </a:moveTo>
                    <a:cubicBezTo>
                      <a:pt x="4904" y="1"/>
                      <a:pt x="0" y="4904"/>
                      <a:pt x="0" y="10975"/>
                    </a:cubicBezTo>
                    <a:cubicBezTo>
                      <a:pt x="0" y="17013"/>
                      <a:pt x="4904" y="21917"/>
                      <a:pt x="10975" y="21917"/>
                    </a:cubicBezTo>
                    <a:cubicBezTo>
                      <a:pt x="17046" y="21917"/>
                      <a:pt x="21949" y="17013"/>
                      <a:pt x="21949" y="10975"/>
                    </a:cubicBezTo>
                    <a:cubicBezTo>
                      <a:pt x="21949" y="4904"/>
                      <a:pt x="17046" y="1"/>
                      <a:pt x="109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9"/>
              <p:cNvSpPr/>
              <p:nvPr/>
            </p:nvSpPr>
            <p:spPr>
              <a:xfrm>
                <a:off x="4918675" y="349025"/>
                <a:ext cx="818950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32758" h="32324" extrusionOk="0">
                    <a:moveTo>
                      <a:pt x="12777" y="1"/>
                    </a:moveTo>
                    <a:lnTo>
                      <a:pt x="10975" y="10875"/>
                    </a:lnTo>
                    <a:lnTo>
                      <a:pt x="10909" y="10775"/>
                    </a:lnTo>
                    <a:lnTo>
                      <a:pt x="1" y="12576"/>
                    </a:lnTo>
                    <a:lnTo>
                      <a:pt x="9641" y="22216"/>
                    </a:lnTo>
                    <a:lnTo>
                      <a:pt x="19782" y="20549"/>
                    </a:lnTo>
                    <a:lnTo>
                      <a:pt x="26787" y="27554"/>
                    </a:lnTo>
                    <a:cubicBezTo>
                      <a:pt x="25986" y="28754"/>
                      <a:pt x="26119" y="30389"/>
                      <a:pt x="27154" y="31423"/>
                    </a:cubicBezTo>
                    <a:cubicBezTo>
                      <a:pt x="27754" y="32023"/>
                      <a:pt x="28546" y="32324"/>
                      <a:pt x="29338" y="32324"/>
                    </a:cubicBezTo>
                    <a:cubicBezTo>
                      <a:pt x="30131" y="32324"/>
                      <a:pt x="30923" y="32023"/>
                      <a:pt x="31523" y="31423"/>
                    </a:cubicBezTo>
                    <a:cubicBezTo>
                      <a:pt x="32758" y="30222"/>
                      <a:pt x="32758" y="28254"/>
                      <a:pt x="31523" y="27087"/>
                    </a:cubicBezTo>
                    <a:cubicBezTo>
                      <a:pt x="30936" y="26499"/>
                      <a:pt x="30144" y="26202"/>
                      <a:pt x="29355" y="26202"/>
                    </a:cubicBezTo>
                    <a:cubicBezTo>
                      <a:pt x="28756" y="26202"/>
                      <a:pt x="28158" y="26374"/>
                      <a:pt x="27654" y="26720"/>
                    </a:cubicBezTo>
                    <a:lnTo>
                      <a:pt x="20749" y="19748"/>
                    </a:lnTo>
                    <a:lnTo>
                      <a:pt x="22417" y="9607"/>
                    </a:lnTo>
                    <a:lnTo>
                      <a:pt x="127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720000" y="1392575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720000" y="2221500"/>
            <a:ext cx="3852000" cy="12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715100" y="2090700"/>
            <a:ext cx="3852000" cy="9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1703850" y="1617725"/>
            <a:ext cx="57363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1703850" y="3128875"/>
            <a:ext cx="57363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ek Devanagari"/>
              <a:buNone/>
              <a:defRPr sz="28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2050746" y="1101063"/>
            <a:ext cx="5102100" cy="29372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Student Management System</a:t>
            </a:r>
            <a:br>
              <a:rPr lang="en" sz="4000" dirty="0"/>
            </a:br>
            <a:br>
              <a:rPr lang="en" sz="4000" dirty="0"/>
            </a:br>
            <a:r>
              <a:rPr lang="en" sz="3600" b="0" dirty="0"/>
              <a:t>Project Proposal Infographics </a:t>
            </a:r>
            <a:endParaRPr sz="4800" b="0" dirty="0"/>
          </a:p>
        </p:txBody>
      </p:sp>
      <p:grpSp>
        <p:nvGrpSpPr>
          <p:cNvPr id="97" name="Google Shape;97;p15"/>
          <p:cNvGrpSpPr/>
          <p:nvPr/>
        </p:nvGrpSpPr>
        <p:grpSpPr>
          <a:xfrm>
            <a:off x="1218900" y="1259775"/>
            <a:ext cx="750900" cy="750900"/>
            <a:chOff x="4737925" y="4200675"/>
            <a:chExt cx="750900" cy="750900"/>
          </a:xfrm>
        </p:grpSpPr>
        <p:sp>
          <p:nvSpPr>
            <p:cNvPr id="98" name="Google Shape;98;p15"/>
            <p:cNvSpPr/>
            <p:nvPr/>
          </p:nvSpPr>
          <p:spPr>
            <a:xfrm>
              <a:off x="4737925" y="4200675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15"/>
            <p:cNvGrpSpPr/>
            <p:nvPr/>
          </p:nvGrpSpPr>
          <p:grpSpPr>
            <a:xfrm>
              <a:off x="4885188" y="4388720"/>
              <a:ext cx="456372" cy="374806"/>
              <a:chOff x="3188275" y="497475"/>
              <a:chExt cx="900675" cy="739700"/>
            </a:xfrm>
          </p:grpSpPr>
          <p:sp>
            <p:nvSpPr>
              <p:cNvPr id="100" name="Google Shape;100;p15"/>
              <p:cNvSpPr/>
              <p:nvPr/>
            </p:nvSpPr>
            <p:spPr>
              <a:xfrm>
                <a:off x="3188275" y="497475"/>
                <a:ext cx="900675" cy="739700"/>
              </a:xfrm>
              <a:custGeom>
                <a:avLst/>
                <a:gdLst/>
                <a:ahLst/>
                <a:cxnLst/>
                <a:rect l="l" t="t" r="r" b="b"/>
                <a:pathLst>
                  <a:path w="36027" h="29588" extrusionOk="0">
                    <a:moveTo>
                      <a:pt x="29055" y="0"/>
                    </a:moveTo>
                    <a:lnTo>
                      <a:pt x="1" y="10808"/>
                    </a:lnTo>
                    <a:lnTo>
                      <a:pt x="6972" y="29588"/>
                    </a:lnTo>
                    <a:lnTo>
                      <a:pt x="17780" y="25585"/>
                    </a:lnTo>
                    <a:lnTo>
                      <a:pt x="23484" y="28187"/>
                    </a:lnTo>
                    <a:lnTo>
                      <a:pt x="26119" y="22483"/>
                    </a:lnTo>
                    <a:lnTo>
                      <a:pt x="36026" y="18780"/>
                    </a:lnTo>
                    <a:lnTo>
                      <a:pt x="290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465150" y="900175"/>
                <a:ext cx="85925" cy="7637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3055" extrusionOk="0">
                    <a:moveTo>
                      <a:pt x="1684" y="1"/>
                    </a:moveTo>
                    <a:cubicBezTo>
                      <a:pt x="1524" y="1"/>
                      <a:pt x="1361" y="24"/>
                      <a:pt x="1201" y="70"/>
                    </a:cubicBezTo>
                    <a:cubicBezTo>
                      <a:pt x="401" y="371"/>
                      <a:pt x="0" y="1238"/>
                      <a:pt x="267" y="2038"/>
                    </a:cubicBezTo>
                    <a:cubicBezTo>
                      <a:pt x="505" y="2672"/>
                      <a:pt x="1097" y="3055"/>
                      <a:pt x="1731" y="3055"/>
                    </a:cubicBezTo>
                    <a:cubicBezTo>
                      <a:pt x="1898" y="3055"/>
                      <a:pt x="2068" y="3028"/>
                      <a:pt x="2235" y="2972"/>
                    </a:cubicBezTo>
                    <a:cubicBezTo>
                      <a:pt x="3036" y="2672"/>
                      <a:pt x="3436" y="1805"/>
                      <a:pt x="3169" y="1004"/>
                    </a:cubicBezTo>
                    <a:cubicBezTo>
                      <a:pt x="2929" y="364"/>
                      <a:pt x="2326" y="1"/>
                      <a:pt x="16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603575" y="848675"/>
                <a:ext cx="86750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064" extrusionOk="0">
                    <a:moveTo>
                      <a:pt x="1720" y="0"/>
                    </a:moveTo>
                    <a:cubicBezTo>
                      <a:pt x="1549" y="0"/>
                      <a:pt x="1375" y="31"/>
                      <a:pt x="1201" y="96"/>
                    </a:cubicBezTo>
                    <a:cubicBezTo>
                      <a:pt x="401" y="396"/>
                      <a:pt x="1" y="1263"/>
                      <a:pt x="301" y="2064"/>
                    </a:cubicBezTo>
                    <a:cubicBezTo>
                      <a:pt x="508" y="2684"/>
                      <a:pt x="1095" y="3064"/>
                      <a:pt x="1706" y="3064"/>
                    </a:cubicBezTo>
                    <a:cubicBezTo>
                      <a:pt x="1883" y="3064"/>
                      <a:pt x="2063" y="3032"/>
                      <a:pt x="2236" y="2964"/>
                    </a:cubicBezTo>
                    <a:cubicBezTo>
                      <a:pt x="3036" y="2697"/>
                      <a:pt x="3470" y="1797"/>
                      <a:pt x="3170" y="1030"/>
                    </a:cubicBezTo>
                    <a:cubicBezTo>
                      <a:pt x="2908" y="402"/>
                      <a:pt x="2339" y="0"/>
                      <a:pt x="17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3741175" y="797775"/>
                <a:ext cx="86750" cy="7655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062" extrusionOk="0">
                    <a:moveTo>
                      <a:pt x="1727" y="1"/>
                    </a:moveTo>
                    <a:cubicBezTo>
                      <a:pt x="1553" y="1"/>
                      <a:pt x="1375" y="31"/>
                      <a:pt x="1201" y="97"/>
                    </a:cubicBezTo>
                    <a:cubicBezTo>
                      <a:pt x="401" y="397"/>
                      <a:pt x="1" y="1264"/>
                      <a:pt x="301" y="2065"/>
                    </a:cubicBezTo>
                    <a:cubicBezTo>
                      <a:pt x="510" y="2665"/>
                      <a:pt x="1107" y="3061"/>
                      <a:pt x="1724" y="3061"/>
                    </a:cubicBezTo>
                    <a:cubicBezTo>
                      <a:pt x="1896" y="3061"/>
                      <a:pt x="2069" y="3031"/>
                      <a:pt x="2235" y="2965"/>
                    </a:cubicBezTo>
                    <a:cubicBezTo>
                      <a:pt x="3036" y="2665"/>
                      <a:pt x="3470" y="1798"/>
                      <a:pt x="3169" y="997"/>
                    </a:cubicBezTo>
                    <a:cubicBezTo>
                      <a:pt x="2935" y="397"/>
                      <a:pt x="2352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" name="Google Shape;104;p15"/>
          <p:cNvGrpSpPr/>
          <p:nvPr/>
        </p:nvGrpSpPr>
        <p:grpSpPr>
          <a:xfrm>
            <a:off x="7879625" y="2169388"/>
            <a:ext cx="750900" cy="750900"/>
            <a:chOff x="305025" y="1253463"/>
            <a:chExt cx="750900" cy="750900"/>
          </a:xfrm>
        </p:grpSpPr>
        <p:sp>
          <p:nvSpPr>
            <p:cNvPr id="105" name="Google Shape;105;p15"/>
            <p:cNvSpPr/>
            <p:nvPr/>
          </p:nvSpPr>
          <p:spPr>
            <a:xfrm>
              <a:off x="305025" y="1253463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" name="Google Shape;106;p15"/>
            <p:cNvGrpSpPr/>
            <p:nvPr/>
          </p:nvGrpSpPr>
          <p:grpSpPr>
            <a:xfrm>
              <a:off x="511965" y="1475499"/>
              <a:ext cx="337024" cy="306780"/>
              <a:chOff x="4917025" y="635075"/>
              <a:chExt cx="521225" cy="474525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4917850" y="635075"/>
                <a:ext cx="411150" cy="130950"/>
              </a:xfrm>
              <a:custGeom>
                <a:avLst/>
                <a:gdLst/>
                <a:ahLst/>
                <a:cxnLst/>
                <a:rect l="l" t="t" r="r" b="b"/>
                <a:pathLst>
                  <a:path w="16446" h="5238" extrusionOk="0">
                    <a:moveTo>
                      <a:pt x="0" y="0"/>
                    </a:moveTo>
                    <a:lnTo>
                      <a:pt x="0" y="5237"/>
                    </a:lnTo>
                    <a:lnTo>
                      <a:pt x="16446" y="5237"/>
                    </a:lnTo>
                    <a:lnTo>
                      <a:pt x="164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4917025" y="977800"/>
                <a:ext cx="521225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20849" h="5272" extrusionOk="0">
                    <a:moveTo>
                      <a:pt x="0" y="1"/>
                    </a:moveTo>
                    <a:lnTo>
                      <a:pt x="0" y="5271"/>
                    </a:lnTo>
                    <a:lnTo>
                      <a:pt x="20848" y="5271"/>
                    </a:lnTo>
                    <a:lnTo>
                      <a:pt x="208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4917850" y="807675"/>
                <a:ext cx="205175" cy="130975"/>
              </a:xfrm>
              <a:custGeom>
                <a:avLst/>
                <a:gdLst/>
                <a:ahLst/>
                <a:cxnLst/>
                <a:rect l="l" t="t" r="r" b="b"/>
                <a:pathLst>
                  <a:path w="8207" h="5239" extrusionOk="0">
                    <a:moveTo>
                      <a:pt x="0" y="1"/>
                    </a:moveTo>
                    <a:lnTo>
                      <a:pt x="0" y="5238"/>
                    </a:lnTo>
                    <a:lnTo>
                      <a:pt x="8206" y="5238"/>
                    </a:lnTo>
                    <a:lnTo>
                      <a:pt x="82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" name="Google Shape;110;p15"/>
          <p:cNvGrpSpPr/>
          <p:nvPr/>
        </p:nvGrpSpPr>
        <p:grpSpPr>
          <a:xfrm>
            <a:off x="7367325" y="1259788"/>
            <a:ext cx="750900" cy="750900"/>
            <a:chOff x="942800" y="134363"/>
            <a:chExt cx="750900" cy="750900"/>
          </a:xfrm>
        </p:grpSpPr>
        <p:sp>
          <p:nvSpPr>
            <p:cNvPr id="111" name="Google Shape;111;p15"/>
            <p:cNvSpPr/>
            <p:nvPr/>
          </p:nvSpPr>
          <p:spPr>
            <a:xfrm>
              <a:off x="942800" y="134363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" name="Google Shape;112;p15"/>
            <p:cNvGrpSpPr/>
            <p:nvPr/>
          </p:nvGrpSpPr>
          <p:grpSpPr>
            <a:xfrm>
              <a:off x="1090062" y="315263"/>
              <a:ext cx="456379" cy="389130"/>
              <a:chOff x="3329225" y="587300"/>
              <a:chExt cx="649650" cy="5540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3329225" y="587300"/>
                <a:ext cx="543725" cy="554000"/>
              </a:xfrm>
              <a:custGeom>
                <a:avLst/>
                <a:gdLst/>
                <a:ahLst/>
                <a:cxnLst/>
                <a:rect l="l" t="t" r="r" b="b"/>
                <a:pathLst>
                  <a:path w="21749" h="22160" extrusionOk="0">
                    <a:moveTo>
                      <a:pt x="12238" y="1"/>
                    </a:moveTo>
                    <a:cubicBezTo>
                      <a:pt x="7284" y="1"/>
                      <a:pt x="2771" y="3328"/>
                      <a:pt x="1501" y="8349"/>
                    </a:cubicBezTo>
                    <a:cubicBezTo>
                      <a:pt x="0" y="14253"/>
                      <a:pt x="3569" y="20324"/>
                      <a:pt x="9507" y="21825"/>
                    </a:cubicBezTo>
                    <a:cubicBezTo>
                      <a:pt x="10420" y="22051"/>
                      <a:pt x="11336" y="22160"/>
                      <a:pt x="12237" y="22160"/>
                    </a:cubicBezTo>
                    <a:cubicBezTo>
                      <a:pt x="14265" y="22160"/>
                      <a:pt x="16216" y="21607"/>
                      <a:pt x="17880" y="20591"/>
                    </a:cubicBezTo>
                    <a:lnTo>
                      <a:pt x="12276" y="11051"/>
                    </a:lnTo>
                    <a:lnTo>
                      <a:pt x="21749" y="5414"/>
                    </a:lnTo>
                    <a:cubicBezTo>
                      <a:pt x="20315" y="3012"/>
                      <a:pt x="17946" y="1077"/>
                      <a:pt x="14977" y="343"/>
                    </a:cubicBezTo>
                    <a:cubicBezTo>
                      <a:pt x="14061" y="112"/>
                      <a:pt x="13142" y="1"/>
                      <a:pt x="122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3691975" y="736800"/>
                <a:ext cx="286900" cy="379475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15179" fill="none" extrusionOk="0">
                    <a:moveTo>
                      <a:pt x="10708" y="8373"/>
                    </a:moveTo>
                    <a:cubicBezTo>
                      <a:pt x="11475" y="5404"/>
                      <a:pt x="10975" y="2402"/>
                      <a:pt x="9507" y="1"/>
                    </a:cubicBezTo>
                    <a:lnTo>
                      <a:pt x="0" y="5671"/>
                    </a:lnTo>
                    <a:lnTo>
                      <a:pt x="5671" y="15178"/>
                    </a:lnTo>
                    <a:cubicBezTo>
                      <a:pt x="8073" y="13710"/>
                      <a:pt x="9974" y="11342"/>
                      <a:pt x="10708" y="8373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" name="Google Shape;115;p15"/>
          <p:cNvGrpSpPr/>
          <p:nvPr/>
        </p:nvGrpSpPr>
        <p:grpSpPr>
          <a:xfrm>
            <a:off x="7940725" y="350163"/>
            <a:ext cx="750900" cy="750900"/>
            <a:chOff x="2332975" y="586838"/>
            <a:chExt cx="750900" cy="750900"/>
          </a:xfrm>
        </p:grpSpPr>
        <p:sp>
          <p:nvSpPr>
            <p:cNvPr id="116" name="Google Shape;116;p15"/>
            <p:cNvSpPr/>
            <p:nvPr/>
          </p:nvSpPr>
          <p:spPr>
            <a:xfrm>
              <a:off x="2332975" y="586838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" name="Google Shape;117;p15"/>
            <p:cNvGrpSpPr/>
            <p:nvPr/>
          </p:nvGrpSpPr>
          <p:grpSpPr>
            <a:xfrm>
              <a:off x="2448791" y="705258"/>
              <a:ext cx="456431" cy="455543"/>
              <a:chOff x="4918675" y="349025"/>
              <a:chExt cx="1284275" cy="1281775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5100475" y="527475"/>
                <a:ext cx="1102475" cy="1103325"/>
              </a:xfrm>
              <a:custGeom>
                <a:avLst/>
                <a:gdLst/>
                <a:ahLst/>
                <a:cxnLst/>
                <a:rect l="l" t="t" r="r" b="b"/>
                <a:pathLst>
                  <a:path w="44099" h="44133" extrusionOk="0">
                    <a:moveTo>
                      <a:pt x="22050" y="1"/>
                    </a:moveTo>
                    <a:cubicBezTo>
                      <a:pt x="9874" y="1"/>
                      <a:pt x="1" y="9908"/>
                      <a:pt x="1" y="22083"/>
                    </a:cubicBezTo>
                    <a:cubicBezTo>
                      <a:pt x="1" y="34259"/>
                      <a:pt x="9874" y="44133"/>
                      <a:pt x="22050" y="44133"/>
                    </a:cubicBezTo>
                    <a:cubicBezTo>
                      <a:pt x="34225" y="44133"/>
                      <a:pt x="44099" y="34259"/>
                      <a:pt x="44099" y="22083"/>
                    </a:cubicBezTo>
                    <a:cubicBezTo>
                      <a:pt x="44099" y="9908"/>
                      <a:pt x="34225" y="1"/>
                      <a:pt x="220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5377350" y="805175"/>
                <a:ext cx="548750" cy="547925"/>
              </a:xfrm>
              <a:custGeom>
                <a:avLst/>
                <a:gdLst/>
                <a:ahLst/>
                <a:cxnLst/>
                <a:rect l="l" t="t" r="r" b="b"/>
                <a:pathLst>
                  <a:path w="21950" h="21917" extrusionOk="0">
                    <a:moveTo>
                      <a:pt x="10975" y="1"/>
                    </a:moveTo>
                    <a:cubicBezTo>
                      <a:pt x="4904" y="1"/>
                      <a:pt x="0" y="4904"/>
                      <a:pt x="0" y="10975"/>
                    </a:cubicBezTo>
                    <a:cubicBezTo>
                      <a:pt x="0" y="17013"/>
                      <a:pt x="4904" y="21917"/>
                      <a:pt x="10975" y="21917"/>
                    </a:cubicBezTo>
                    <a:cubicBezTo>
                      <a:pt x="17046" y="21917"/>
                      <a:pt x="21949" y="17013"/>
                      <a:pt x="21949" y="10975"/>
                    </a:cubicBezTo>
                    <a:cubicBezTo>
                      <a:pt x="21949" y="4904"/>
                      <a:pt x="17046" y="1"/>
                      <a:pt x="109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4918675" y="349025"/>
                <a:ext cx="818950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32758" h="32324" extrusionOk="0">
                    <a:moveTo>
                      <a:pt x="12777" y="1"/>
                    </a:moveTo>
                    <a:lnTo>
                      <a:pt x="10975" y="10875"/>
                    </a:lnTo>
                    <a:lnTo>
                      <a:pt x="10909" y="10775"/>
                    </a:lnTo>
                    <a:lnTo>
                      <a:pt x="1" y="12576"/>
                    </a:lnTo>
                    <a:lnTo>
                      <a:pt x="9641" y="22216"/>
                    </a:lnTo>
                    <a:lnTo>
                      <a:pt x="19782" y="20549"/>
                    </a:lnTo>
                    <a:lnTo>
                      <a:pt x="26787" y="27554"/>
                    </a:lnTo>
                    <a:cubicBezTo>
                      <a:pt x="25986" y="28754"/>
                      <a:pt x="26119" y="30389"/>
                      <a:pt x="27154" y="31423"/>
                    </a:cubicBezTo>
                    <a:cubicBezTo>
                      <a:pt x="27754" y="32023"/>
                      <a:pt x="28546" y="32324"/>
                      <a:pt x="29338" y="32324"/>
                    </a:cubicBezTo>
                    <a:cubicBezTo>
                      <a:pt x="30131" y="32324"/>
                      <a:pt x="30923" y="32023"/>
                      <a:pt x="31523" y="31423"/>
                    </a:cubicBezTo>
                    <a:cubicBezTo>
                      <a:pt x="32758" y="30222"/>
                      <a:pt x="32758" y="28254"/>
                      <a:pt x="31523" y="27087"/>
                    </a:cubicBezTo>
                    <a:cubicBezTo>
                      <a:pt x="30936" y="26499"/>
                      <a:pt x="30144" y="26202"/>
                      <a:pt x="29355" y="26202"/>
                    </a:cubicBezTo>
                    <a:cubicBezTo>
                      <a:pt x="28756" y="26202"/>
                      <a:pt x="28158" y="26374"/>
                      <a:pt x="27654" y="26720"/>
                    </a:cubicBezTo>
                    <a:lnTo>
                      <a:pt x="20749" y="19748"/>
                    </a:lnTo>
                    <a:lnTo>
                      <a:pt x="22417" y="9607"/>
                    </a:lnTo>
                    <a:lnTo>
                      <a:pt x="127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" name="Google Shape;121;p15"/>
          <p:cNvGrpSpPr/>
          <p:nvPr/>
        </p:nvGrpSpPr>
        <p:grpSpPr>
          <a:xfrm>
            <a:off x="844338" y="339600"/>
            <a:ext cx="750900" cy="750900"/>
            <a:chOff x="3821100" y="1415250"/>
            <a:chExt cx="750900" cy="750900"/>
          </a:xfrm>
        </p:grpSpPr>
        <p:sp>
          <p:nvSpPr>
            <p:cNvPr id="122" name="Google Shape;122;p15"/>
            <p:cNvSpPr/>
            <p:nvPr/>
          </p:nvSpPr>
          <p:spPr>
            <a:xfrm>
              <a:off x="3821100" y="1415250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15"/>
            <p:cNvGrpSpPr/>
            <p:nvPr/>
          </p:nvGrpSpPr>
          <p:grpSpPr>
            <a:xfrm>
              <a:off x="4009422" y="1607598"/>
              <a:ext cx="456363" cy="476465"/>
              <a:chOff x="1828975" y="460775"/>
              <a:chExt cx="1185050" cy="1237250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1828975" y="460875"/>
                <a:ext cx="924850" cy="859600"/>
              </a:xfrm>
              <a:custGeom>
                <a:avLst/>
                <a:gdLst/>
                <a:ahLst/>
                <a:cxnLst/>
                <a:rect l="l" t="t" r="r" b="b"/>
                <a:pathLst>
                  <a:path w="36994" h="34384" extrusionOk="0">
                    <a:moveTo>
                      <a:pt x="18479" y="1"/>
                    </a:moveTo>
                    <a:cubicBezTo>
                      <a:pt x="10211" y="1"/>
                      <a:pt x="2945" y="5976"/>
                      <a:pt x="1535" y="14407"/>
                    </a:cubicBezTo>
                    <a:cubicBezTo>
                      <a:pt x="1" y="23780"/>
                      <a:pt x="6338" y="32620"/>
                      <a:pt x="15712" y="34154"/>
                    </a:cubicBezTo>
                    <a:cubicBezTo>
                      <a:pt x="16654" y="34308"/>
                      <a:pt x="17591" y="34383"/>
                      <a:pt x="18516" y="34383"/>
                    </a:cubicBezTo>
                    <a:cubicBezTo>
                      <a:pt x="26783" y="34383"/>
                      <a:pt x="34049" y="28408"/>
                      <a:pt x="35459" y="19977"/>
                    </a:cubicBezTo>
                    <a:cubicBezTo>
                      <a:pt x="36994" y="10637"/>
                      <a:pt x="30656" y="1798"/>
                      <a:pt x="21282" y="230"/>
                    </a:cubicBezTo>
                    <a:cubicBezTo>
                      <a:pt x="20340" y="76"/>
                      <a:pt x="19403" y="1"/>
                      <a:pt x="184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109175" y="460775"/>
                <a:ext cx="362775" cy="858975"/>
              </a:xfrm>
              <a:custGeom>
                <a:avLst/>
                <a:gdLst/>
                <a:ahLst/>
                <a:cxnLst/>
                <a:rect l="l" t="t" r="r" b="b"/>
                <a:pathLst>
                  <a:path w="14511" h="34359" fill="none" extrusionOk="0">
                    <a:moveTo>
                      <a:pt x="14511" y="17179"/>
                    </a:moveTo>
                    <a:cubicBezTo>
                      <a:pt x="14511" y="26686"/>
                      <a:pt x="11275" y="34358"/>
                      <a:pt x="7272" y="34358"/>
                    </a:cubicBezTo>
                    <a:cubicBezTo>
                      <a:pt x="3270" y="34358"/>
                      <a:pt x="1" y="26686"/>
                      <a:pt x="1" y="17179"/>
                    </a:cubicBezTo>
                    <a:cubicBezTo>
                      <a:pt x="1" y="7706"/>
                      <a:pt x="3270" y="0"/>
                      <a:pt x="7272" y="0"/>
                    </a:cubicBezTo>
                    <a:cubicBezTo>
                      <a:pt x="11275" y="0"/>
                      <a:pt x="14511" y="7706"/>
                      <a:pt x="14511" y="17179"/>
                    </a:cubicBezTo>
                    <a:close/>
                  </a:path>
                </a:pathLst>
              </a:custGeom>
              <a:noFill/>
              <a:ln w="50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290975" y="460775"/>
                <a:ext cx="25" cy="859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34392" fill="none" extrusionOk="0">
                    <a:moveTo>
                      <a:pt x="0" y="0"/>
                    </a:moveTo>
                    <a:lnTo>
                      <a:pt x="0" y="34392"/>
                    </a:lnTo>
                  </a:path>
                </a:pathLst>
              </a:custGeom>
              <a:noFill/>
              <a:ln w="500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1861500" y="890250"/>
                <a:ext cx="8589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359" h="1" fill="none" extrusionOk="0">
                    <a:moveTo>
                      <a:pt x="34358" y="0"/>
                    </a:moveTo>
                    <a:lnTo>
                      <a:pt x="1" y="0"/>
                    </a:lnTo>
                  </a:path>
                </a:pathLst>
              </a:custGeom>
              <a:noFill/>
              <a:ln w="50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1906525" y="700950"/>
                <a:ext cx="770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0823" h="1" fill="none" extrusionOk="0">
                    <a:moveTo>
                      <a:pt x="30823" y="0"/>
                    </a:moveTo>
                    <a:lnTo>
                      <a:pt x="1" y="0"/>
                    </a:lnTo>
                  </a:path>
                </a:pathLst>
              </a:custGeom>
              <a:noFill/>
              <a:ln w="50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1906525" y="1087900"/>
                <a:ext cx="7705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823" fill="none" extrusionOk="0">
                    <a:moveTo>
                      <a:pt x="30823" y="0"/>
                    </a:moveTo>
                    <a:lnTo>
                      <a:pt x="1" y="0"/>
                    </a:lnTo>
                  </a:path>
                </a:pathLst>
              </a:custGeom>
              <a:noFill/>
              <a:ln w="50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300575" y="1001450"/>
                <a:ext cx="713450" cy="696575"/>
              </a:xfrm>
              <a:custGeom>
                <a:avLst/>
                <a:gdLst/>
                <a:ahLst/>
                <a:cxnLst/>
                <a:rect l="l" t="t" r="r" b="b"/>
                <a:pathLst>
                  <a:path w="28538" h="27863" extrusionOk="0">
                    <a:moveTo>
                      <a:pt x="1572" y="0"/>
                    </a:moveTo>
                    <a:cubicBezTo>
                      <a:pt x="693" y="0"/>
                      <a:pt x="1" y="935"/>
                      <a:pt x="417" y="1823"/>
                    </a:cubicBezTo>
                    <a:lnTo>
                      <a:pt x="11592" y="27142"/>
                    </a:lnTo>
                    <a:cubicBezTo>
                      <a:pt x="11809" y="27634"/>
                      <a:pt x="12252" y="27862"/>
                      <a:pt x="12695" y="27862"/>
                    </a:cubicBezTo>
                    <a:cubicBezTo>
                      <a:pt x="13273" y="27862"/>
                      <a:pt x="13851" y="27473"/>
                      <a:pt x="13927" y="26775"/>
                    </a:cubicBezTo>
                    <a:lnTo>
                      <a:pt x="15294" y="15000"/>
                    </a:lnTo>
                    <a:lnTo>
                      <a:pt x="27036" y="13632"/>
                    </a:lnTo>
                    <a:cubicBezTo>
                      <a:pt x="28304" y="13499"/>
                      <a:pt x="28537" y="11797"/>
                      <a:pt x="27436" y="11297"/>
                    </a:cubicBezTo>
                    <a:lnTo>
                      <a:pt x="2118" y="122"/>
                    </a:lnTo>
                    <a:cubicBezTo>
                      <a:pt x="1934" y="38"/>
                      <a:pt x="1749" y="0"/>
                      <a:pt x="15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" name="Google Shape;131;p15"/>
          <p:cNvGrpSpPr/>
          <p:nvPr/>
        </p:nvGrpSpPr>
        <p:grpSpPr>
          <a:xfrm>
            <a:off x="248473" y="1500499"/>
            <a:ext cx="1241700" cy="3503550"/>
            <a:chOff x="3145450" y="1419325"/>
            <a:chExt cx="1241700" cy="3503550"/>
          </a:xfrm>
        </p:grpSpPr>
        <p:sp>
          <p:nvSpPr>
            <p:cNvPr id="132" name="Google Shape;132;p15"/>
            <p:cNvSpPr/>
            <p:nvPr/>
          </p:nvSpPr>
          <p:spPr>
            <a:xfrm>
              <a:off x="3539075" y="1824025"/>
              <a:ext cx="300950" cy="254600"/>
            </a:xfrm>
            <a:custGeom>
              <a:avLst/>
              <a:gdLst/>
              <a:ahLst/>
              <a:cxnLst/>
              <a:rect l="l" t="t" r="r" b="b"/>
              <a:pathLst>
                <a:path w="12038" h="10184" extrusionOk="0">
                  <a:moveTo>
                    <a:pt x="11825" y="1"/>
                  </a:moveTo>
                  <a:lnTo>
                    <a:pt x="1" y="1915"/>
                  </a:lnTo>
                  <a:lnTo>
                    <a:pt x="1" y="10183"/>
                  </a:lnTo>
                  <a:lnTo>
                    <a:pt x="7965" y="10183"/>
                  </a:lnTo>
                  <a:lnTo>
                    <a:pt x="7965" y="7964"/>
                  </a:lnTo>
                  <a:cubicBezTo>
                    <a:pt x="7965" y="7964"/>
                    <a:pt x="8613" y="8180"/>
                    <a:pt x="9325" y="8180"/>
                  </a:cubicBezTo>
                  <a:cubicBezTo>
                    <a:pt x="9680" y="8180"/>
                    <a:pt x="10052" y="8126"/>
                    <a:pt x="10366" y="7964"/>
                  </a:cubicBezTo>
                  <a:cubicBezTo>
                    <a:pt x="11308" y="7417"/>
                    <a:pt x="12038" y="1520"/>
                    <a:pt x="11825" y="1"/>
                  </a:cubicBezTo>
                  <a:close/>
                </a:path>
              </a:pathLst>
            </a:custGeom>
            <a:solidFill>
              <a:srgbClr val="6A5A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304275" y="2832400"/>
              <a:ext cx="686975" cy="212725"/>
            </a:xfrm>
            <a:custGeom>
              <a:avLst/>
              <a:gdLst/>
              <a:ahLst/>
              <a:cxnLst/>
              <a:rect l="l" t="t" r="r" b="b"/>
              <a:pathLst>
                <a:path w="27479" h="8509" extrusionOk="0">
                  <a:moveTo>
                    <a:pt x="6627" y="0"/>
                  </a:moveTo>
                  <a:lnTo>
                    <a:pt x="1" y="5593"/>
                  </a:lnTo>
                  <a:cubicBezTo>
                    <a:pt x="1" y="5593"/>
                    <a:pt x="31" y="6140"/>
                    <a:pt x="122" y="7022"/>
                  </a:cubicBezTo>
                  <a:cubicBezTo>
                    <a:pt x="1408" y="7444"/>
                    <a:pt x="5386" y="8509"/>
                    <a:pt x="12308" y="8509"/>
                  </a:cubicBezTo>
                  <a:cubicBezTo>
                    <a:pt x="16346" y="8509"/>
                    <a:pt x="21386" y="8147"/>
                    <a:pt x="27478" y="7083"/>
                  </a:cubicBezTo>
                  <a:cubicBezTo>
                    <a:pt x="26931" y="5198"/>
                    <a:pt x="26445" y="4317"/>
                    <a:pt x="26445" y="4317"/>
                  </a:cubicBezTo>
                  <a:lnTo>
                    <a:pt x="25411" y="2311"/>
                  </a:lnTo>
                  <a:lnTo>
                    <a:pt x="66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" name="Google Shape;134;p15"/>
            <p:cNvGrpSpPr/>
            <p:nvPr/>
          </p:nvGrpSpPr>
          <p:grpSpPr>
            <a:xfrm>
              <a:off x="3145450" y="1419325"/>
              <a:ext cx="1241700" cy="3503550"/>
              <a:chOff x="3145450" y="1419325"/>
              <a:chExt cx="1241700" cy="350355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3145450" y="4706275"/>
                <a:ext cx="942300" cy="216600"/>
              </a:xfrm>
              <a:custGeom>
                <a:avLst/>
                <a:gdLst/>
                <a:ahLst/>
                <a:cxnLst/>
                <a:rect l="l" t="t" r="r" b="b"/>
                <a:pathLst>
                  <a:path w="37692" h="8664" extrusionOk="0">
                    <a:moveTo>
                      <a:pt x="18846" y="1"/>
                    </a:moveTo>
                    <a:cubicBezTo>
                      <a:pt x="8451" y="1"/>
                      <a:pt x="1" y="1946"/>
                      <a:pt x="1" y="4317"/>
                    </a:cubicBezTo>
                    <a:cubicBezTo>
                      <a:pt x="1" y="6718"/>
                      <a:pt x="8451" y="8664"/>
                      <a:pt x="18846" y="8664"/>
                    </a:cubicBezTo>
                    <a:cubicBezTo>
                      <a:pt x="29272" y="8664"/>
                      <a:pt x="37692" y="6718"/>
                      <a:pt x="37692" y="4317"/>
                    </a:cubicBezTo>
                    <a:cubicBezTo>
                      <a:pt x="37692" y="1946"/>
                      <a:pt x="29272" y="1"/>
                      <a:pt x="1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3673575" y="4596850"/>
                <a:ext cx="158850" cy="265250"/>
              </a:xfrm>
              <a:custGeom>
                <a:avLst/>
                <a:gdLst/>
                <a:ahLst/>
                <a:cxnLst/>
                <a:rect l="l" t="t" r="r" b="b"/>
                <a:pathLst>
                  <a:path w="6354" h="10610" extrusionOk="0">
                    <a:moveTo>
                      <a:pt x="791" y="1"/>
                    </a:moveTo>
                    <a:cubicBezTo>
                      <a:pt x="791" y="1"/>
                      <a:pt x="457" y="3223"/>
                      <a:pt x="244" y="4256"/>
                    </a:cubicBezTo>
                    <a:cubicBezTo>
                      <a:pt x="1" y="5290"/>
                      <a:pt x="244" y="10032"/>
                      <a:pt x="244" y="10032"/>
                    </a:cubicBezTo>
                    <a:lnTo>
                      <a:pt x="5229" y="10609"/>
                    </a:lnTo>
                    <a:cubicBezTo>
                      <a:pt x="5229" y="10609"/>
                      <a:pt x="5320" y="7691"/>
                      <a:pt x="5563" y="6810"/>
                    </a:cubicBezTo>
                    <a:cubicBezTo>
                      <a:pt x="5776" y="5959"/>
                      <a:pt x="5563" y="4864"/>
                      <a:pt x="5563" y="4287"/>
                    </a:cubicBezTo>
                    <a:cubicBezTo>
                      <a:pt x="5563" y="3740"/>
                      <a:pt x="6354" y="457"/>
                      <a:pt x="6354" y="457"/>
                    </a:cubicBezTo>
                    <a:lnTo>
                      <a:pt x="791" y="1"/>
                    </a:lnTo>
                    <a:close/>
                  </a:path>
                </a:pathLst>
              </a:custGeom>
              <a:solidFill>
                <a:srgbClr val="6A5A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3642425" y="4739725"/>
                <a:ext cx="183175" cy="164175"/>
              </a:xfrm>
              <a:custGeom>
                <a:avLst/>
                <a:gdLst/>
                <a:ahLst/>
                <a:cxnLst/>
                <a:rect l="l" t="t" r="r" b="b"/>
                <a:pathLst>
                  <a:path w="7327" h="6567" extrusionOk="0">
                    <a:moveTo>
                      <a:pt x="1460" y="0"/>
                    </a:moveTo>
                    <a:cubicBezTo>
                      <a:pt x="1460" y="1"/>
                      <a:pt x="913" y="1429"/>
                      <a:pt x="609" y="2219"/>
                    </a:cubicBezTo>
                    <a:cubicBezTo>
                      <a:pt x="305" y="3040"/>
                      <a:pt x="1" y="5532"/>
                      <a:pt x="1065" y="6171"/>
                    </a:cubicBezTo>
                    <a:cubicBezTo>
                      <a:pt x="1510" y="6459"/>
                      <a:pt x="2338" y="6566"/>
                      <a:pt x="3222" y="6566"/>
                    </a:cubicBezTo>
                    <a:cubicBezTo>
                      <a:pt x="4391" y="6566"/>
                      <a:pt x="5657" y="6378"/>
                      <a:pt x="6262" y="6171"/>
                    </a:cubicBezTo>
                    <a:cubicBezTo>
                      <a:pt x="7326" y="5836"/>
                      <a:pt x="7174" y="4256"/>
                      <a:pt x="7174" y="2888"/>
                    </a:cubicBezTo>
                    <a:cubicBezTo>
                      <a:pt x="7174" y="1459"/>
                      <a:pt x="6840" y="1125"/>
                      <a:pt x="6840" y="1125"/>
                    </a:cubicBezTo>
                    <a:lnTo>
                      <a:pt x="6657" y="2341"/>
                    </a:lnTo>
                    <a:cubicBezTo>
                      <a:pt x="5553" y="1966"/>
                      <a:pt x="4601" y="1841"/>
                      <a:pt x="3822" y="1841"/>
                    </a:cubicBezTo>
                    <a:cubicBezTo>
                      <a:pt x="2264" y="1841"/>
                      <a:pt x="1399" y="2341"/>
                      <a:pt x="1399" y="2341"/>
                    </a:cubicBezTo>
                    <a:lnTo>
                      <a:pt x="14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3647000" y="4848375"/>
                <a:ext cx="17480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886" fill="none" extrusionOk="0">
                    <a:moveTo>
                      <a:pt x="122" y="274"/>
                    </a:moveTo>
                    <a:cubicBezTo>
                      <a:pt x="122" y="274"/>
                      <a:pt x="0" y="1642"/>
                      <a:pt x="1793" y="1764"/>
                    </a:cubicBezTo>
                    <a:cubicBezTo>
                      <a:pt x="3587" y="1885"/>
                      <a:pt x="5775" y="1490"/>
                      <a:pt x="6353" y="1034"/>
                    </a:cubicBezTo>
                    <a:cubicBezTo>
                      <a:pt x="6930" y="548"/>
                      <a:pt x="6991" y="1"/>
                      <a:pt x="6991" y="1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3658400" y="4798225"/>
                <a:ext cx="19000" cy="897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588" fill="none" extrusionOk="0">
                    <a:moveTo>
                      <a:pt x="426" y="3587"/>
                    </a:moveTo>
                    <a:cubicBezTo>
                      <a:pt x="426" y="3587"/>
                      <a:pt x="0" y="1156"/>
                      <a:pt x="760" y="1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3808850" y="4798225"/>
                <a:ext cx="129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2585" fill="none" extrusionOk="0">
                    <a:moveTo>
                      <a:pt x="0" y="1"/>
                    </a:moveTo>
                    <a:cubicBezTo>
                      <a:pt x="0" y="1"/>
                      <a:pt x="517" y="1642"/>
                      <a:pt x="304" y="2584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3690300" y="4599150"/>
                <a:ext cx="141375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5655" h="1368" extrusionOk="0">
                    <a:moveTo>
                      <a:pt x="92" y="0"/>
                    </a:moveTo>
                    <a:lnTo>
                      <a:pt x="61" y="517"/>
                    </a:lnTo>
                    <a:cubicBezTo>
                      <a:pt x="61" y="517"/>
                      <a:pt x="1" y="638"/>
                      <a:pt x="1125" y="942"/>
                    </a:cubicBezTo>
                    <a:cubicBezTo>
                      <a:pt x="2280" y="1246"/>
                      <a:pt x="5229" y="1368"/>
                      <a:pt x="5229" y="1368"/>
                    </a:cubicBezTo>
                    <a:lnTo>
                      <a:pt x="5654" y="395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3466900" y="4597625"/>
                <a:ext cx="145925" cy="258375"/>
              </a:xfrm>
              <a:custGeom>
                <a:avLst/>
                <a:gdLst/>
                <a:ahLst/>
                <a:cxnLst/>
                <a:rect l="l" t="t" r="r" b="b"/>
                <a:pathLst>
                  <a:path w="5837" h="10335" extrusionOk="0">
                    <a:moveTo>
                      <a:pt x="213" y="0"/>
                    </a:moveTo>
                    <a:cubicBezTo>
                      <a:pt x="213" y="0"/>
                      <a:pt x="578" y="3344"/>
                      <a:pt x="487" y="3921"/>
                    </a:cubicBezTo>
                    <a:cubicBezTo>
                      <a:pt x="426" y="4499"/>
                      <a:pt x="61" y="5532"/>
                      <a:pt x="152" y="6444"/>
                    </a:cubicBezTo>
                    <a:cubicBezTo>
                      <a:pt x="274" y="7295"/>
                      <a:pt x="0" y="10274"/>
                      <a:pt x="0" y="10274"/>
                    </a:cubicBezTo>
                    <a:lnTo>
                      <a:pt x="5016" y="10335"/>
                    </a:lnTo>
                    <a:cubicBezTo>
                      <a:pt x="5016" y="10335"/>
                      <a:pt x="5836" y="5684"/>
                      <a:pt x="5776" y="4651"/>
                    </a:cubicBezTo>
                    <a:cubicBezTo>
                      <a:pt x="5684" y="3617"/>
                      <a:pt x="5776" y="365"/>
                      <a:pt x="5776" y="365"/>
                    </a:cubicBez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6A5A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3444850" y="4746550"/>
                <a:ext cx="184700" cy="159275"/>
              </a:xfrm>
              <a:custGeom>
                <a:avLst/>
                <a:gdLst/>
                <a:ahLst/>
                <a:cxnLst/>
                <a:rect l="l" t="t" r="r" b="b"/>
                <a:pathLst>
                  <a:path w="7388" h="6371" extrusionOk="0">
                    <a:moveTo>
                      <a:pt x="6658" y="1"/>
                    </a:moveTo>
                    <a:lnTo>
                      <a:pt x="6262" y="2372"/>
                    </a:lnTo>
                    <a:cubicBezTo>
                      <a:pt x="6262" y="2372"/>
                      <a:pt x="5153" y="1492"/>
                      <a:pt x="2996" y="1492"/>
                    </a:cubicBezTo>
                    <a:cubicBezTo>
                      <a:pt x="2434" y="1492"/>
                      <a:pt x="1799" y="1552"/>
                      <a:pt x="1095" y="1703"/>
                    </a:cubicBezTo>
                    <a:lnTo>
                      <a:pt x="1095" y="426"/>
                    </a:lnTo>
                    <a:cubicBezTo>
                      <a:pt x="1095" y="426"/>
                      <a:pt x="730" y="730"/>
                      <a:pt x="548" y="2098"/>
                    </a:cubicBezTo>
                    <a:cubicBezTo>
                      <a:pt x="335" y="3466"/>
                      <a:pt x="1" y="5016"/>
                      <a:pt x="1034" y="5533"/>
                    </a:cubicBezTo>
                    <a:cubicBezTo>
                      <a:pt x="1814" y="5900"/>
                      <a:pt x="3736" y="6371"/>
                      <a:pt x="5103" y="6371"/>
                    </a:cubicBezTo>
                    <a:cubicBezTo>
                      <a:pt x="5547" y="6371"/>
                      <a:pt x="5933" y="6321"/>
                      <a:pt x="6202" y="6202"/>
                    </a:cubicBezTo>
                    <a:cubicBezTo>
                      <a:pt x="7326" y="5715"/>
                      <a:pt x="7387" y="3162"/>
                      <a:pt x="7174" y="2341"/>
                    </a:cubicBezTo>
                    <a:cubicBezTo>
                      <a:pt x="6992" y="1490"/>
                      <a:pt x="6658" y="1"/>
                      <a:pt x="66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3451700" y="4855225"/>
                <a:ext cx="164150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6566" h="1460" fill="none" extrusionOk="0">
                    <a:moveTo>
                      <a:pt x="0" y="0"/>
                    </a:moveTo>
                    <a:cubicBezTo>
                      <a:pt x="0" y="0"/>
                      <a:pt x="912" y="1064"/>
                      <a:pt x="3192" y="1247"/>
                    </a:cubicBezTo>
                    <a:cubicBezTo>
                      <a:pt x="5502" y="1459"/>
                      <a:pt x="6566" y="943"/>
                      <a:pt x="6566" y="943"/>
                    </a:cubicBezTo>
                  </a:path>
                </a:pathLst>
              </a:custGeom>
              <a:solidFill>
                <a:schemeClr val="accent2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3450950" y="4789125"/>
                <a:ext cx="20525" cy="7372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2949" fill="none" extrusionOk="0">
                    <a:moveTo>
                      <a:pt x="821" y="0"/>
                    </a:moveTo>
                    <a:cubicBezTo>
                      <a:pt x="821" y="0"/>
                      <a:pt x="0" y="2067"/>
                      <a:pt x="365" y="2948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3601400" y="4805825"/>
                <a:ext cx="99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162" fill="none" extrusionOk="0">
                    <a:moveTo>
                      <a:pt x="0" y="1"/>
                    </a:moveTo>
                    <a:cubicBezTo>
                      <a:pt x="0" y="1"/>
                      <a:pt x="396" y="1824"/>
                      <a:pt x="0" y="3162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EFEF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3475250" y="4615100"/>
                <a:ext cx="1368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5472" h="2132" extrusionOk="0">
                    <a:moveTo>
                      <a:pt x="5472" y="0"/>
                    </a:moveTo>
                    <a:lnTo>
                      <a:pt x="1" y="517"/>
                    </a:lnTo>
                    <a:lnTo>
                      <a:pt x="122" y="1672"/>
                    </a:lnTo>
                    <a:cubicBezTo>
                      <a:pt x="122" y="1672"/>
                      <a:pt x="1568" y="2132"/>
                      <a:pt x="3144" y="2132"/>
                    </a:cubicBezTo>
                    <a:cubicBezTo>
                      <a:pt x="3932" y="2132"/>
                      <a:pt x="4753" y="2017"/>
                      <a:pt x="5442" y="1672"/>
                    </a:cubicBezTo>
                    <a:lnTo>
                      <a:pt x="54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3739700" y="1990450"/>
                <a:ext cx="2282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90" extrusionOk="0">
                    <a:moveTo>
                      <a:pt x="0" y="0"/>
                    </a:moveTo>
                    <a:lnTo>
                      <a:pt x="0" y="1307"/>
                    </a:lnTo>
                    <a:lnTo>
                      <a:pt x="912" y="14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3270850" y="1419325"/>
                <a:ext cx="683925" cy="571400"/>
              </a:xfrm>
              <a:custGeom>
                <a:avLst/>
                <a:gdLst/>
                <a:ahLst/>
                <a:cxnLst/>
                <a:rect l="l" t="t" r="r" b="b"/>
                <a:pathLst>
                  <a:path w="27357" h="22856" extrusionOk="0">
                    <a:moveTo>
                      <a:pt x="14069" y="1"/>
                    </a:moveTo>
                    <a:cubicBezTo>
                      <a:pt x="12955" y="1"/>
                      <a:pt x="11856" y="409"/>
                      <a:pt x="11034" y="1143"/>
                    </a:cubicBezTo>
                    <a:cubicBezTo>
                      <a:pt x="11085" y="758"/>
                      <a:pt x="10661" y="439"/>
                      <a:pt x="10254" y="439"/>
                    </a:cubicBezTo>
                    <a:cubicBezTo>
                      <a:pt x="10178" y="439"/>
                      <a:pt x="10103" y="450"/>
                      <a:pt x="10031" y="474"/>
                    </a:cubicBezTo>
                    <a:cubicBezTo>
                      <a:pt x="9575" y="626"/>
                      <a:pt x="9362" y="1052"/>
                      <a:pt x="9210" y="1507"/>
                    </a:cubicBezTo>
                    <a:cubicBezTo>
                      <a:pt x="8785" y="1447"/>
                      <a:pt x="8336" y="1378"/>
                      <a:pt x="7899" y="1378"/>
                    </a:cubicBezTo>
                    <a:cubicBezTo>
                      <a:pt x="7462" y="1378"/>
                      <a:pt x="7037" y="1447"/>
                      <a:pt x="6657" y="1659"/>
                    </a:cubicBezTo>
                    <a:cubicBezTo>
                      <a:pt x="6475" y="1751"/>
                      <a:pt x="6262" y="1872"/>
                      <a:pt x="6201" y="2055"/>
                    </a:cubicBezTo>
                    <a:cubicBezTo>
                      <a:pt x="6079" y="2267"/>
                      <a:pt x="6231" y="2571"/>
                      <a:pt x="6383" y="2723"/>
                    </a:cubicBezTo>
                    <a:cubicBezTo>
                      <a:pt x="5168" y="2754"/>
                      <a:pt x="3952" y="3118"/>
                      <a:pt x="3070" y="3969"/>
                    </a:cubicBezTo>
                    <a:cubicBezTo>
                      <a:pt x="2918" y="4121"/>
                      <a:pt x="2766" y="4304"/>
                      <a:pt x="2705" y="4486"/>
                    </a:cubicBezTo>
                    <a:cubicBezTo>
                      <a:pt x="2614" y="4729"/>
                      <a:pt x="2827" y="5003"/>
                      <a:pt x="2979" y="5155"/>
                    </a:cubicBezTo>
                    <a:cubicBezTo>
                      <a:pt x="2006" y="5611"/>
                      <a:pt x="1338" y="6462"/>
                      <a:pt x="851" y="7435"/>
                    </a:cubicBezTo>
                    <a:cubicBezTo>
                      <a:pt x="578" y="7951"/>
                      <a:pt x="304" y="8529"/>
                      <a:pt x="395" y="9137"/>
                    </a:cubicBezTo>
                    <a:cubicBezTo>
                      <a:pt x="454" y="9719"/>
                      <a:pt x="985" y="10356"/>
                      <a:pt x="1564" y="10356"/>
                    </a:cubicBezTo>
                    <a:cubicBezTo>
                      <a:pt x="1590" y="10356"/>
                      <a:pt x="1616" y="10355"/>
                      <a:pt x="1642" y="10353"/>
                    </a:cubicBezTo>
                    <a:lnTo>
                      <a:pt x="1642" y="10353"/>
                    </a:lnTo>
                    <a:cubicBezTo>
                      <a:pt x="1155" y="10778"/>
                      <a:pt x="1064" y="11416"/>
                      <a:pt x="1398" y="11933"/>
                    </a:cubicBezTo>
                    <a:cubicBezTo>
                      <a:pt x="547" y="12632"/>
                      <a:pt x="0" y="13726"/>
                      <a:pt x="0" y="14821"/>
                    </a:cubicBezTo>
                    <a:cubicBezTo>
                      <a:pt x="0" y="15125"/>
                      <a:pt x="31" y="15429"/>
                      <a:pt x="183" y="15702"/>
                    </a:cubicBezTo>
                    <a:cubicBezTo>
                      <a:pt x="335" y="15976"/>
                      <a:pt x="608" y="16189"/>
                      <a:pt x="912" y="16189"/>
                    </a:cubicBezTo>
                    <a:cubicBezTo>
                      <a:pt x="760" y="17222"/>
                      <a:pt x="1095" y="18438"/>
                      <a:pt x="2006" y="18985"/>
                    </a:cubicBezTo>
                    <a:cubicBezTo>
                      <a:pt x="2067" y="19623"/>
                      <a:pt x="2128" y="20292"/>
                      <a:pt x="2462" y="20869"/>
                    </a:cubicBezTo>
                    <a:cubicBezTo>
                      <a:pt x="2705" y="21265"/>
                      <a:pt x="3009" y="21599"/>
                      <a:pt x="3435" y="21721"/>
                    </a:cubicBezTo>
                    <a:cubicBezTo>
                      <a:pt x="3509" y="21738"/>
                      <a:pt x="3588" y="21746"/>
                      <a:pt x="3670" y="21746"/>
                    </a:cubicBezTo>
                    <a:cubicBezTo>
                      <a:pt x="4021" y="21746"/>
                      <a:pt x="4406" y="21586"/>
                      <a:pt x="4529" y="21265"/>
                    </a:cubicBezTo>
                    <a:cubicBezTo>
                      <a:pt x="4560" y="21721"/>
                      <a:pt x="4955" y="22085"/>
                      <a:pt x="5350" y="22116"/>
                    </a:cubicBezTo>
                    <a:cubicBezTo>
                      <a:pt x="5384" y="22120"/>
                      <a:pt x="5417" y="22122"/>
                      <a:pt x="5450" y="22122"/>
                    </a:cubicBezTo>
                    <a:cubicBezTo>
                      <a:pt x="5867" y="22122"/>
                      <a:pt x="6240" y="21782"/>
                      <a:pt x="6353" y="21417"/>
                    </a:cubicBezTo>
                    <a:cubicBezTo>
                      <a:pt x="6475" y="21721"/>
                      <a:pt x="6778" y="22024"/>
                      <a:pt x="7113" y="22055"/>
                    </a:cubicBezTo>
                    <a:cubicBezTo>
                      <a:pt x="7135" y="22057"/>
                      <a:pt x="7157" y="22058"/>
                      <a:pt x="7180" y="22058"/>
                    </a:cubicBezTo>
                    <a:cubicBezTo>
                      <a:pt x="7465" y="22058"/>
                      <a:pt x="7762" y="21883"/>
                      <a:pt x="7903" y="21629"/>
                    </a:cubicBezTo>
                    <a:cubicBezTo>
                      <a:pt x="8152" y="21975"/>
                      <a:pt x="8571" y="22162"/>
                      <a:pt x="8992" y="22162"/>
                    </a:cubicBezTo>
                    <a:cubicBezTo>
                      <a:pt x="9237" y="22162"/>
                      <a:pt x="9483" y="22098"/>
                      <a:pt x="9696" y="21964"/>
                    </a:cubicBezTo>
                    <a:cubicBezTo>
                      <a:pt x="9724" y="22384"/>
                      <a:pt x="10140" y="22856"/>
                      <a:pt x="10609" y="22856"/>
                    </a:cubicBezTo>
                    <a:cubicBezTo>
                      <a:pt x="10649" y="22856"/>
                      <a:pt x="10689" y="22852"/>
                      <a:pt x="10730" y="22845"/>
                    </a:cubicBezTo>
                    <a:cubicBezTo>
                      <a:pt x="12065" y="22605"/>
                      <a:pt x="13354" y="22505"/>
                      <a:pt x="14719" y="22505"/>
                    </a:cubicBezTo>
                    <a:cubicBezTo>
                      <a:pt x="14908" y="22505"/>
                      <a:pt x="15098" y="22507"/>
                      <a:pt x="15289" y="22511"/>
                    </a:cubicBezTo>
                    <a:cubicBezTo>
                      <a:pt x="15745" y="22511"/>
                      <a:pt x="16384" y="22511"/>
                      <a:pt x="16657" y="22663"/>
                    </a:cubicBezTo>
                    <a:cubicBezTo>
                      <a:pt x="16758" y="22713"/>
                      <a:pt x="16866" y="22737"/>
                      <a:pt x="16973" y="22737"/>
                    </a:cubicBezTo>
                    <a:cubicBezTo>
                      <a:pt x="17187" y="22737"/>
                      <a:pt x="17397" y="22643"/>
                      <a:pt x="17539" y="22480"/>
                    </a:cubicBezTo>
                    <a:cubicBezTo>
                      <a:pt x="17721" y="22207"/>
                      <a:pt x="17873" y="21751"/>
                      <a:pt x="17721" y="21447"/>
                    </a:cubicBezTo>
                    <a:lnTo>
                      <a:pt x="17721" y="21447"/>
                    </a:lnTo>
                    <a:cubicBezTo>
                      <a:pt x="17907" y="21459"/>
                      <a:pt x="18088" y="21472"/>
                      <a:pt x="18264" y="21472"/>
                    </a:cubicBezTo>
                    <a:cubicBezTo>
                      <a:pt x="18519" y="21472"/>
                      <a:pt x="18764" y="21446"/>
                      <a:pt x="18998" y="21356"/>
                    </a:cubicBezTo>
                    <a:cubicBezTo>
                      <a:pt x="19423" y="21204"/>
                      <a:pt x="19909" y="20657"/>
                      <a:pt x="19970" y="20231"/>
                    </a:cubicBezTo>
                    <a:cubicBezTo>
                      <a:pt x="20153" y="20287"/>
                      <a:pt x="20362" y="20331"/>
                      <a:pt x="20565" y="20331"/>
                    </a:cubicBezTo>
                    <a:cubicBezTo>
                      <a:pt x="20799" y="20331"/>
                      <a:pt x="21023" y="20273"/>
                      <a:pt x="21186" y="20110"/>
                    </a:cubicBezTo>
                    <a:cubicBezTo>
                      <a:pt x="21368" y="19927"/>
                      <a:pt x="21429" y="19654"/>
                      <a:pt x="21490" y="19380"/>
                    </a:cubicBezTo>
                    <a:cubicBezTo>
                      <a:pt x="21551" y="19015"/>
                      <a:pt x="21733" y="18620"/>
                      <a:pt x="21824" y="18255"/>
                    </a:cubicBezTo>
                    <a:cubicBezTo>
                      <a:pt x="21935" y="18422"/>
                      <a:pt x="22137" y="18498"/>
                      <a:pt x="22339" y="18498"/>
                    </a:cubicBezTo>
                    <a:cubicBezTo>
                      <a:pt x="22469" y="18498"/>
                      <a:pt x="22599" y="18467"/>
                      <a:pt x="22706" y="18407"/>
                    </a:cubicBezTo>
                    <a:cubicBezTo>
                      <a:pt x="23010" y="18255"/>
                      <a:pt x="23192" y="17951"/>
                      <a:pt x="23344" y="17678"/>
                    </a:cubicBezTo>
                    <a:cubicBezTo>
                      <a:pt x="23648" y="17222"/>
                      <a:pt x="24134" y="16736"/>
                      <a:pt x="24438" y="16249"/>
                    </a:cubicBezTo>
                    <a:cubicBezTo>
                      <a:pt x="24551" y="16387"/>
                      <a:pt x="24725" y="16452"/>
                      <a:pt x="24901" y="16452"/>
                    </a:cubicBezTo>
                    <a:cubicBezTo>
                      <a:pt x="25154" y="16452"/>
                      <a:pt x="25413" y="16318"/>
                      <a:pt x="25502" y="16067"/>
                    </a:cubicBezTo>
                    <a:cubicBezTo>
                      <a:pt x="25593" y="15915"/>
                      <a:pt x="25533" y="15733"/>
                      <a:pt x="25533" y="15581"/>
                    </a:cubicBezTo>
                    <a:cubicBezTo>
                      <a:pt x="25502" y="15094"/>
                      <a:pt x="25533" y="14547"/>
                      <a:pt x="25502" y="14061"/>
                    </a:cubicBezTo>
                    <a:lnTo>
                      <a:pt x="25502" y="14061"/>
                    </a:lnTo>
                    <a:cubicBezTo>
                      <a:pt x="25615" y="14174"/>
                      <a:pt x="25761" y="14221"/>
                      <a:pt x="25912" y="14221"/>
                    </a:cubicBezTo>
                    <a:cubicBezTo>
                      <a:pt x="26086" y="14221"/>
                      <a:pt x="26268" y="14158"/>
                      <a:pt x="26414" y="14061"/>
                    </a:cubicBezTo>
                    <a:cubicBezTo>
                      <a:pt x="27052" y="13696"/>
                      <a:pt x="27356" y="12875"/>
                      <a:pt x="27326" y="12116"/>
                    </a:cubicBezTo>
                    <a:cubicBezTo>
                      <a:pt x="27296" y="11356"/>
                      <a:pt x="26992" y="10657"/>
                      <a:pt x="26718" y="9957"/>
                    </a:cubicBezTo>
                    <a:cubicBezTo>
                      <a:pt x="26627" y="9745"/>
                      <a:pt x="26688" y="9653"/>
                      <a:pt x="26596" y="9471"/>
                    </a:cubicBezTo>
                    <a:lnTo>
                      <a:pt x="26596" y="9471"/>
                    </a:lnTo>
                    <a:cubicBezTo>
                      <a:pt x="26651" y="9540"/>
                      <a:pt x="26725" y="9571"/>
                      <a:pt x="26800" y="9571"/>
                    </a:cubicBezTo>
                    <a:cubicBezTo>
                      <a:pt x="26891" y="9571"/>
                      <a:pt x="26986" y="9524"/>
                      <a:pt x="27052" y="9441"/>
                    </a:cubicBezTo>
                    <a:cubicBezTo>
                      <a:pt x="27174" y="9289"/>
                      <a:pt x="27174" y="9076"/>
                      <a:pt x="27144" y="8954"/>
                    </a:cubicBezTo>
                    <a:cubicBezTo>
                      <a:pt x="27022" y="7799"/>
                      <a:pt x="26566" y="6462"/>
                      <a:pt x="25563" y="5854"/>
                    </a:cubicBezTo>
                    <a:cubicBezTo>
                      <a:pt x="25715" y="5854"/>
                      <a:pt x="25837" y="5672"/>
                      <a:pt x="25806" y="5520"/>
                    </a:cubicBezTo>
                    <a:cubicBezTo>
                      <a:pt x="25776" y="5368"/>
                      <a:pt x="25654" y="5246"/>
                      <a:pt x="25502" y="5155"/>
                    </a:cubicBezTo>
                    <a:cubicBezTo>
                      <a:pt x="25077" y="4851"/>
                      <a:pt x="24773" y="4638"/>
                      <a:pt x="24317" y="4456"/>
                    </a:cubicBezTo>
                    <a:cubicBezTo>
                      <a:pt x="24590" y="4152"/>
                      <a:pt x="24317" y="3666"/>
                      <a:pt x="24013" y="3392"/>
                    </a:cubicBezTo>
                    <a:cubicBezTo>
                      <a:pt x="23040" y="2419"/>
                      <a:pt x="21764" y="1720"/>
                      <a:pt x="20396" y="1386"/>
                    </a:cubicBezTo>
                    <a:cubicBezTo>
                      <a:pt x="19537" y="1166"/>
                      <a:pt x="18665" y="1091"/>
                      <a:pt x="17772" y="1091"/>
                    </a:cubicBezTo>
                    <a:cubicBezTo>
                      <a:pt x="17305" y="1091"/>
                      <a:pt x="16833" y="1111"/>
                      <a:pt x="16353" y="1143"/>
                    </a:cubicBezTo>
                    <a:cubicBezTo>
                      <a:pt x="16292" y="626"/>
                      <a:pt x="15776" y="322"/>
                      <a:pt x="15289" y="170"/>
                    </a:cubicBezTo>
                    <a:cubicBezTo>
                      <a:pt x="14889" y="56"/>
                      <a:pt x="14478" y="1"/>
                      <a:pt x="140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4191825" y="1535200"/>
                <a:ext cx="195325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7813" h="10521" extrusionOk="0">
                    <a:moveTo>
                      <a:pt x="7198" y="0"/>
                    </a:moveTo>
                    <a:cubicBezTo>
                      <a:pt x="7181" y="0"/>
                      <a:pt x="7163" y="1"/>
                      <a:pt x="7144" y="3"/>
                    </a:cubicBezTo>
                    <a:cubicBezTo>
                      <a:pt x="6536" y="94"/>
                      <a:pt x="2645" y="3894"/>
                      <a:pt x="2645" y="3894"/>
                    </a:cubicBezTo>
                    <a:cubicBezTo>
                      <a:pt x="2645" y="3894"/>
                      <a:pt x="2525" y="3843"/>
                      <a:pt x="2312" y="3843"/>
                    </a:cubicBezTo>
                    <a:cubicBezTo>
                      <a:pt x="2060" y="3843"/>
                      <a:pt x="1679" y="3915"/>
                      <a:pt x="1217" y="4228"/>
                    </a:cubicBezTo>
                    <a:cubicBezTo>
                      <a:pt x="335" y="4806"/>
                      <a:pt x="1" y="6781"/>
                      <a:pt x="1" y="6781"/>
                    </a:cubicBezTo>
                    <a:lnTo>
                      <a:pt x="1217" y="9487"/>
                    </a:lnTo>
                    <a:lnTo>
                      <a:pt x="4955" y="10520"/>
                    </a:lnTo>
                    <a:lnTo>
                      <a:pt x="6475" y="9517"/>
                    </a:lnTo>
                    <a:cubicBezTo>
                      <a:pt x="7205" y="9517"/>
                      <a:pt x="7509" y="8149"/>
                      <a:pt x="7661" y="7632"/>
                    </a:cubicBezTo>
                    <a:cubicBezTo>
                      <a:pt x="7813" y="7116"/>
                      <a:pt x="6262" y="6295"/>
                      <a:pt x="5898" y="6052"/>
                    </a:cubicBezTo>
                    <a:cubicBezTo>
                      <a:pt x="5533" y="5839"/>
                      <a:pt x="4955" y="4775"/>
                      <a:pt x="4955" y="4775"/>
                    </a:cubicBezTo>
                    <a:cubicBezTo>
                      <a:pt x="4955" y="4775"/>
                      <a:pt x="7174" y="1797"/>
                      <a:pt x="7478" y="1310"/>
                    </a:cubicBezTo>
                    <a:cubicBezTo>
                      <a:pt x="7772" y="811"/>
                      <a:pt x="7697" y="0"/>
                      <a:pt x="7198" y="0"/>
                    </a:cubicBezTo>
                    <a:close/>
                  </a:path>
                </a:pathLst>
              </a:custGeom>
              <a:solidFill>
                <a:srgbClr val="6A5A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4216150" y="1631025"/>
                <a:ext cx="418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915" fill="none" extrusionOk="0">
                    <a:moveTo>
                      <a:pt x="1672" y="0"/>
                    </a:moveTo>
                    <a:lnTo>
                      <a:pt x="1" y="1915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3215375" y="3281500"/>
                <a:ext cx="132250" cy="270675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10827" extrusionOk="0">
                    <a:moveTo>
                      <a:pt x="61" y="0"/>
                    </a:moveTo>
                    <a:lnTo>
                      <a:pt x="152" y="1368"/>
                    </a:lnTo>
                    <a:cubicBezTo>
                      <a:pt x="61" y="1581"/>
                      <a:pt x="0" y="8572"/>
                      <a:pt x="487" y="9089"/>
                    </a:cubicBezTo>
                    <a:cubicBezTo>
                      <a:pt x="973" y="9575"/>
                      <a:pt x="1855" y="9879"/>
                      <a:pt x="1855" y="9879"/>
                    </a:cubicBezTo>
                    <a:cubicBezTo>
                      <a:pt x="1855" y="9879"/>
                      <a:pt x="2579" y="10827"/>
                      <a:pt x="3415" y="10827"/>
                    </a:cubicBezTo>
                    <a:cubicBezTo>
                      <a:pt x="3452" y="10827"/>
                      <a:pt x="3489" y="10825"/>
                      <a:pt x="3526" y="10821"/>
                    </a:cubicBezTo>
                    <a:cubicBezTo>
                      <a:pt x="4408" y="10760"/>
                      <a:pt x="5289" y="10031"/>
                      <a:pt x="5289" y="9392"/>
                    </a:cubicBezTo>
                    <a:cubicBezTo>
                      <a:pt x="5289" y="8724"/>
                      <a:pt x="4013" y="8085"/>
                      <a:pt x="4013" y="8085"/>
                    </a:cubicBezTo>
                    <a:lnTo>
                      <a:pt x="4742" y="3617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rgbClr val="6A5A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3261725" y="3315700"/>
                <a:ext cx="47150" cy="216575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8663" fill="none" extrusionOk="0">
                    <a:moveTo>
                      <a:pt x="821" y="0"/>
                    </a:moveTo>
                    <a:cubicBezTo>
                      <a:pt x="821" y="0"/>
                      <a:pt x="1520" y="2097"/>
                      <a:pt x="304" y="3739"/>
                    </a:cubicBezTo>
                    <a:lnTo>
                      <a:pt x="304" y="6565"/>
                    </a:lnTo>
                    <a:cubicBezTo>
                      <a:pt x="304" y="6565"/>
                      <a:pt x="1885" y="7508"/>
                      <a:pt x="1824" y="7781"/>
                    </a:cubicBezTo>
                    <a:cubicBezTo>
                      <a:pt x="1733" y="8085"/>
                      <a:pt x="1064" y="8663"/>
                      <a:pt x="1064" y="8663"/>
                    </a:cubicBezTo>
                    <a:lnTo>
                      <a:pt x="1" y="8511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3284525" y="3489700"/>
                <a:ext cx="471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129" fill="none" extrusionOk="0">
                    <a:moveTo>
                      <a:pt x="0" y="1"/>
                    </a:moveTo>
                    <a:cubicBezTo>
                      <a:pt x="0" y="1"/>
                      <a:pt x="1642" y="487"/>
                      <a:pt x="1733" y="761"/>
                    </a:cubicBezTo>
                    <a:cubicBezTo>
                      <a:pt x="1885" y="1064"/>
                      <a:pt x="1733" y="2128"/>
                      <a:pt x="1733" y="2128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3308075" y="3009450"/>
                <a:ext cx="728775" cy="1633225"/>
              </a:xfrm>
              <a:custGeom>
                <a:avLst/>
                <a:gdLst/>
                <a:ahLst/>
                <a:cxnLst/>
                <a:rect l="l" t="t" r="r" b="b"/>
                <a:pathLst>
                  <a:path w="29151" h="6532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2736"/>
                      <a:pt x="730" y="9028"/>
                      <a:pt x="1034" y="14530"/>
                    </a:cubicBezTo>
                    <a:cubicBezTo>
                      <a:pt x="1460" y="21825"/>
                      <a:pt x="5350" y="36931"/>
                      <a:pt x="5350" y="36931"/>
                    </a:cubicBezTo>
                    <a:cubicBezTo>
                      <a:pt x="5350" y="36931"/>
                      <a:pt x="4712" y="39758"/>
                      <a:pt x="4408" y="42007"/>
                    </a:cubicBezTo>
                    <a:cubicBezTo>
                      <a:pt x="4104" y="44226"/>
                      <a:pt x="4560" y="57995"/>
                      <a:pt x="4560" y="57995"/>
                    </a:cubicBezTo>
                    <a:cubicBezTo>
                      <a:pt x="4560" y="57995"/>
                      <a:pt x="4347" y="58421"/>
                      <a:pt x="3922" y="58877"/>
                    </a:cubicBezTo>
                    <a:cubicBezTo>
                      <a:pt x="3496" y="59272"/>
                      <a:pt x="3770" y="60883"/>
                      <a:pt x="3922" y="62160"/>
                    </a:cubicBezTo>
                    <a:cubicBezTo>
                      <a:pt x="4074" y="63467"/>
                      <a:pt x="4074" y="63831"/>
                      <a:pt x="7144" y="64986"/>
                    </a:cubicBezTo>
                    <a:cubicBezTo>
                      <a:pt x="7829" y="65233"/>
                      <a:pt x="8542" y="65329"/>
                      <a:pt x="9238" y="65329"/>
                    </a:cubicBezTo>
                    <a:cubicBezTo>
                      <a:pt x="11720" y="65329"/>
                      <a:pt x="13983" y="64105"/>
                      <a:pt x="13983" y="64105"/>
                    </a:cubicBezTo>
                    <a:cubicBezTo>
                      <a:pt x="13983" y="64105"/>
                      <a:pt x="13983" y="60944"/>
                      <a:pt x="13922" y="60245"/>
                    </a:cubicBezTo>
                    <a:cubicBezTo>
                      <a:pt x="13844" y="59619"/>
                      <a:pt x="13297" y="59575"/>
                      <a:pt x="13142" y="59575"/>
                    </a:cubicBezTo>
                    <a:cubicBezTo>
                      <a:pt x="13116" y="59575"/>
                      <a:pt x="13101" y="59576"/>
                      <a:pt x="13101" y="59576"/>
                    </a:cubicBezTo>
                    <a:cubicBezTo>
                      <a:pt x="13101" y="59576"/>
                      <a:pt x="13922" y="46627"/>
                      <a:pt x="13679" y="44621"/>
                    </a:cubicBezTo>
                    <a:cubicBezTo>
                      <a:pt x="13466" y="42615"/>
                      <a:pt x="14408" y="38755"/>
                      <a:pt x="14408" y="38755"/>
                    </a:cubicBezTo>
                    <a:lnTo>
                      <a:pt x="15624" y="44469"/>
                    </a:lnTo>
                    <a:cubicBezTo>
                      <a:pt x="15624" y="44469"/>
                      <a:pt x="15047" y="46141"/>
                      <a:pt x="14986" y="47114"/>
                    </a:cubicBezTo>
                    <a:cubicBezTo>
                      <a:pt x="14895" y="48147"/>
                      <a:pt x="14834" y="58147"/>
                      <a:pt x="14834" y="58147"/>
                    </a:cubicBezTo>
                    <a:lnTo>
                      <a:pt x="14408" y="58786"/>
                    </a:lnTo>
                    <a:lnTo>
                      <a:pt x="14408" y="62828"/>
                    </a:lnTo>
                    <a:cubicBezTo>
                      <a:pt x="14408" y="62828"/>
                      <a:pt x="15198" y="63679"/>
                      <a:pt x="16262" y="63953"/>
                    </a:cubicBezTo>
                    <a:cubicBezTo>
                      <a:pt x="16673" y="64070"/>
                      <a:pt x="17433" y="64111"/>
                      <a:pt x="18298" y="64111"/>
                    </a:cubicBezTo>
                    <a:cubicBezTo>
                      <a:pt x="19670" y="64111"/>
                      <a:pt x="21306" y="64009"/>
                      <a:pt x="22220" y="63953"/>
                    </a:cubicBezTo>
                    <a:cubicBezTo>
                      <a:pt x="23740" y="63892"/>
                      <a:pt x="23892" y="62919"/>
                      <a:pt x="23831" y="61065"/>
                    </a:cubicBezTo>
                    <a:cubicBezTo>
                      <a:pt x="23764" y="59703"/>
                      <a:pt x="23401" y="59522"/>
                      <a:pt x="23214" y="59522"/>
                    </a:cubicBezTo>
                    <a:cubicBezTo>
                      <a:pt x="23146" y="59522"/>
                      <a:pt x="23101" y="59546"/>
                      <a:pt x="23101" y="59546"/>
                    </a:cubicBezTo>
                    <a:cubicBezTo>
                      <a:pt x="23101" y="59546"/>
                      <a:pt x="24013" y="52372"/>
                      <a:pt x="23952" y="50153"/>
                    </a:cubicBezTo>
                    <a:cubicBezTo>
                      <a:pt x="23861" y="47934"/>
                      <a:pt x="23709" y="44530"/>
                      <a:pt x="23952" y="40518"/>
                    </a:cubicBezTo>
                    <a:cubicBezTo>
                      <a:pt x="24165" y="36475"/>
                      <a:pt x="29150" y="22493"/>
                      <a:pt x="28907" y="12098"/>
                    </a:cubicBezTo>
                    <a:cubicBezTo>
                      <a:pt x="28816" y="6323"/>
                      <a:pt x="27995" y="2402"/>
                      <a:pt x="27326" y="61"/>
                    </a:cubicBezTo>
                    <a:cubicBezTo>
                      <a:pt x="21221" y="1105"/>
                      <a:pt x="16173" y="1461"/>
                      <a:pt x="12132" y="1461"/>
                    </a:cubicBezTo>
                    <a:cubicBezTo>
                      <a:pt x="5228" y="1461"/>
                      <a:pt x="1266" y="422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3422075" y="2939550"/>
                <a:ext cx="32700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4499" extrusionOk="0">
                    <a:moveTo>
                      <a:pt x="0" y="0"/>
                    </a:moveTo>
                    <a:lnTo>
                      <a:pt x="0" y="4499"/>
                    </a:lnTo>
                    <a:lnTo>
                      <a:pt x="1307" y="4499"/>
                    </a:lnTo>
                    <a:lnTo>
                      <a:pt x="13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866600" y="2939550"/>
                <a:ext cx="32700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4499" extrusionOk="0">
                    <a:moveTo>
                      <a:pt x="0" y="0"/>
                    </a:moveTo>
                    <a:lnTo>
                      <a:pt x="0" y="4499"/>
                    </a:lnTo>
                    <a:lnTo>
                      <a:pt x="1308" y="4499"/>
                    </a:lnTo>
                    <a:lnTo>
                      <a:pt x="1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3181925" y="1769150"/>
                <a:ext cx="1152025" cy="1542525"/>
              </a:xfrm>
              <a:custGeom>
                <a:avLst/>
                <a:gdLst/>
                <a:ahLst/>
                <a:cxnLst/>
                <a:rect l="l" t="t" r="r" b="b"/>
                <a:pathLst>
                  <a:path w="46081" h="61701" extrusionOk="0">
                    <a:moveTo>
                      <a:pt x="42261" y="1"/>
                    </a:moveTo>
                    <a:cubicBezTo>
                      <a:pt x="41424" y="1"/>
                      <a:pt x="40883" y="159"/>
                      <a:pt x="40883" y="159"/>
                    </a:cubicBezTo>
                    <a:lnTo>
                      <a:pt x="39941" y="15661"/>
                    </a:lnTo>
                    <a:cubicBezTo>
                      <a:pt x="39941" y="15661"/>
                      <a:pt x="35676" y="15969"/>
                      <a:pt x="32854" y="15969"/>
                    </a:cubicBezTo>
                    <a:cubicBezTo>
                      <a:pt x="32023" y="15969"/>
                      <a:pt x="31318" y="15943"/>
                      <a:pt x="30883" y="15874"/>
                    </a:cubicBezTo>
                    <a:cubicBezTo>
                      <a:pt x="28998" y="15570"/>
                      <a:pt x="25077" y="14141"/>
                      <a:pt x="25077" y="14141"/>
                    </a:cubicBezTo>
                    <a:cubicBezTo>
                      <a:pt x="25077" y="14141"/>
                      <a:pt x="24652" y="12925"/>
                      <a:pt x="23922" y="12348"/>
                    </a:cubicBezTo>
                    <a:cubicBezTo>
                      <a:pt x="23249" y="11791"/>
                      <a:pt x="21955" y="11037"/>
                      <a:pt x="18381" y="11037"/>
                    </a:cubicBezTo>
                    <a:cubicBezTo>
                      <a:pt x="18246" y="11037"/>
                      <a:pt x="18107" y="11038"/>
                      <a:pt x="17965" y="11041"/>
                    </a:cubicBezTo>
                    <a:cubicBezTo>
                      <a:pt x="14105" y="11132"/>
                      <a:pt x="11369" y="12165"/>
                      <a:pt x="10487" y="12652"/>
                    </a:cubicBezTo>
                    <a:cubicBezTo>
                      <a:pt x="9636" y="13138"/>
                      <a:pt x="10153" y="14506"/>
                      <a:pt x="10153" y="14506"/>
                    </a:cubicBezTo>
                    <a:cubicBezTo>
                      <a:pt x="10153" y="14506"/>
                      <a:pt x="9150" y="15205"/>
                      <a:pt x="6262" y="16269"/>
                    </a:cubicBezTo>
                    <a:cubicBezTo>
                      <a:pt x="3405" y="17363"/>
                      <a:pt x="2554" y="17849"/>
                      <a:pt x="1399" y="21314"/>
                    </a:cubicBezTo>
                    <a:cubicBezTo>
                      <a:pt x="275" y="24779"/>
                      <a:pt x="578" y="38214"/>
                      <a:pt x="639" y="42470"/>
                    </a:cubicBezTo>
                    <a:cubicBezTo>
                      <a:pt x="730" y="46695"/>
                      <a:pt x="1" y="56816"/>
                      <a:pt x="62" y="58093"/>
                    </a:cubicBezTo>
                    <a:cubicBezTo>
                      <a:pt x="153" y="59430"/>
                      <a:pt x="882" y="59856"/>
                      <a:pt x="882" y="59856"/>
                    </a:cubicBezTo>
                    <a:lnTo>
                      <a:pt x="882" y="61224"/>
                    </a:lnTo>
                    <a:cubicBezTo>
                      <a:pt x="1707" y="61596"/>
                      <a:pt x="2782" y="61701"/>
                      <a:pt x="3730" y="61701"/>
                    </a:cubicBezTo>
                    <a:cubicBezTo>
                      <a:pt x="4949" y="61701"/>
                      <a:pt x="5959" y="61528"/>
                      <a:pt x="5959" y="61528"/>
                    </a:cubicBezTo>
                    <a:cubicBezTo>
                      <a:pt x="5928" y="60069"/>
                      <a:pt x="6627" y="48822"/>
                      <a:pt x="6627" y="48822"/>
                    </a:cubicBezTo>
                    <a:lnTo>
                      <a:pt x="9606" y="47880"/>
                    </a:lnTo>
                    <a:cubicBezTo>
                      <a:pt x="9606" y="47880"/>
                      <a:pt x="16779" y="47880"/>
                      <a:pt x="19181" y="47789"/>
                    </a:cubicBezTo>
                    <a:cubicBezTo>
                      <a:pt x="21552" y="47728"/>
                      <a:pt x="31339" y="46847"/>
                      <a:pt x="31339" y="46847"/>
                    </a:cubicBezTo>
                    <a:cubicBezTo>
                      <a:pt x="31339" y="46847"/>
                      <a:pt x="32555" y="46360"/>
                      <a:pt x="32403" y="45327"/>
                    </a:cubicBezTo>
                    <a:cubicBezTo>
                      <a:pt x="32251" y="44324"/>
                      <a:pt x="30305" y="32226"/>
                      <a:pt x="30305" y="32226"/>
                    </a:cubicBezTo>
                    <a:lnTo>
                      <a:pt x="30913" y="29491"/>
                    </a:lnTo>
                    <a:lnTo>
                      <a:pt x="30245" y="24962"/>
                    </a:lnTo>
                    <a:cubicBezTo>
                      <a:pt x="30245" y="24962"/>
                      <a:pt x="39971" y="22713"/>
                      <a:pt x="41765" y="22074"/>
                    </a:cubicBezTo>
                    <a:cubicBezTo>
                      <a:pt x="43528" y="21436"/>
                      <a:pt x="45777" y="20615"/>
                      <a:pt x="45929" y="18761"/>
                    </a:cubicBezTo>
                    <a:cubicBezTo>
                      <a:pt x="46081" y="16877"/>
                      <a:pt x="45929" y="1101"/>
                      <a:pt x="45929" y="1101"/>
                    </a:cubicBezTo>
                    <a:cubicBezTo>
                      <a:pt x="44565" y="209"/>
                      <a:pt x="43219" y="1"/>
                      <a:pt x="422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3261725" y="2233600"/>
                <a:ext cx="85900" cy="756125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30245" fill="none" extrusionOk="0">
                    <a:moveTo>
                      <a:pt x="3435" y="30244"/>
                    </a:moveTo>
                    <a:cubicBezTo>
                      <a:pt x="3435" y="30244"/>
                      <a:pt x="1490" y="26779"/>
                      <a:pt x="1824" y="25563"/>
                    </a:cubicBezTo>
                    <a:cubicBezTo>
                      <a:pt x="2159" y="24348"/>
                      <a:pt x="3435" y="15624"/>
                      <a:pt x="3435" y="15624"/>
                    </a:cubicBezTo>
                    <a:lnTo>
                      <a:pt x="1" y="1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3866600" y="2393175"/>
                <a:ext cx="79050" cy="4562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1825" extrusionOk="0">
                    <a:moveTo>
                      <a:pt x="2888" y="1"/>
                    </a:moveTo>
                    <a:lnTo>
                      <a:pt x="0" y="882"/>
                    </a:lnTo>
                    <a:lnTo>
                      <a:pt x="3162" y="1825"/>
                    </a:lnTo>
                    <a:lnTo>
                      <a:pt x="3162" y="1825"/>
                    </a:lnTo>
                    <a:lnTo>
                      <a:pt x="2888" y="1"/>
                    </a:lnTo>
                    <a:close/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4181950" y="2129500"/>
                <a:ext cx="34225" cy="3195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278" extrusionOk="0">
                    <a:moveTo>
                      <a:pt x="92" y="1"/>
                    </a:moveTo>
                    <a:lnTo>
                      <a:pt x="1" y="1277"/>
                    </a:lnTo>
                    <a:lnTo>
                      <a:pt x="1369" y="1277"/>
                    </a:lnTo>
                    <a:lnTo>
                      <a:pt x="92" y="1"/>
                    </a:lnTo>
                    <a:close/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4201700" y="1808075"/>
                <a:ext cx="130750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5230" h="1946" fill="none" extrusionOk="0">
                    <a:moveTo>
                      <a:pt x="1" y="1064"/>
                    </a:moveTo>
                    <a:cubicBezTo>
                      <a:pt x="1" y="1064"/>
                      <a:pt x="2068" y="0"/>
                      <a:pt x="5229" y="1946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3436500" y="2077825"/>
                <a:ext cx="37390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4956" h="2159" fill="none" extrusionOk="0">
                    <a:moveTo>
                      <a:pt x="1" y="2159"/>
                    </a:moveTo>
                    <a:cubicBezTo>
                      <a:pt x="1" y="2159"/>
                      <a:pt x="6840" y="1"/>
                      <a:pt x="14955" y="1824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3520850" y="3393200"/>
                <a:ext cx="293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1734" h="1" fill="none" extrusionOk="0">
                    <a:moveTo>
                      <a:pt x="0" y="0"/>
                    </a:moveTo>
                    <a:lnTo>
                      <a:pt x="11733" y="0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3669025" y="3393200"/>
                <a:ext cx="8375" cy="583625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345" fill="none" extrusionOk="0">
                    <a:moveTo>
                      <a:pt x="335" y="0"/>
                    </a:moveTo>
                    <a:lnTo>
                      <a:pt x="1" y="23344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3679675" y="4460850"/>
                <a:ext cx="2067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8268" h="2797" fill="none" extrusionOk="0">
                    <a:moveTo>
                      <a:pt x="0" y="0"/>
                    </a:moveTo>
                    <a:lnTo>
                      <a:pt x="0" y="1034"/>
                    </a:lnTo>
                    <a:cubicBezTo>
                      <a:pt x="0" y="1034"/>
                      <a:pt x="1733" y="2797"/>
                      <a:pt x="8268" y="1459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422075" y="4457050"/>
                <a:ext cx="0" cy="45600"/>
              </a:xfrm>
              <a:custGeom>
                <a:avLst/>
                <a:gdLst/>
                <a:ahLst/>
                <a:cxnLst/>
                <a:rect l="l" t="t" r="r" b="b"/>
                <a:pathLst>
                  <a:path h="1824" fill="none" extrusionOk="0">
                    <a:moveTo>
                      <a:pt x="0" y="0"/>
                    </a:moveTo>
                    <a:lnTo>
                      <a:pt x="0" y="1824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403825" y="4485150"/>
                <a:ext cx="231800" cy="101100"/>
              </a:xfrm>
              <a:custGeom>
                <a:avLst/>
                <a:gdLst/>
                <a:ahLst/>
                <a:cxnLst/>
                <a:rect l="l" t="t" r="r" b="b"/>
                <a:pathLst>
                  <a:path w="9272" h="4044" fill="none" extrusionOk="0">
                    <a:moveTo>
                      <a:pt x="730" y="1"/>
                    </a:moveTo>
                    <a:cubicBezTo>
                      <a:pt x="730" y="1"/>
                      <a:pt x="1" y="670"/>
                      <a:pt x="1308" y="1308"/>
                    </a:cubicBezTo>
                    <a:cubicBezTo>
                      <a:pt x="2584" y="1977"/>
                      <a:pt x="4529" y="4043"/>
                      <a:pt x="9271" y="1733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625725" y="4497325"/>
                <a:ext cx="106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520" fill="none" extrusionOk="0">
                    <a:moveTo>
                      <a:pt x="426" y="0"/>
                    </a:moveTo>
                    <a:lnTo>
                      <a:pt x="0" y="1520"/>
                    </a:ln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351400" y="1533750"/>
                <a:ext cx="44100" cy="133000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5320" fill="none" extrusionOk="0">
                    <a:moveTo>
                      <a:pt x="1581" y="0"/>
                    </a:moveTo>
                    <a:cubicBezTo>
                      <a:pt x="1155" y="152"/>
                      <a:pt x="760" y="426"/>
                      <a:pt x="639" y="791"/>
                    </a:cubicBezTo>
                    <a:cubicBezTo>
                      <a:pt x="487" y="1186"/>
                      <a:pt x="578" y="1703"/>
                      <a:pt x="973" y="1885"/>
                    </a:cubicBezTo>
                    <a:cubicBezTo>
                      <a:pt x="578" y="2250"/>
                      <a:pt x="274" y="2706"/>
                      <a:pt x="122" y="3192"/>
                    </a:cubicBezTo>
                    <a:cubicBezTo>
                      <a:pt x="0" y="3678"/>
                      <a:pt x="61" y="4256"/>
                      <a:pt x="395" y="4681"/>
                    </a:cubicBezTo>
                    <a:cubicBezTo>
                      <a:pt x="699" y="5076"/>
                      <a:pt x="1277" y="5320"/>
                      <a:pt x="1763" y="5168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796700" y="1530700"/>
                <a:ext cx="45600" cy="90450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3618" fill="none" extrusionOk="0">
                    <a:moveTo>
                      <a:pt x="0" y="1"/>
                    </a:moveTo>
                    <a:cubicBezTo>
                      <a:pt x="486" y="31"/>
                      <a:pt x="760" y="578"/>
                      <a:pt x="942" y="1034"/>
                    </a:cubicBezTo>
                    <a:cubicBezTo>
                      <a:pt x="973" y="1156"/>
                      <a:pt x="1003" y="1247"/>
                      <a:pt x="1003" y="1369"/>
                    </a:cubicBezTo>
                    <a:cubicBezTo>
                      <a:pt x="973" y="1490"/>
                      <a:pt x="851" y="1612"/>
                      <a:pt x="790" y="1551"/>
                    </a:cubicBezTo>
                    <a:cubicBezTo>
                      <a:pt x="1277" y="1794"/>
                      <a:pt x="1611" y="2250"/>
                      <a:pt x="1733" y="2767"/>
                    </a:cubicBezTo>
                    <a:cubicBezTo>
                      <a:pt x="1824" y="3132"/>
                      <a:pt x="1733" y="3588"/>
                      <a:pt x="1398" y="3618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97000" y="1677375"/>
                <a:ext cx="1902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007" fill="none" extrusionOk="0">
                    <a:moveTo>
                      <a:pt x="0" y="0"/>
                    </a:moveTo>
                    <a:cubicBezTo>
                      <a:pt x="608" y="426"/>
                      <a:pt x="760" y="1368"/>
                      <a:pt x="395" y="2006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409150" y="1823275"/>
                <a:ext cx="91200" cy="7600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040" fill="none" extrusionOk="0">
                    <a:moveTo>
                      <a:pt x="335" y="0"/>
                    </a:moveTo>
                    <a:cubicBezTo>
                      <a:pt x="31" y="334"/>
                      <a:pt x="0" y="882"/>
                      <a:pt x="243" y="1246"/>
                    </a:cubicBezTo>
                    <a:cubicBezTo>
                      <a:pt x="517" y="1641"/>
                      <a:pt x="1064" y="1793"/>
                      <a:pt x="1459" y="1641"/>
                    </a:cubicBezTo>
                    <a:cubicBezTo>
                      <a:pt x="1581" y="2158"/>
                      <a:pt x="1885" y="2675"/>
                      <a:pt x="2341" y="2857"/>
                    </a:cubicBezTo>
                    <a:cubicBezTo>
                      <a:pt x="2827" y="3040"/>
                      <a:pt x="3496" y="2857"/>
                      <a:pt x="3648" y="2371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656100" y="1884050"/>
                <a:ext cx="11555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2007" fill="none" extrusionOk="0">
                    <a:moveTo>
                      <a:pt x="1" y="1764"/>
                    </a:moveTo>
                    <a:cubicBezTo>
                      <a:pt x="396" y="1976"/>
                      <a:pt x="913" y="2007"/>
                      <a:pt x="1369" y="1855"/>
                    </a:cubicBezTo>
                    <a:cubicBezTo>
                      <a:pt x="1764" y="1673"/>
                      <a:pt x="2129" y="1308"/>
                      <a:pt x="2281" y="852"/>
                    </a:cubicBezTo>
                    <a:cubicBezTo>
                      <a:pt x="2645" y="1217"/>
                      <a:pt x="3223" y="1338"/>
                      <a:pt x="3709" y="1186"/>
                    </a:cubicBezTo>
                    <a:cubicBezTo>
                      <a:pt x="4195" y="1004"/>
                      <a:pt x="4591" y="548"/>
                      <a:pt x="4621" y="1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745775" y="1685725"/>
                <a:ext cx="85900" cy="72225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2889" fill="none" extrusionOk="0">
                    <a:moveTo>
                      <a:pt x="2858" y="1"/>
                    </a:moveTo>
                    <a:cubicBezTo>
                      <a:pt x="3283" y="304"/>
                      <a:pt x="3435" y="882"/>
                      <a:pt x="3192" y="1338"/>
                    </a:cubicBezTo>
                    <a:cubicBezTo>
                      <a:pt x="2979" y="1794"/>
                      <a:pt x="2432" y="2007"/>
                      <a:pt x="1946" y="1885"/>
                    </a:cubicBezTo>
                    <a:cubicBezTo>
                      <a:pt x="2128" y="2311"/>
                      <a:pt x="1703" y="2797"/>
                      <a:pt x="1277" y="2858"/>
                    </a:cubicBezTo>
                    <a:cubicBezTo>
                      <a:pt x="821" y="2888"/>
                      <a:pt x="396" y="2615"/>
                      <a:pt x="1" y="2402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472225" y="1697875"/>
                <a:ext cx="54725" cy="43350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1734" fill="none" extrusionOk="0">
                    <a:moveTo>
                      <a:pt x="0" y="1"/>
                    </a:moveTo>
                    <a:cubicBezTo>
                      <a:pt x="61" y="548"/>
                      <a:pt x="243" y="1095"/>
                      <a:pt x="699" y="1399"/>
                    </a:cubicBezTo>
                    <a:cubicBezTo>
                      <a:pt x="1125" y="1733"/>
                      <a:pt x="1793" y="1733"/>
                      <a:pt x="2189" y="1338"/>
                    </a:cubicBezTo>
                  </a:path>
                </a:pathLst>
              </a:custGeom>
              <a:solidFill>
                <a:schemeClr val="dk1"/>
              </a:solidFill>
              <a:ln w="4550" cap="rnd" cmpd="sng">
                <a:solidFill>
                  <a:srgbClr val="1D1D1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89788E1-8941-769B-D03F-7F21E6335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" y="38116"/>
            <a:ext cx="495398" cy="493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330B9A-5CA9-6D3B-A780-7ED9CC468985}"/>
              </a:ext>
            </a:extLst>
          </p:cNvPr>
          <p:cNvSpPr txBox="1"/>
          <p:nvPr/>
        </p:nvSpPr>
        <p:spPr>
          <a:xfrm>
            <a:off x="8915400" y="48617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81F9F-1681-0D8F-393F-C4F6C3836890}"/>
              </a:ext>
            </a:extLst>
          </p:cNvPr>
          <p:cNvSpPr txBox="1"/>
          <p:nvPr/>
        </p:nvSpPr>
        <p:spPr>
          <a:xfrm>
            <a:off x="1487238" y="4019763"/>
            <a:ext cx="21034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Submitted to,</a:t>
            </a:r>
          </a:p>
          <a:p>
            <a:pPr algn="l" fontAlgn="base"/>
            <a:r>
              <a:rPr lang="en-US" b="1" i="0" dirty="0">
                <a:effectLst/>
                <a:latin typeface="Montserrat" panose="00000500000000000000" pitchFamily="2" charset="0"/>
              </a:rPr>
              <a:t>Dr. Fernaz Narin Nur</a:t>
            </a:r>
          </a:p>
          <a:p>
            <a:pPr algn="l" fontAlgn="base"/>
            <a:r>
              <a:rPr lang="en-US" b="1" i="0" dirty="0">
                <a:effectLst/>
                <a:latin typeface="Montserrat" panose="00000500000000000000" pitchFamily="2" charset="0"/>
              </a:rPr>
              <a:t>Associate Professor</a:t>
            </a:r>
          </a:p>
          <a:p>
            <a:pPr algn="l" fontAlgn="base"/>
            <a:r>
              <a:rPr lang="en-US" b="1" i="0" dirty="0">
                <a:effectLst/>
                <a:latin typeface="Montserrat" panose="00000500000000000000" pitchFamily="2" charset="0"/>
              </a:rPr>
              <a:t>NDUB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720000" y="242550"/>
            <a:ext cx="7704000" cy="5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S.M.S.  Project Proposal Infographics</a:t>
            </a:r>
            <a:endParaRPr u="sng" dirty="0"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720000" y="1448919"/>
            <a:ext cx="7418160" cy="3043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The objective of creating a </a:t>
            </a:r>
            <a:r>
              <a:rPr lang="en-US" b="1" dirty="0">
                <a:solidFill>
                  <a:schemeClr val="dk1"/>
                </a:solidFill>
              </a:rPr>
              <a:t>Student Management System </a:t>
            </a:r>
            <a:r>
              <a:rPr lang="en-US" dirty="0">
                <a:solidFill>
                  <a:schemeClr val="dk1"/>
                </a:solidFill>
              </a:rPr>
              <a:t>(SMS) using a Database Management System (DBMS) is to efficiently and effectively manage student-related information within an educational institution. The system aims to streamline various administrative tasks, improve data accuracy, and enhance overall organization and accessibility of student data. The key goals include: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dk1"/>
              </a:solidFill>
            </a:endParaRP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Data Centralization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Efficient Data Retrieval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Accessibility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Automation of Administrative Tasks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Data Security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Data Analysis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83" name="Google Shape;183;p16"/>
          <p:cNvGrpSpPr/>
          <p:nvPr/>
        </p:nvGrpSpPr>
        <p:grpSpPr>
          <a:xfrm>
            <a:off x="7080061" y="3729112"/>
            <a:ext cx="750900" cy="750900"/>
            <a:chOff x="621500" y="307363"/>
            <a:chExt cx="750900" cy="750900"/>
          </a:xfrm>
        </p:grpSpPr>
        <p:sp>
          <p:nvSpPr>
            <p:cNvPr id="184" name="Google Shape;184;p16"/>
            <p:cNvSpPr/>
            <p:nvPr/>
          </p:nvSpPr>
          <p:spPr>
            <a:xfrm>
              <a:off x="621500" y="307363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" name="Google Shape;185;p16"/>
            <p:cNvGrpSpPr/>
            <p:nvPr/>
          </p:nvGrpSpPr>
          <p:grpSpPr>
            <a:xfrm>
              <a:off x="768764" y="453976"/>
              <a:ext cx="456370" cy="457698"/>
              <a:chOff x="1161000" y="1920150"/>
              <a:chExt cx="575425" cy="577100"/>
            </a:xfrm>
          </p:grpSpPr>
          <p:sp>
            <p:nvSpPr>
              <p:cNvPr id="186" name="Google Shape;186;p16"/>
              <p:cNvSpPr/>
              <p:nvPr/>
            </p:nvSpPr>
            <p:spPr>
              <a:xfrm>
                <a:off x="1217700" y="1977700"/>
                <a:ext cx="462025" cy="462025"/>
              </a:xfrm>
              <a:custGeom>
                <a:avLst/>
                <a:gdLst/>
                <a:ahLst/>
                <a:cxnLst/>
                <a:rect l="l" t="t" r="r" b="b"/>
                <a:pathLst>
                  <a:path w="18481" h="18481" fill="none" extrusionOk="0">
                    <a:moveTo>
                      <a:pt x="15178" y="3269"/>
                    </a:moveTo>
                    <a:cubicBezTo>
                      <a:pt x="18481" y="6572"/>
                      <a:pt x="18481" y="11909"/>
                      <a:pt x="15178" y="15178"/>
                    </a:cubicBezTo>
                    <a:cubicBezTo>
                      <a:pt x="11909" y="18480"/>
                      <a:pt x="6572" y="18480"/>
                      <a:pt x="3270" y="15178"/>
                    </a:cubicBezTo>
                    <a:cubicBezTo>
                      <a:pt x="1" y="11909"/>
                      <a:pt x="1" y="6572"/>
                      <a:pt x="3270" y="3269"/>
                    </a:cubicBezTo>
                    <a:cubicBezTo>
                      <a:pt x="6572" y="0"/>
                      <a:pt x="11909" y="0"/>
                      <a:pt x="15178" y="3269"/>
                    </a:cubicBezTo>
                    <a:close/>
                  </a:path>
                </a:pathLst>
              </a:custGeom>
              <a:solidFill>
                <a:schemeClr val="lt1"/>
              </a:solidFill>
              <a:ln w="1000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1448700" y="1920150"/>
                <a:ext cx="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1" h="6239" fill="none" extrusionOk="0">
                    <a:moveTo>
                      <a:pt x="1" y="623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1448700" y="2340450"/>
                <a:ext cx="25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272" fill="none" extrusionOk="0">
                    <a:moveTo>
                      <a:pt x="1" y="6272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6"/>
              <p:cNvSpPr/>
              <p:nvPr/>
            </p:nvSpPr>
            <p:spPr>
              <a:xfrm>
                <a:off x="1581300" y="2208700"/>
                <a:ext cx="155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1" fill="none" extrusionOk="0">
                    <a:moveTo>
                      <a:pt x="1" y="0"/>
                    </a:moveTo>
                    <a:lnTo>
                      <a:pt x="6205" y="0"/>
                    </a:lnTo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1161000" y="2208700"/>
                <a:ext cx="155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1" fill="none" extrusionOk="0">
                    <a:moveTo>
                      <a:pt x="1" y="0"/>
                    </a:moveTo>
                    <a:lnTo>
                      <a:pt x="6205" y="0"/>
                    </a:lnTo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1422850" y="2181175"/>
                <a:ext cx="54225" cy="5422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169" extrusionOk="0">
                    <a:moveTo>
                      <a:pt x="1068" y="0"/>
                    </a:moveTo>
                    <a:cubicBezTo>
                      <a:pt x="501" y="0"/>
                      <a:pt x="1" y="467"/>
                      <a:pt x="1" y="1101"/>
                    </a:cubicBezTo>
                    <a:cubicBezTo>
                      <a:pt x="1" y="1668"/>
                      <a:pt x="468" y="2169"/>
                      <a:pt x="1068" y="2169"/>
                    </a:cubicBezTo>
                    <a:cubicBezTo>
                      <a:pt x="1669" y="2169"/>
                      <a:pt x="2169" y="1702"/>
                      <a:pt x="2169" y="1101"/>
                    </a:cubicBezTo>
                    <a:cubicBezTo>
                      <a:pt x="2169" y="501"/>
                      <a:pt x="1669" y="0"/>
                      <a:pt x="10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" name="Google Shape;192;p16"/>
          <p:cNvGrpSpPr/>
          <p:nvPr/>
        </p:nvGrpSpPr>
        <p:grpSpPr>
          <a:xfrm>
            <a:off x="7920650" y="2801901"/>
            <a:ext cx="750900" cy="750900"/>
            <a:chOff x="3953900" y="1018313"/>
            <a:chExt cx="750900" cy="750900"/>
          </a:xfrm>
        </p:grpSpPr>
        <p:sp>
          <p:nvSpPr>
            <p:cNvPr id="193" name="Google Shape;193;p16"/>
            <p:cNvSpPr/>
            <p:nvPr/>
          </p:nvSpPr>
          <p:spPr>
            <a:xfrm>
              <a:off x="3953900" y="1018313"/>
              <a:ext cx="750900" cy="75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4136863" y="1201008"/>
              <a:ext cx="384975" cy="385534"/>
            </a:xfrm>
            <a:custGeom>
              <a:avLst/>
              <a:gdLst/>
              <a:ahLst/>
              <a:cxnLst/>
              <a:rect l="l" t="t" r="r" b="b"/>
              <a:pathLst>
                <a:path w="23417" h="23451" extrusionOk="0">
                  <a:moveTo>
                    <a:pt x="11709" y="6539"/>
                  </a:moveTo>
                  <a:cubicBezTo>
                    <a:pt x="14544" y="6539"/>
                    <a:pt x="16879" y="8841"/>
                    <a:pt x="16879" y="11709"/>
                  </a:cubicBezTo>
                  <a:cubicBezTo>
                    <a:pt x="16846" y="14545"/>
                    <a:pt x="14544" y="16880"/>
                    <a:pt x="11709" y="16880"/>
                  </a:cubicBezTo>
                  <a:cubicBezTo>
                    <a:pt x="8873" y="16880"/>
                    <a:pt x="6538" y="14611"/>
                    <a:pt x="6538" y="11709"/>
                  </a:cubicBezTo>
                  <a:cubicBezTo>
                    <a:pt x="6538" y="8874"/>
                    <a:pt x="8840" y="6539"/>
                    <a:pt x="11709" y="6539"/>
                  </a:cubicBezTo>
                  <a:close/>
                  <a:moveTo>
                    <a:pt x="9741" y="1"/>
                  </a:moveTo>
                  <a:lnTo>
                    <a:pt x="9741" y="2436"/>
                  </a:lnTo>
                  <a:cubicBezTo>
                    <a:pt x="8573" y="2669"/>
                    <a:pt x="7506" y="3136"/>
                    <a:pt x="6538" y="3770"/>
                  </a:cubicBezTo>
                  <a:lnTo>
                    <a:pt x="4837" y="2036"/>
                  </a:lnTo>
                  <a:lnTo>
                    <a:pt x="2035" y="4838"/>
                  </a:lnTo>
                  <a:lnTo>
                    <a:pt x="3736" y="6539"/>
                  </a:lnTo>
                  <a:cubicBezTo>
                    <a:pt x="3102" y="7506"/>
                    <a:pt x="2669" y="8607"/>
                    <a:pt x="2402" y="9775"/>
                  </a:cubicBezTo>
                  <a:lnTo>
                    <a:pt x="0" y="9775"/>
                  </a:lnTo>
                  <a:lnTo>
                    <a:pt x="0" y="13677"/>
                  </a:lnTo>
                  <a:lnTo>
                    <a:pt x="2402" y="13677"/>
                  </a:lnTo>
                  <a:cubicBezTo>
                    <a:pt x="2669" y="14845"/>
                    <a:pt x="3102" y="15946"/>
                    <a:pt x="3736" y="16880"/>
                  </a:cubicBezTo>
                  <a:lnTo>
                    <a:pt x="2035" y="18614"/>
                  </a:lnTo>
                  <a:lnTo>
                    <a:pt x="4837" y="21383"/>
                  </a:lnTo>
                  <a:lnTo>
                    <a:pt x="6538" y="19682"/>
                  </a:lnTo>
                  <a:cubicBezTo>
                    <a:pt x="7506" y="20315"/>
                    <a:pt x="8573" y="20782"/>
                    <a:pt x="9741" y="21016"/>
                  </a:cubicBezTo>
                  <a:lnTo>
                    <a:pt x="9741" y="23451"/>
                  </a:lnTo>
                  <a:lnTo>
                    <a:pt x="13677" y="23451"/>
                  </a:lnTo>
                  <a:lnTo>
                    <a:pt x="13677" y="21016"/>
                  </a:lnTo>
                  <a:cubicBezTo>
                    <a:pt x="14844" y="20749"/>
                    <a:pt x="15912" y="20315"/>
                    <a:pt x="16879" y="19682"/>
                  </a:cubicBezTo>
                  <a:lnTo>
                    <a:pt x="18580" y="21383"/>
                  </a:lnTo>
                  <a:lnTo>
                    <a:pt x="21382" y="18614"/>
                  </a:lnTo>
                  <a:lnTo>
                    <a:pt x="19681" y="16880"/>
                  </a:lnTo>
                  <a:cubicBezTo>
                    <a:pt x="20315" y="15946"/>
                    <a:pt x="20748" y="14845"/>
                    <a:pt x="21015" y="13677"/>
                  </a:cubicBezTo>
                  <a:lnTo>
                    <a:pt x="23417" y="13677"/>
                  </a:lnTo>
                  <a:lnTo>
                    <a:pt x="23417" y="9775"/>
                  </a:lnTo>
                  <a:lnTo>
                    <a:pt x="21015" y="9775"/>
                  </a:lnTo>
                  <a:cubicBezTo>
                    <a:pt x="20748" y="8607"/>
                    <a:pt x="20315" y="7506"/>
                    <a:pt x="19681" y="6539"/>
                  </a:cubicBezTo>
                  <a:lnTo>
                    <a:pt x="21382" y="4838"/>
                  </a:lnTo>
                  <a:lnTo>
                    <a:pt x="18580" y="2036"/>
                  </a:lnTo>
                  <a:lnTo>
                    <a:pt x="16879" y="3770"/>
                  </a:lnTo>
                  <a:cubicBezTo>
                    <a:pt x="15912" y="3136"/>
                    <a:pt x="14844" y="2669"/>
                    <a:pt x="13677" y="2436"/>
                  </a:cubicBezTo>
                  <a:lnTo>
                    <a:pt x="13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81;p16">
            <a:extLst>
              <a:ext uri="{FF2B5EF4-FFF2-40B4-BE49-F238E27FC236}">
                <a16:creationId xmlns:a16="http://schemas.microsoft.com/office/drawing/2014/main" id="{DD58BA08-9786-59C6-84BE-FF81B68461E0}"/>
              </a:ext>
            </a:extLst>
          </p:cNvPr>
          <p:cNvSpPr txBox="1">
            <a:spLocks/>
          </p:cNvSpPr>
          <p:nvPr/>
        </p:nvSpPr>
        <p:spPr>
          <a:xfrm>
            <a:off x="562060" y="874119"/>
            <a:ext cx="2063575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ek Devanagari"/>
              <a:buNone/>
              <a:defRPr sz="28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ek Devanagari"/>
              <a:buNone/>
              <a:defRPr sz="3500" b="1" i="0" u="none" strike="noStrike" cap="none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9pPr>
          </a:lstStyle>
          <a:p>
            <a:r>
              <a:rPr lang="en-US" u="sng" dirty="0"/>
              <a:t>Objectives: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8AF6A-6D63-9F01-D38D-DBF275288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7" y="4530496"/>
            <a:ext cx="486683" cy="485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ADDF9-6C9A-2857-3708-CF70A66B6B50}"/>
              </a:ext>
            </a:extLst>
          </p:cNvPr>
          <p:cNvSpPr txBox="1"/>
          <p:nvPr/>
        </p:nvSpPr>
        <p:spPr>
          <a:xfrm>
            <a:off x="8915400" y="48617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0F5C0D78-3F99-79D0-2304-73C2DBD764B0}"/>
              </a:ext>
            </a:extLst>
          </p:cNvPr>
          <p:cNvSpPr/>
          <p:nvPr/>
        </p:nvSpPr>
        <p:spPr>
          <a:xfrm>
            <a:off x="3706095" y="2277732"/>
            <a:ext cx="977040" cy="483215"/>
          </a:xfrm>
          <a:prstGeom prst="flowChartAlternateProcess">
            <a:avLst/>
          </a:prstGeom>
          <a:noFill/>
          <a:ln w="19050"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6816F21-513B-A747-C306-E594CD00FE08}"/>
              </a:ext>
            </a:extLst>
          </p:cNvPr>
          <p:cNvSpPr/>
          <p:nvPr/>
        </p:nvSpPr>
        <p:spPr>
          <a:xfrm>
            <a:off x="3757552" y="2324157"/>
            <a:ext cx="869950" cy="38735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Profile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4024ABC-904E-4EA5-95A5-F12955D9FFEB}"/>
              </a:ext>
            </a:extLst>
          </p:cNvPr>
          <p:cNvSpPr/>
          <p:nvPr/>
        </p:nvSpPr>
        <p:spPr>
          <a:xfrm>
            <a:off x="7183384" y="1361124"/>
            <a:ext cx="974564" cy="38735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manager  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B90BD903-DE00-CD14-AA4C-F3B937CE8791}"/>
              </a:ext>
            </a:extLst>
          </p:cNvPr>
          <p:cNvSpPr/>
          <p:nvPr/>
        </p:nvSpPr>
        <p:spPr>
          <a:xfrm>
            <a:off x="3770600" y="4062025"/>
            <a:ext cx="869950" cy="38735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BD863CF4-4C21-C876-5FDA-D3FD8097B1DA}"/>
              </a:ext>
            </a:extLst>
          </p:cNvPr>
          <p:cNvSpPr/>
          <p:nvPr/>
        </p:nvSpPr>
        <p:spPr>
          <a:xfrm>
            <a:off x="2144579" y="626974"/>
            <a:ext cx="1112609" cy="427126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F735FC5C-F3E2-9F94-F645-8D97B86794BF}"/>
              </a:ext>
            </a:extLst>
          </p:cNvPr>
          <p:cNvSpPr/>
          <p:nvPr/>
        </p:nvSpPr>
        <p:spPr>
          <a:xfrm>
            <a:off x="611489" y="674388"/>
            <a:ext cx="891974" cy="387350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5C65734C-69DC-7A48-A34F-A7B2B68685C9}"/>
              </a:ext>
            </a:extLst>
          </p:cNvPr>
          <p:cNvSpPr/>
          <p:nvPr/>
        </p:nvSpPr>
        <p:spPr>
          <a:xfrm>
            <a:off x="3788054" y="654050"/>
            <a:ext cx="828676" cy="393700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B76A11D-901B-1797-C3F0-DCB04C2BC682}"/>
              </a:ext>
            </a:extLst>
          </p:cNvPr>
          <p:cNvSpPr/>
          <p:nvPr/>
        </p:nvSpPr>
        <p:spPr>
          <a:xfrm>
            <a:off x="5539372" y="475187"/>
            <a:ext cx="584200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S_ID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1FD61B9-B1C7-5657-354A-BDD9BA9DC7BD}"/>
              </a:ext>
            </a:extLst>
          </p:cNvPr>
          <p:cNvSpPr/>
          <p:nvPr/>
        </p:nvSpPr>
        <p:spPr>
          <a:xfrm>
            <a:off x="5294896" y="1008911"/>
            <a:ext cx="954106" cy="3016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56728D3-BCDA-C0D2-AC7C-893015C674C4}"/>
              </a:ext>
            </a:extLst>
          </p:cNvPr>
          <p:cNvSpPr/>
          <p:nvPr/>
        </p:nvSpPr>
        <p:spPr>
          <a:xfrm>
            <a:off x="0" y="1428750"/>
            <a:ext cx="660722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DD4066-47DE-70F6-61B7-91454BD0E74D}"/>
              </a:ext>
            </a:extLst>
          </p:cNvPr>
          <p:cNvSpPr/>
          <p:nvPr/>
        </p:nvSpPr>
        <p:spPr>
          <a:xfrm>
            <a:off x="1706705" y="1365159"/>
            <a:ext cx="891974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4231F6-9125-901C-64B2-FBEF78DAA567}"/>
              </a:ext>
            </a:extLst>
          </p:cNvPr>
          <p:cNvSpPr/>
          <p:nvPr/>
        </p:nvSpPr>
        <p:spPr>
          <a:xfrm>
            <a:off x="882650" y="1428750"/>
            <a:ext cx="660722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4E38A6-8F40-AA9C-B990-33BF4E78FC36}"/>
              </a:ext>
            </a:extLst>
          </p:cNvPr>
          <p:cNvSpPr/>
          <p:nvPr/>
        </p:nvSpPr>
        <p:spPr>
          <a:xfrm>
            <a:off x="76200" y="69850"/>
            <a:ext cx="660722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S_ID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5AD441-1E12-725E-03F5-75A12A47D500}"/>
              </a:ext>
            </a:extLst>
          </p:cNvPr>
          <p:cNvCxnSpPr>
            <a:cxnSpLocks/>
            <a:stCxn id="22" idx="5"/>
            <a:endCxn id="15" idx="0"/>
          </p:cNvCxnSpPr>
          <p:nvPr/>
        </p:nvCxnSpPr>
        <p:spPr>
          <a:xfrm>
            <a:off x="640162" y="381581"/>
            <a:ext cx="417314" cy="292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E016BA-0BB2-5D5E-E168-0643F1155B9B}"/>
              </a:ext>
            </a:extLst>
          </p:cNvPr>
          <p:cNvCxnSpPr>
            <a:cxnSpLocks/>
            <a:stCxn id="19" idx="0"/>
            <a:endCxn id="15" idx="2"/>
          </p:cNvCxnSpPr>
          <p:nvPr/>
        </p:nvCxnSpPr>
        <p:spPr>
          <a:xfrm flipV="1">
            <a:off x="330361" y="1061738"/>
            <a:ext cx="727115" cy="3670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303198-9E11-99D3-BF22-97F4B76D50F5}"/>
              </a:ext>
            </a:extLst>
          </p:cNvPr>
          <p:cNvCxnSpPr>
            <a:cxnSpLocks/>
            <a:stCxn id="21" idx="0"/>
            <a:endCxn id="15" idx="2"/>
          </p:cNvCxnSpPr>
          <p:nvPr/>
        </p:nvCxnSpPr>
        <p:spPr>
          <a:xfrm flipH="1" flipV="1">
            <a:off x="1057476" y="1061738"/>
            <a:ext cx="155535" cy="3670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FCA804-1A45-4B97-2804-C96D042E83F0}"/>
              </a:ext>
            </a:extLst>
          </p:cNvPr>
          <p:cNvCxnSpPr>
            <a:cxnSpLocks/>
            <a:stCxn id="20" idx="0"/>
            <a:endCxn id="15" idx="2"/>
          </p:cNvCxnSpPr>
          <p:nvPr/>
        </p:nvCxnSpPr>
        <p:spPr>
          <a:xfrm flipH="1" flipV="1">
            <a:off x="1057476" y="1061738"/>
            <a:ext cx="1095216" cy="3034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A32BAC6-BF4A-2487-5ED9-025F2EAB6F67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1503463" y="840537"/>
            <a:ext cx="641116" cy="275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31305A-AE77-9594-905F-584F5A4879D8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3257188" y="840537"/>
            <a:ext cx="530866" cy="103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7299B9C5-4CB7-C9B6-A255-4D3E56A79198}"/>
              </a:ext>
            </a:extLst>
          </p:cNvPr>
          <p:cNvSpPr/>
          <p:nvPr/>
        </p:nvSpPr>
        <p:spPr>
          <a:xfrm>
            <a:off x="3723137" y="1354609"/>
            <a:ext cx="951828" cy="510211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Has 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E973503-5788-28B0-4646-FC4353207553}"/>
              </a:ext>
            </a:extLst>
          </p:cNvPr>
          <p:cNvCxnSpPr>
            <a:cxnSpLocks/>
            <a:stCxn id="44" idx="0"/>
            <a:endCxn id="16" idx="2"/>
          </p:cNvCxnSpPr>
          <p:nvPr/>
        </p:nvCxnSpPr>
        <p:spPr>
          <a:xfrm flipV="1">
            <a:off x="4199051" y="1047750"/>
            <a:ext cx="3341" cy="3068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FD0708F-4330-7609-4E2E-2D4E640911F3}"/>
              </a:ext>
            </a:extLst>
          </p:cNvPr>
          <p:cNvCxnSpPr>
            <a:cxnSpLocks/>
            <a:stCxn id="6" idx="0"/>
            <a:endCxn id="44" idx="2"/>
          </p:cNvCxnSpPr>
          <p:nvPr/>
        </p:nvCxnSpPr>
        <p:spPr>
          <a:xfrm flipV="1">
            <a:off x="4192527" y="1864820"/>
            <a:ext cx="6524" cy="459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316A202-22C3-C5DD-298D-EE1277C28D85}"/>
              </a:ext>
            </a:extLst>
          </p:cNvPr>
          <p:cNvCxnSpPr>
            <a:cxnSpLocks/>
            <a:stCxn id="16" idx="3"/>
            <a:endCxn id="17" idx="2"/>
          </p:cNvCxnSpPr>
          <p:nvPr/>
        </p:nvCxnSpPr>
        <p:spPr>
          <a:xfrm flipV="1">
            <a:off x="4616730" y="657795"/>
            <a:ext cx="922642" cy="1931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30A66E8-BE59-F26D-AF6A-1C47BDBBE3D8}"/>
              </a:ext>
            </a:extLst>
          </p:cNvPr>
          <p:cNvCxnSpPr>
            <a:cxnSpLocks/>
            <a:stCxn id="16" idx="3"/>
            <a:endCxn id="18" idx="2"/>
          </p:cNvCxnSpPr>
          <p:nvPr/>
        </p:nvCxnSpPr>
        <p:spPr>
          <a:xfrm>
            <a:off x="4616730" y="850900"/>
            <a:ext cx="678166" cy="308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A5A032D-2B91-209F-9BDF-A9B7975A8637}"/>
              </a:ext>
            </a:extLst>
          </p:cNvPr>
          <p:cNvSpPr/>
          <p:nvPr/>
        </p:nvSpPr>
        <p:spPr>
          <a:xfrm>
            <a:off x="2382169" y="1819394"/>
            <a:ext cx="787360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83509486-9E4C-80C7-51DA-366307FEE48C}"/>
              </a:ext>
            </a:extLst>
          </p:cNvPr>
          <p:cNvSpPr/>
          <p:nvPr/>
        </p:nvSpPr>
        <p:spPr>
          <a:xfrm>
            <a:off x="1473334" y="2971813"/>
            <a:ext cx="1050925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Department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8252983-BB63-62F9-74A8-28072DF7A566}"/>
              </a:ext>
            </a:extLst>
          </p:cNvPr>
          <p:cNvSpPr/>
          <p:nvPr/>
        </p:nvSpPr>
        <p:spPr>
          <a:xfrm>
            <a:off x="2123986" y="3428729"/>
            <a:ext cx="787360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Batch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59A43C73-5C96-7C06-89A0-265527C66B10}"/>
              </a:ext>
            </a:extLst>
          </p:cNvPr>
          <p:cNvCxnSpPr>
            <a:cxnSpLocks/>
            <a:stCxn id="62" idx="4"/>
            <a:endCxn id="6" idx="1"/>
          </p:cNvCxnSpPr>
          <p:nvPr/>
        </p:nvCxnSpPr>
        <p:spPr>
          <a:xfrm>
            <a:off x="2775849" y="2162475"/>
            <a:ext cx="981703" cy="355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A619C091-2B69-7E8D-BD28-C78F8F9DCD01}"/>
              </a:ext>
            </a:extLst>
          </p:cNvPr>
          <p:cNvCxnSpPr>
            <a:cxnSpLocks/>
            <a:stCxn id="63" idx="4"/>
            <a:endCxn id="6" idx="1"/>
          </p:cNvCxnSpPr>
          <p:nvPr/>
        </p:nvCxnSpPr>
        <p:spPr>
          <a:xfrm>
            <a:off x="1930533" y="2446425"/>
            <a:ext cx="1827019" cy="71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006A2E8-A40A-BA9F-A640-16B43DEC5719}"/>
              </a:ext>
            </a:extLst>
          </p:cNvPr>
          <p:cNvCxnSpPr>
            <a:cxnSpLocks/>
            <a:stCxn id="194" idx="6"/>
            <a:endCxn id="6" idx="1"/>
          </p:cNvCxnSpPr>
          <p:nvPr/>
        </p:nvCxnSpPr>
        <p:spPr>
          <a:xfrm flipV="1">
            <a:off x="1710720" y="2517832"/>
            <a:ext cx="2046832" cy="193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CFD5C91-D849-C0F1-254D-A233EB7F8FBD}"/>
              </a:ext>
            </a:extLst>
          </p:cNvPr>
          <p:cNvCxnSpPr>
            <a:cxnSpLocks/>
            <a:stCxn id="192" idx="6"/>
            <a:endCxn id="6" idx="1"/>
          </p:cNvCxnSpPr>
          <p:nvPr/>
        </p:nvCxnSpPr>
        <p:spPr>
          <a:xfrm flipV="1">
            <a:off x="2524259" y="2517832"/>
            <a:ext cx="1233293" cy="625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F367922-2A45-D347-8B9D-568C8924B54E}"/>
              </a:ext>
            </a:extLst>
          </p:cNvPr>
          <p:cNvCxnSpPr>
            <a:cxnSpLocks/>
            <a:stCxn id="193" idx="6"/>
            <a:endCxn id="6" idx="1"/>
          </p:cNvCxnSpPr>
          <p:nvPr/>
        </p:nvCxnSpPr>
        <p:spPr>
          <a:xfrm flipV="1">
            <a:off x="2911346" y="2517832"/>
            <a:ext cx="846206" cy="10824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Flowchart: Decision 259">
            <a:extLst>
              <a:ext uri="{FF2B5EF4-FFF2-40B4-BE49-F238E27FC236}">
                <a16:creationId xmlns:a16="http://schemas.microsoft.com/office/drawing/2014/main" id="{83B0C8D7-D751-01F4-9425-158D8042944F}"/>
              </a:ext>
            </a:extLst>
          </p:cNvPr>
          <p:cNvSpPr/>
          <p:nvPr/>
        </p:nvSpPr>
        <p:spPr>
          <a:xfrm>
            <a:off x="3655332" y="3092540"/>
            <a:ext cx="1087437" cy="603520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</a:t>
            </a: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AF875B3-C7EC-0AAA-5891-DEC95F863BDA}"/>
              </a:ext>
            </a:extLst>
          </p:cNvPr>
          <p:cNvCxnSpPr>
            <a:cxnSpLocks/>
            <a:stCxn id="260" idx="0"/>
            <a:endCxn id="6" idx="2"/>
          </p:cNvCxnSpPr>
          <p:nvPr/>
        </p:nvCxnSpPr>
        <p:spPr>
          <a:xfrm flipH="1" flipV="1">
            <a:off x="4192527" y="2711507"/>
            <a:ext cx="6524" cy="381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53A10E67-CB59-8C97-4EC6-C4D009610222}"/>
              </a:ext>
            </a:extLst>
          </p:cNvPr>
          <p:cNvCxnSpPr>
            <a:cxnSpLocks/>
            <a:stCxn id="9" idx="0"/>
            <a:endCxn id="260" idx="2"/>
          </p:cNvCxnSpPr>
          <p:nvPr/>
        </p:nvCxnSpPr>
        <p:spPr>
          <a:xfrm flipH="1" flipV="1">
            <a:off x="4199051" y="3696060"/>
            <a:ext cx="6524" cy="3659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9" name="Oval 268">
            <a:extLst>
              <a:ext uri="{FF2B5EF4-FFF2-40B4-BE49-F238E27FC236}">
                <a16:creationId xmlns:a16="http://schemas.microsoft.com/office/drawing/2014/main" id="{700BEF8B-DB75-D147-18F0-F5977F17CE60}"/>
              </a:ext>
            </a:extLst>
          </p:cNvPr>
          <p:cNvSpPr/>
          <p:nvPr/>
        </p:nvSpPr>
        <p:spPr>
          <a:xfrm>
            <a:off x="2576570" y="3972026"/>
            <a:ext cx="584200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S_ID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347E3E9F-3859-E818-FA21-41938DCFB984}"/>
              </a:ext>
            </a:extLst>
          </p:cNvPr>
          <p:cNvSpPr/>
          <p:nvPr/>
        </p:nvSpPr>
        <p:spPr>
          <a:xfrm>
            <a:off x="2603457" y="4495800"/>
            <a:ext cx="670134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Marks</a:t>
            </a: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2D42190C-D944-110B-7097-85096229959E}"/>
              </a:ext>
            </a:extLst>
          </p:cNvPr>
          <p:cNvSpPr/>
          <p:nvPr/>
        </p:nvSpPr>
        <p:spPr>
          <a:xfrm>
            <a:off x="5008513" y="4039175"/>
            <a:ext cx="744216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</a:t>
            </a:r>
          </a:p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FC8CE647-141C-833B-956D-E2C735EF009B}"/>
              </a:ext>
            </a:extLst>
          </p:cNvPr>
          <p:cNvSpPr/>
          <p:nvPr/>
        </p:nvSpPr>
        <p:spPr>
          <a:xfrm>
            <a:off x="5062717" y="4529146"/>
            <a:ext cx="670134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Grade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77132259-696A-287A-FE49-16A680E52FC5}"/>
              </a:ext>
            </a:extLst>
          </p:cNvPr>
          <p:cNvSpPr/>
          <p:nvPr/>
        </p:nvSpPr>
        <p:spPr>
          <a:xfrm>
            <a:off x="3863984" y="4711754"/>
            <a:ext cx="670134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SGPA</a:t>
            </a:r>
          </a:p>
        </p:txBody>
      </p:sp>
      <p:sp>
        <p:nvSpPr>
          <p:cNvPr id="284" name="Flowchart: Decision 283">
            <a:extLst>
              <a:ext uri="{FF2B5EF4-FFF2-40B4-BE49-F238E27FC236}">
                <a16:creationId xmlns:a16="http://schemas.microsoft.com/office/drawing/2014/main" id="{651AC7D8-0C69-92E9-49C8-16AB204D2485}"/>
              </a:ext>
            </a:extLst>
          </p:cNvPr>
          <p:cNvSpPr/>
          <p:nvPr/>
        </p:nvSpPr>
        <p:spPr>
          <a:xfrm>
            <a:off x="5349610" y="1638868"/>
            <a:ext cx="1101302" cy="603520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Goes to</a:t>
            </a:r>
          </a:p>
        </p:txBody>
      </p:sp>
      <p:cxnSp>
        <p:nvCxnSpPr>
          <p:cNvPr id="293" name="Connector: Elbow 292">
            <a:extLst>
              <a:ext uri="{FF2B5EF4-FFF2-40B4-BE49-F238E27FC236}">
                <a16:creationId xmlns:a16="http://schemas.microsoft.com/office/drawing/2014/main" id="{44111F1F-8F91-FCA0-439B-98F37D1B0B9D}"/>
              </a:ext>
            </a:extLst>
          </p:cNvPr>
          <p:cNvCxnSpPr>
            <a:cxnSpLocks/>
            <a:stCxn id="6" idx="3"/>
            <a:endCxn id="284" idx="1"/>
          </p:cNvCxnSpPr>
          <p:nvPr/>
        </p:nvCxnSpPr>
        <p:spPr>
          <a:xfrm flipV="1">
            <a:off x="4627502" y="1940628"/>
            <a:ext cx="722108" cy="57720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Connector: Elbow 294">
            <a:extLst>
              <a:ext uri="{FF2B5EF4-FFF2-40B4-BE49-F238E27FC236}">
                <a16:creationId xmlns:a16="http://schemas.microsoft.com/office/drawing/2014/main" id="{077C80ED-F316-E13B-2A97-E23B133BE363}"/>
              </a:ext>
            </a:extLst>
          </p:cNvPr>
          <p:cNvCxnSpPr>
            <a:cxnSpLocks/>
            <a:stCxn id="284" idx="3"/>
            <a:endCxn id="8" idx="1"/>
          </p:cNvCxnSpPr>
          <p:nvPr/>
        </p:nvCxnSpPr>
        <p:spPr>
          <a:xfrm flipV="1">
            <a:off x="6450912" y="1554799"/>
            <a:ext cx="732472" cy="3858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2" name="Oval 301">
            <a:extLst>
              <a:ext uri="{FF2B5EF4-FFF2-40B4-BE49-F238E27FC236}">
                <a16:creationId xmlns:a16="http://schemas.microsoft.com/office/drawing/2014/main" id="{ED17B65B-7B47-0611-7460-FC40B360136E}"/>
              </a:ext>
            </a:extLst>
          </p:cNvPr>
          <p:cNvSpPr/>
          <p:nvPr/>
        </p:nvSpPr>
        <p:spPr>
          <a:xfrm>
            <a:off x="6626287" y="449309"/>
            <a:ext cx="1050925" cy="3873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Installment fee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1A82CD49-0CA3-964E-C809-461CA62C0D0C}"/>
              </a:ext>
            </a:extLst>
          </p:cNvPr>
          <p:cNvSpPr/>
          <p:nvPr/>
        </p:nvSpPr>
        <p:spPr>
          <a:xfrm>
            <a:off x="7623299" y="228394"/>
            <a:ext cx="584200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Due</a:t>
            </a: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088A39B-97BB-1630-EB87-54A17A516463}"/>
              </a:ext>
            </a:extLst>
          </p:cNvPr>
          <p:cNvSpPr/>
          <p:nvPr/>
        </p:nvSpPr>
        <p:spPr>
          <a:xfrm>
            <a:off x="8172032" y="654050"/>
            <a:ext cx="584200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Last</a:t>
            </a:r>
          </a:p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Date</a:t>
            </a:r>
          </a:p>
        </p:txBody>
      </p: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9B609CE-19ED-3E70-B895-49BEC782BE42}"/>
              </a:ext>
            </a:extLst>
          </p:cNvPr>
          <p:cNvCxnSpPr>
            <a:cxnSpLocks/>
            <a:stCxn id="302" idx="4"/>
            <a:endCxn id="8" idx="0"/>
          </p:cNvCxnSpPr>
          <p:nvPr/>
        </p:nvCxnSpPr>
        <p:spPr>
          <a:xfrm>
            <a:off x="7151750" y="836659"/>
            <a:ext cx="518916" cy="5244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F70B1C8C-1B92-A0E9-F009-C96A0712C0E7}"/>
              </a:ext>
            </a:extLst>
          </p:cNvPr>
          <p:cNvCxnSpPr>
            <a:cxnSpLocks/>
            <a:stCxn id="303" idx="4"/>
            <a:endCxn id="8" idx="0"/>
          </p:cNvCxnSpPr>
          <p:nvPr/>
        </p:nvCxnSpPr>
        <p:spPr>
          <a:xfrm flipH="1">
            <a:off x="7670666" y="593610"/>
            <a:ext cx="244733" cy="76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EDA70D4A-D996-B643-3FA6-0A5DDE4B4E6C}"/>
              </a:ext>
            </a:extLst>
          </p:cNvPr>
          <p:cNvCxnSpPr>
            <a:cxnSpLocks/>
            <a:stCxn id="8" idx="0"/>
            <a:endCxn id="304" idx="4"/>
          </p:cNvCxnSpPr>
          <p:nvPr/>
        </p:nvCxnSpPr>
        <p:spPr>
          <a:xfrm flipV="1">
            <a:off x="7670666" y="1019266"/>
            <a:ext cx="793466" cy="3418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7A65E28B-1374-05F3-34B7-C8DFA78D0866}"/>
              </a:ext>
            </a:extLst>
          </p:cNvPr>
          <p:cNvCxnSpPr>
            <a:cxnSpLocks/>
            <a:stCxn id="269" idx="6"/>
            <a:endCxn id="9" idx="1"/>
          </p:cNvCxnSpPr>
          <p:nvPr/>
        </p:nvCxnSpPr>
        <p:spPr>
          <a:xfrm>
            <a:off x="3160770" y="4154634"/>
            <a:ext cx="609830" cy="101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6E6C53E-2B13-1034-F4E9-5333C75E7EFC}"/>
              </a:ext>
            </a:extLst>
          </p:cNvPr>
          <p:cNvCxnSpPr>
            <a:cxnSpLocks/>
            <a:stCxn id="270" idx="6"/>
            <a:endCxn id="9" idx="1"/>
          </p:cNvCxnSpPr>
          <p:nvPr/>
        </p:nvCxnSpPr>
        <p:spPr>
          <a:xfrm flipV="1">
            <a:off x="3273591" y="4255700"/>
            <a:ext cx="497009" cy="422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94E13D8-C95B-64AA-8B37-F28BAFAD6735}"/>
              </a:ext>
            </a:extLst>
          </p:cNvPr>
          <p:cNvCxnSpPr>
            <a:cxnSpLocks/>
            <a:stCxn id="9" idx="3"/>
            <a:endCxn id="271" idx="2"/>
          </p:cNvCxnSpPr>
          <p:nvPr/>
        </p:nvCxnSpPr>
        <p:spPr>
          <a:xfrm flipV="1">
            <a:off x="4640550" y="4221783"/>
            <a:ext cx="367963" cy="339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00AA779E-9EC9-41B6-FF91-5DC6C9702C19}"/>
              </a:ext>
            </a:extLst>
          </p:cNvPr>
          <p:cNvCxnSpPr>
            <a:cxnSpLocks/>
            <a:stCxn id="9" idx="3"/>
            <a:endCxn id="272" idx="2"/>
          </p:cNvCxnSpPr>
          <p:nvPr/>
        </p:nvCxnSpPr>
        <p:spPr>
          <a:xfrm>
            <a:off x="4640550" y="4255700"/>
            <a:ext cx="422167" cy="456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F1038653-A561-8651-D1A4-AD1F6BF1633D}"/>
              </a:ext>
            </a:extLst>
          </p:cNvPr>
          <p:cNvCxnSpPr>
            <a:cxnSpLocks/>
            <a:stCxn id="9" idx="2"/>
            <a:endCxn id="273" idx="0"/>
          </p:cNvCxnSpPr>
          <p:nvPr/>
        </p:nvCxnSpPr>
        <p:spPr>
          <a:xfrm flipH="1">
            <a:off x="4199051" y="4449375"/>
            <a:ext cx="6524" cy="262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0" name="Flowchart: Decision 329">
            <a:extLst>
              <a:ext uri="{FF2B5EF4-FFF2-40B4-BE49-F238E27FC236}">
                <a16:creationId xmlns:a16="http://schemas.microsoft.com/office/drawing/2014/main" id="{C0BBD3C5-A4D7-F22D-B637-0FC59D440A1E}"/>
              </a:ext>
            </a:extLst>
          </p:cNvPr>
          <p:cNvSpPr/>
          <p:nvPr/>
        </p:nvSpPr>
        <p:spPr>
          <a:xfrm>
            <a:off x="5754547" y="2796724"/>
            <a:ext cx="784848" cy="492409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Has</a:t>
            </a:r>
          </a:p>
        </p:txBody>
      </p: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B0819E08-D311-7D43-F728-A0A4DBA5CE06}"/>
              </a:ext>
            </a:extLst>
          </p:cNvPr>
          <p:cNvCxnSpPr>
            <a:cxnSpLocks/>
            <a:endCxn id="338" idx="1"/>
          </p:cNvCxnSpPr>
          <p:nvPr/>
        </p:nvCxnSpPr>
        <p:spPr>
          <a:xfrm>
            <a:off x="4615227" y="2666910"/>
            <a:ext cx="1016015" cy="37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" name="Flowchart: Decision 337">
            <a:extLst>
              <a:ext uri="{FF2B5EF4-FFF2-40B4-BE49-F238E27FC236}">
                <a16:creationId xmlns:a16="http://schemas.microsoft.com/office/drawing/2014/main" id="{2032EA5A-97E6-AC3D-28C1-52D72851FCBF}"/>
              </a:ext>
            </a:extLst>
          </p:cNvPr>
          <p:cNvSpPr/>
          <p:nvPr/>
        </p:nvSpPr>
        <p:spPr>
          <a:xfrm>
            <a:off x="5631242" y="2702429"/>
            <a:ext cx="1053934" cy="681853"/>
          </a:xfrm>
          <a:prstGeom prst="flowChartDecision">
            <a:avLst/>
          </a:prstGeom>
          <a:noFill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1" name="Flowchart: Process 340">
            <a:extLst>
              <a:ext uri="{FF2B5EF4-FFF2-40B4-BE49-F238E27FC236}">
                <a16:creationId xmlns:a16="http://schemas.microsoft.com/office/drawing/2014/main" id="{A5B5DFB2-3F6D-A913-B064-4C875FE71D49}"/>
              </a:ext>
            </a:extLst>
          </p:cNvPr>
          <p:cNvSpPr/>
          <p:nvPr/>
        </p:nvSpPr>
        <p:spPr>
          <a:xfrm>
            <a:off x="7141400" y="3595719"/>
            <a:ext cx="974564" cy="444949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Semester</a:t>
            </a:r>
          </a:p>
        </p:txBody>
      </p:sp>
      <p:sp>
        <p:nvSpPr>
          <p:cNvPr id="342" name="Flowchart: Process 341">
            <a:extLst>
              <a:ext uri="{FF2B5EF4-FFF2-40B4-BE49-F238E27FC236}">
                <a16:creationId xmlns:a16="http://schemas.microsoft.com/office/drawing/2014/main" id="{5A0F9A46-4080-6B8B-E39D-B41E800379C0}"/>
              </a:ext>
            </a:extLst>
          </p:cNvPr>
          <p:cNvSpPr/>
          <p:nvPr/>
        </p:nvSpPr>
        <p:spPr>
          <a:xfrm>
            <a:off x="7058219" y="3528293"/>
            <a:ext cx="1139320" cy="581297"/>
          </a:xfrm>
          <a:prstGeom prst="flowChartProcess">
            <a:avLst/>
          </a:prstGeom>
          <a:noFill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48CB9E4B-68E1-150C-7273-7E5A51E6108F}"/>
              </a:ext>
            </a:extLst>
          </p:cNvPr>
          <p:cNvCxnSpPr>
            <a:cxnSpLocks/>
            <a:stCxn id="338" idx="3"/>
            <a:endCxn id="342" idx="1"/>
          </p:cNvCxnSpPr>
          <p:nvPr/>
        </p:nvCxnSpPr>
        <p:spPr>
          <a:xfrm>
            <a:off x="6685176" y="3043356"/>
            <a:ext cx="373043" cy="7755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9" name="Flowchart: Decision 348">
            <a:extLst>
              <a:ext uri="{FF2B5EF4-FFF2-40B4-BE49-F238E27FC236}">
                <a16:creationId xmlns:a16="http://schemas.microsoft.com/office/drawing/2014/main" id="{E327A15A-FD6A-C30B-9060-A39972BEE8CA}"/>
              </a:ext>
            </a:extLst>
          </p:cNvPr>
          <p:cNvSpPr/>
          <p:nvPr/>
        </p:nvSpPr>
        <p:spPr>
          <a:xfrm>
            <a:off x="7067221" y="1992299"/>
            <a:ext cx="1206890" cy="425656"/>
          </a:xfrm>
          <a:prstGeom prst="flowChartDecision">
            <a:avLst/>
          </a:prstGeom>
          <a:solidFill>
            <a:schemeClr val="bg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manage</a:t>
            </a:r>
          </a:p>
        </p:txBody>
      </p:sp>
      <p:sp>
        <p:nvSpPr>
          <p:cNvPr id="350" name="Flowchart: Process 349">
            <a:extLst>
              <a:ext uri="{FF2B5EF4-FFF2-40B4-BE49-F238E27FC236}">
                <a16:creationId xmlns:a16="http://schemas.microsoft.com/office/drawing/2014/main" id="{35A6EEEC-8058-474C-DB5D-726BD95E2474}"/>
              </a:ext>
            </a:extLst>
          </p:cNvPr>
          <p:cNvSpPr/>
          <p:nvPr/>
        </p:nvSpPr>
        <p:spPr>
          <a:xfrm>
            <a:off x="7301572" y="2721507"/>
            <a:ext cx="738188" cy="275593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9DF1EB48-A155-C921-3101-ABAC9D2EEA20}"/>
              </a:ext>
            </a:extLst>
          </p:cNvPr>
          <p:cNvCxnSpPr>
            <a:cxnSpLocks/>
          </p:cNvCxnSpPr>
          <p:nvPr/>
        </p:nvCxnSpPr>
        <p:spPr>
          <a:xfrm flipV="1">
            <a:off x="7680253" y="1748474"/>
            <a:ext cx="0" cy="243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601DD4FE-F860-C19E-9355-C0766181DCA3}"/>
              </a:ext>
            </a:extLst>
          </p:cNvPr>
          <p:cNvCxnSpPr>
            <a:cxnSpLocks/>
            <a:stCxn id="350" idx="0"/>
            <a:endCxn id="349" idx="2"/>
          </p:cNvCxnSpPr>
          <p:nvPr/>
        </p:nvCxnSpPr>
        <p:spPr>
          <a:xfrm flipV="1">
            <a:off x="7670666" y="2417955"/>
            <a:ext cx="0" cy="303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7" name="Oval 356">
            <a:extLst>
              <a:ext uri="{FF2B5EF4-FFF2-40B4-BE49-F238E27FC236}">
                <a16:creationId xmlns:a16="http://schemas.microsoft.com/office/drawing/2014/main" id="{19FF57E1-DE3C-1041-8EEB-731B7F522338}"/>
              </a:ext>
            </a:extLst>
          </p:cNvPr>
          <p:cNvSpPr/>
          <p:nvPr/>
        </p:nvSpPr>
        <p:spPr>
          <a:xfrm>
            <a:off x="8191078" y="2365832"/>
            <a:ext cx="900219" cy="51093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</a:p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No.</a:t>
            </a: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692685BE-49B5-C9F2-A9F8-D934052D0B25}"/>
              </a:ext>
            </a:extLst>
          </p:cNvPr>
          <p:cNvSpPr/>
          <p:nvPr/>
        </p:nvSpPr>
        <p:spPr>
          <a:xfrm>
            <a:off x="8348290" y="3004798"/>
            <a:ext cx="585794" cy="3100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Date</a:t>
            </a:r>
          </a:p>
        </p:txBody>
      </p: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9058D868-C970-CB91-D2FF-E6001DE44A2F}"/>
              </a:ext>
            </a:extLst>
          </p:cNvPr>
          <p:cNvCxnSpPr>
            <a:cxnSpLocks/>
            <a:stCxn id="350" idx="3"/>
            <a:endCxn id="357" idx="2"/>
          </p:cNvCxnSpPr>
          <p:nvPr/>
        </p:nvCxnSpPr>
        <p:spPr>
          <a:xfrm flipV="1">
            <a:off x="8039760" y="2621299"/>
            <a:ext cx="151318" cy="2380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599D322E-EE8A-7566-B171-02281AD7E49E}"/>
              </a:ext>
            </a:extLst>
          </p:cNvPr>
          <p:cNvCxnSpPr>
            <a:cxnSpLocks/>
            <a:stCxn id="350" idx="3"/>
            <a:endCxn id="358" idx="2"/>
          </p:cNvCxnSpPr>
          <p:nvPr/>
        </p:nvCxnSpPr>
        <p:spPr>
          <a:xfrm>
            <a:off x="8039760" y="2859304"/>
            <a:ext cx="308530" cy="300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Oval 416">
            <a:extLst>
              <a:ext uri="{FF2B5EF4-FFF2-40B4-BE49-F238E27FC236}">
                <a16:creationId xmlns:a16="http://schemas.microsoft.com/office/drawing/2014/main" id="{2053D001-928D-F019-BDEE-B8C4C5CE37F2}"/>
              </a:ext>
            </a:extLst>
          </p:cNvPr>
          <p:cNvSpPr/>
          <p:nvPr/>
        </p:nvSpPr>
        <p:spPr>
          <a:xfrm>
            <a:off x="6083869" y="4337242"/>
            <a:ext cx="900411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Semester Name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F869BA2D-2604-358F-5319-B45B404F214C}"/>
              </a:ext>
            </a:extLst>
          </p:cNvPr>
          <p:cNvSpPr/>
          <p:nvPr/>
        </p:nvSpPr>
        <p:spPr>
          <a:xfrm>
            <a:off x="6862618" y="4672112"/>
            <a:ext cx="670134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Credit</a:t>
            </a:r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E1FAEDC7-A792-3D8E-5C27-E7E9B1BE8A73}"/>
              </a:ext>
            </a:extLst>
          </p:cNvPr>
          <p:cNvSpPr/>
          <p:nvPr/>
        </p:nvSpPr>
        <p:spPr>
          <a:xfrm>
            <a:off x="7789926" y="4672112"/>
            <a:ext cx="752640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</a:t>
            </a:r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33FDF29A-C8B2-D6B6-AC36-C955056BE92B}"/>
              </a:ext>
            </a:extLst>
          </p:cNvPr>
          <p:cNvSpPr/>
          <p:nvPr/>
        </p:nvSpPr>
        <p:spPr>
          <a:xfrm>
            <a:off x="8315587" y="4266425"/>
            <a:ext cx="781586" cy="365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Routine</a:t>
            </a:r>
          </a:p>
        </p:txBody>
      </p:sp>
      <p:sp>
        <p:nvSpPr>
          <p:cNvPr id="430" name="Google Shape;181;p16">
            <a:extLst>
              <a:ext uri="{FF2B5EF4-FFF2-40B4-BE49-F238E27FC236}">
                <a16:creationId xmlns:a16="http://schemas.microsoft.com/office/drawing/2014/main" id="{D86D34BF-C762-960E-51B0-B991D2138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0430" y="-11300"/>
            <a:ext cx="3725336" cy="5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of S.M.S.</a:t>
            </a:r>
            <a:endParaRPr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06D0B4CF-D0DE-D64F-0221-52858946A478}"/>
              </a:ext>
            </a:extLst>
          </p:cNvPr>
          <p:cNvCxnSpPr>
            <a:cxnSpLocks/>
            <a:stCxn id="417" idx="0"/>
            <a:endCxn id="342" idx="2"/>
          </p:cNvCxnSpPr>
          <p:nvPr/>
        </p:nvCxnSpPr>
        <p:spPr>
          <a:xfrm flipV="1">
            <a:off x="6534075" y="4109590"/>
            <a:ext cx="1093804" cy="2276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DC0B7009-ABD0-556D-207C-130C6FA1F6E9}"/>
              </a:ext>
            </a:extLst>
          </p:cNvPr>
          <p:cNvCxnSpPr>
            <a:cxnSpLocks/>
            <a:stCxn id="418" idx="0"/>
            <a:endCxn id="342" idx="2"/>
          </p:cNvCxnSpPr>
          <p:nvPr/>
        </p:nvCxnSpPr>
        <p:spPr>
          <a:xfrm flipV="1">
            <a:off x="7197685" y="4109590"/>
            <a:ext cx="430194" cy="562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42BCF5CA-E217-3EBE-731E-C9EEBB755F93}"/>
              </a:ext>
            </a:extLst>
          </p:cNvPr>
          <p:cNvCxnSpPr>
            <a:cxnSpLocks/>
            <a:stCxn id="419" idx="0"/>
            <a:endCxn id="342" idx="2"/>
          </p:cNvCxnSpPr>
          <p:nvPr/>
        </p:nvCxnSpPr>
        <p:spPr>
          <a:xfrm flipH="1" flipV="1">
            <a:off x="7627879" y="4109590"/>
            <a:ext cx="538367" cy="562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8959E20E-C6A3-4206-7EAF-015AB8162A04}"/>
              </a:ext>
            </a:extLst>
          </p:cNvPr>
          <p:cNvCxnSpPr>
            <a:cxnSpLocks/>
            <a:stCxn id="420" idx="2"/>
            <a:endCxn id="342" idx="2"/>
          </p:cNvCxnSpPr>
          <p:nvPr/>
        </p:nvCxnSpPr>
        <p:spPr>
          <a:xfrm flipH="1" flipV="1">
            <a:off x="7627879" y="4109590"/>
            <a:ext cx="687708" cy="3394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91DF2144-360E-3ED9-C55B-3431E340CCCC}"/>
              </a:ext>
            </a:extLst>
          </p:cNvPr>
          <p:cNvSpPr/>
          <p:nvPr/>
        </p:nvSpPr>
        <p:spPr>
          <a:xfrm>
            <a:off x="923360" y="2539966"/>
            <a:ext cx="787360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F14E734-ED8C-A916-84CF-7038ED51EFE1}"/>
              </a:ext>
            </a:extLst>
          </p:cNvPr>
          <p:cNvSpPr/>
          <p:nvPr/>
        </p:nvSpPr>
        <p:spPr>
          <a:xfrm>
            <a:off x="1536853" y="2103344"/>
            <a:ext cx="787360" cy="3430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S_ID</a:t>
            </a:r>
          </a:p>
        </p:txBody>
      </p:sp>
      <p:pic>
        <p:nvPicPr>
          <p:cNvPr id="1025" name="Picture 1" descr="User">
            <a:extLst>
              <a:ext uri="{FF2B5EF4-FFF2-40B4-BE49-F238E27FC236}">
                <a16:creationId xmlns:a16="http://schemas.microsoft.com/office/drawing/2014/main" id="{40C1589D-B13B-BE58-C523-75262C23B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149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10438B-403D-5903-1716-1DC1A8FBB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9" y="4615876"/>
            <a:ext cx="458213" cy="456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D9A52-7319-AA78-A37C-071E0F6A60A0}"/>
              </a:ext>
            </a:extLst>
          </p:cNvPr>
          <p:cNvSpPr txBox="1"/>
          <p:nvPr/>
        </p:nvSpPr>
        <p:spPr>
          <a:xfrm>
            <a:off x="8915400" y="48617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1C149DD-BAE8-5F4B-C1AE-77C6DE8790F6}"/>
              </a:ext>
            </a:extLst>
          </p:cNvPr>
          <p:cNvCxnSpPr>
            <a:cxnSpLocks/>
          </p:cNvCxnSpPr>
          <p:nvPr/>
        </p:nvCxnSpPr>
        <p:spPr>
          <a:xfrm>
            <a:off x="6634013" y="3103456"/>
            <a:ext cx="412229" cy="7755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D9FABFE-742D-233E-9BD4-23BE4041B3B4}"/>
              </a:ext>
            </a:extLst>
          </p:cNvPr>
          <p:cNvCxnSpPr>
            <a:cxnSpLocks/>
          </p:cNvCxnSpPr>
          <p:nvPr/>
        </p:nvCxnSpPr>
        <p:spPr>
          <a:xfrm flipV="1">
            <a:off x="7623299" y="1759202"/>
            <a:ext cx="0" cy="243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3EF79449-FB30-787B-513D-B54CBF984B7B}"/>
              </a:ext>
            </a:extLst>
          </p:cNvPr>
          <p:cNvSpPr/>
          <p:nvPr/>
        </p:nvSpPr>
        <p:spPr>
          <a:xfrm>
            <a:off x="3622853" y="1280517"/>
            <a:ext cx="1139348" cy="690131"/>
          </a:xfrm>
          <a:prstGeom prst="flowChartDecision">
            <a:avLst/>
          </a:prstGeom>
          <a:noFill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2746050-7BC5-3FBA-4BDB-4F636D9073E6}"/>
              </a:ext>
            </a:extLst>
          </p:cNvPr>
          <p:cNvCxnSpPr>
            <a:cxnSpLocks/>
          </p:cNvCxnSpPr>
          <p:nvPr/>
        </p:nvCxnSpPr>
        <p:spPr>
          <a:xfrm flipV="1">
            <a:off x="4235667" y="1852625"/>
            <a:ext cx="6524" cy="456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8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1496917" y="658256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9D26A4C4-E215-4F9E-F829-2C91930BB0CD}"/>
              </a:ext>
            </a:extLst>
          </p:cNvPr>
          <p:cNvSpPr txBox="1"/>
          <p:nvPr/>
        </p:nvSpPr>
        <p:spPr>
          <a:xfrm>
            <a:off x="3542640" y="626190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7CA1948-AA25-2E55-D2BA-33707E188DFB}"/>
              </a:ext>
            </a:extLst>
          </p:cNvPr>
          <p:cNvSpPr txBox="1"/>
          <p:nvPr/>
        </p:nvSpPr>
        <p:spPr>
          <a:xfrm>
            <a:off x="4177223" y="2054808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5673C5E6-881B-1EA6-8982-6071DDFD73A8}"/>
              </a:ext>
            </a:extLst>
          </p:cNvPr>
          <p:cNvSpPr txBox="1"/>
          <p:nvPr/>
        </p:nvSpPr>
        <p:spPr>
          <a:xfrm>
            <a:off x="4117625" y="2729820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5BC70A79-0874-B5FD-857F-C75770452DE2}"/>
              </a:ext>
            </a:extLst>
          </p:cNvPr>
          <p:cNvSpPr txBox="1"/>
          <p:nvPr/>
        </p:nvSpPr>
        <p:spPr>
          <a:xfrm>
            <a:off x="4161839" y="3834140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76F1868D-D61C-23C6-5092-0F57EEAB0879}"/>
              </a:ext>
            </a:extLst>
          </p:cNvPr>
          <p:cNvSpPr txBox="1"/>
          <p:nvPr/>
        </p:nvSpPr>
        <p:spPr>
          <a:xfrm>
            <a:off x="6815280" y="3866994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54E32FCA-208F-C7F9-CB02-9C5A0BB932B8}"/>
              </a:ext>
            </a:extLst>
          </p:cNvPr>
          <p:cNvSpPr txBox="1"/>
          <p:nvPr/>
        </p:nvSpPr>
        <p:spPr>
          <a:xfrm>
            <a:off x="7424008" y="2548673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84B9758-1999-6DA3-9A06-76CFEEE4CE62}"/>
              </a:ext>
            </a:extLst>
          </p:cNvPr>
          <p:cNvSpPr txBox="1"/>
          <p:nvPr/>
        </p:nvSpPr>
        <p:spPr>
          <a:xfrm>
            <a:off x="6900770" y="1300357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;p16">
            <a:extLst>
              <a:ext uri="{FF2B5EF4-FFF2-40B4-BE49-F238E27FC236}">
                <a16:creationId xmlns:a16="http://schemas.microsoft.com/office/drawing/2014/main" id="{12255C55-FE88-3723-96ED-FD2058A57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546" y="171358"/>
            <a:ext cx="3725336" cy="5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 dirty="0"/>
              <a:t>Schema Diagram for S.M.S.</a:t>
            </a:r>
            <a:endParaRPr sz="2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31F96-303E-3D33-A7D0-F62EFDC6595C}"/>
              </a:ext>
            </a:extLst>
          </p:cNvPr>
          <p:cNvSpPr txBox="1"/>
          <p:nvPr/>
        </p:nvSpPr>
        <p:spPr>
          <a:xfrm>
            <a:off x="717269" y="810061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student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DB7B59-244A-CC75-5897-AF3623CD32A4}"/>
              </a:ext>
            </a:extLst>
          </p:cNvPr>
          <p:cNvGrpSpPr/>
          <p:nvPr/>
        </p:nvGrpSpPr>
        <p:grpSpPr>
          <a:xfrm>
            <a:off x="662525" y="1194782"/>
            <a:ext cx="920931" cy="1114477"/>
            <a:chOff x="610211" y="778837"/>
            <a:chExt cx="920931" cy="111447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5B743A-8AB6-6765-AFD1-7215A4E9EA53}"/>
                </a:ext>
              </a:extLst>
            </p:cNvPr>
            <p:cNvSpPr/>
            <p:nvPr/>
          </p:nvSpPr>
          <p:spPr>
            <a:xfrm>
              <a:off x="610211" y="778837"/>
              <a:ext cx="920931" cy="30777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S_ID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06C358-E8D9-494C-10D4-9B0C0ED72413}"/>
                </a:ext>
              </a:extLst>
            </p:cNvPr>
            <p:cNvSpPr/>
            <p:nvPr/>
          </p:nvSpPr>
          <p:spPr>
            <a:xfrm>
              <a:off x="610211" y="1086613"/>
              <a:ext cx="920931" cy="806701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 err="1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S_name</a:t>
              </a:r>
              <a:endParaRPr kumimoji="0" lang="en-US" sz="1050" b="0" i="0" u="none" strike="noStrike" kern="0" cap="none" spc="0" normalizeH="0" baseline="0" noProof="0" dirty="0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password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email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68C5C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76D9B51-BD47-C5D0-B791-04DEAD0B6E51}"/>
              </a:ext>
            </a:extLst>
          </p:cNvPr>
          <p:cNvGrpSpPr/>
          <p:nvPr/>
        </p:nvGrpSpPr>
        <p:grpSpPr>
          <a:xfrm>
            <a:off x="2656210" y="1194782"/>
            <a:ext cx="920931" cy="887947"/>
            <a:chOff x="610211" y="778837"/>
            <a:chExt cx="920931" cy="8879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147A17-C151-DF1E-D5D9-10152D4DEE96}"/>
                </a:ext>
              </a:extLst>
            </p:cNvPr>
            <p:cNvSpPr/>
            <p:nvPr/>
          </p:nvSpPr>
          <p:spPr>
            <a:xfrm>
              <a:off x="610211" y="778837"/>
              <a:ext cx="920931" cy="30777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S_ID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7581FF-E8B9-BC80-E6E5-871739E653CD}"/>
                </a:ext>
              </a:extLst>
            </p:cNvPr>
            <p:cNvSpPr/>
            <p:nvPr/>
          </p:nvSpPr>
          <p:spPr>
            <a:xfrm>
              <a:off x="610211" y="1074820"/>
              <a:ext cx="920931" cy="59196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password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68C5C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FF1A6FE-8E0F-9F87-ED9A-93913F1EC581}"/>
              </a:ext>
            </a:extLst>
          </p:cNvPr>
          <p:cNvSpPr txBox="1"/>
          <p:nvPr/>
        </p:nvSpPr>
        <p:spPr>
          <a:xfrm>
            <a:off x="2765700" y="821197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account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31C529-645D-781F-A7D0-AECB5587DF94}"/>
              </a:ext>
            </a:extLst>
          </p:cNvPr>
          <p:cNvGrpSpPr/>
          <p:nvPr/>
        </p:nvGrpSpPr>
        <p:grpSpPr>
          <a:xfrm>
            <a:off x="4939323" y="1194782"/>
            <a:ext cx="920931" cy="1208784"/>
            <a:chOff x="610211" y="778837"/>
            <a:chExt cx="920931" cy="12087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D19575-97F8-E92E-636D-46727AB02C85}"/>
                </a:ext>
              </a:extLst>
            </p:cNvPr>
            <p:cNvSpPr/>
            <p:nvPr/>
          </p:nvSpPr>
          <p:spPr>
            <a:xfrm>
              <a:off x="610211" y="778837"/>
              <a:ext cx="920931" cy="30777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S_ID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1FBBF4-80F1-91B9-F5ED-D335438A8219}"/>
                </a:ext>
              </a:extLst>
            </p:cNvPr>
            <p:cNvSpPr/>
            <p:nvPr/>
          </p:nvSpPr>
          <p:spPr>
            <a:xfrm>
              <a:off x="610211" y="1086613"/>
              <a:ext cx="920931" cy="901008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 err="1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S_name</a:t>
              </a:r>
              <a:endParaRPr kumimoji="0" lang="en-US" sz="1050" b="0" i="0" u="none" strike="noStrike" kern="0" cap="none" spc="0" normalizeH="0" baseline="0" noProof="0" dirty="0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department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email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batch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address 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68C5C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FC5483C-1682-E4AE-6BF1-3FDCB7191B6A}"/>
              </a:ext>
            </a:extLst>
          </p:cNvPr>
          <p:cNvSpPr txBox="1"/>
          <p:nvPr/>
        </p:nvSpPr>
        <p:spPr>
          <a:xfrm>
            <a:off x="5073861" y="796812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96BE0-D003-ADE3-CA45-972A42E4FA6F}"/>
              </a:ext>
            </a:extLst>
          </p:cNvPr>
          <p:cNvSpPr/>
          <p:nvPr/>
        </p:nvSpPr>
        <p:spPr>
          <a:xfrm>
            <a:off x="6930575" y="1194782"/>
            <a:ext cx="920931" cy="80670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err="1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current_inst</a:t>
            </a:r>
            <a:endParaRPr kumimoji="0" lang="en-US" sz="1050" b="0" i="0" u="none" strike="noStrike" kern="0" cap="none" spc="0" normalizeH="0" baseline="0" noProof="0" dirty="0">
              <a:ln w="0"/>
              <a:solidFill>
                <a:srgbClr val="1D1D1B"/>
              </a:solidFill>
              <a:effectLst>
                <a:outerShdw blurRad="38100" dist="19050" dir="2700000" algn="tl" rotWithShape="0">
                  <a:srgbClr val="1D1D1B">
                    <a:alpha val="4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err="1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duex</a:t>
            </a:r>
            <a:endParaRPr kumimoji="0" lang="en-US" sz="1050" b="0" i="0" u="none" strike="noStrike" kern="0" cap="none" spc="0" normalizeH="0" baseline="0" noProof="0" dirty="0">
              <a:ln w="0"/>
              <a:solidFill>
                <a:srgbClr val="1D1D1B"/>
              </a:solidFill>
              <a:effectLst>
                <a:outerShdw blurRad="38100" dist="19050" dir="2700000" algn="tl" rotWithShape="0">
                  <a:srgbClr val="1D1D1B">
                    <a:alpha val="4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err="1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last_date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68C5C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759633-4674-D7DF-5482-2D817E23ED47}"/>
              </a:ext>
            </a:extLst>
          </p:cNvPr>
          <p:cNvSpPr txBox="1"/>
          <p:nvPr/>
        </p:nvSpPr>
        <p:spPr>
          <a:xfrm>
            <a:off x="6723229" y="927086"/>
            <a:ext cx="13356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Payment manager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1059B-3603-6FFC-DA6B-21633CE68059}"/>
              </a:ext>
            </a:extLst>
          </p:cNvPr>
          <p:cNvSpPr/>
          <p:nvPr/>
        </p:nvSpPr>
        <p:spPr>
          <a:xfrm>
            <a:off x="6934836" y="3340293"/>
            <a:ext cx="1070742" cy="6973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 w="0"/>
              <a:solidFill>
                <a:srgbClr val="1D1D1B"/>
              </a:solidFill>
              <a:effectLst>
                <a:outerShdw blurRad="38100" dist="19050" dir="2700000" algn="tl" rotWithShape="0">
                  <a:srgbClr val="1D1D1B">
                    <a:alpha val="4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050" dirty="0">
              <a:ln w="0"/>
              <a:solidFill>
                <a:srgbClr val="1D1D1B"/>
              </a:solidFill>
              <a:effectLst>
                <a:outerShdw blurRad="38100" dist="19050" dir="2700000" algn="tl" rotWithShape="0">
                  <a:srgbClr val="1D1D1B">
                    <a:alpha val="40000"/>
                  </a:srgbClr>
                </a:outerShdw>
              </a:effectLst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err="1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payment_date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68C5C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24FDC7-243C-5628-97DD-278E090A54CA}"/>
              </a:ext>
            </a:extLst>
          </p:cNvPr>
          <p:cNvSpPr txBox="1"/>
          <p:nvPr/>
        </p:nvSpPr>
        <p:spPr>
          <a:xfrm>
            <a:off x="6961467" y="2979656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payment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202F9E-1594-B728-8F39-8BDCF6D4A2FB}"/>
              </a:ext>
            </a:extLst>
          </p:cNvPr>
          <p:cNvSpPr/>
          <p:nvPr/>
        </p:nvSpPr>
        <p:spPr>
          <a:xfrm>
            <a:off x="4879721" y="3805839"/>
            <a:ext cx="1188308" cy="80670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i="0" u="none" strike="noStrike" kern="0" cap="none" spc="0" normalizeH="0" baseline="0" noProof="0" dirty="0" err="1">
                <a:ln>
                  <a:noFill/>
                </a:ln>
                <a:solidFill>
                  <a:srgbClr val="1D1D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semester_name</a:t>
            </a:r>
            <a:endParaRPr kumimoji="0" lang="en-US" sz="1050" i="0" u="none" strike="noStrike" kern="0" cap="none" spc="0" normalizeH="0" baseline="0" noProof="0" dirty="0">
              <a:ln>
                <a:noFill/>
              </a:ln>
              <a:solidFill>
                <a:srgbClr val="1D1D1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i="0" u="none" strike="noStrike" kern="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courses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i="0" u="none" strike="noStrike" kern="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credit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i="0" u="none" strike="noStrike" kern="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routine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8B6E0-01D0-E216-984E-52608C9CC0A9}"/>
              </a:ext>
            </a:extLst>
          </p:cNvPr>
          <p:cNvSpPr txBox="1"/>
          <p:nvPr/>
        </p:nvSpPr>
        <p:spPr>
          <a:xfrm>
            <a:off x="4636805" y="3504789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current_semester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3AD8B4-4A7F-7A69-72AD-00F4944302A1}"/>
              </a:ext>
            </a:extLst>
          </p:cNvPr>
          <p:cNvGrpSpPr/>
          <p:nvPr/>
        </p:nvGrpSpPr>
        <p:grpSpPr>
          <a:xfrm>
            <a:off x="1923565" y="3169247"/>
            <a:ext cx="920931" cy="1245378"/>
            <a:chOff x="610211" y="778837"/>
            <a:chExt cx="920931" cy="124537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36998B-6BA7-D11B-5513-27156DC74CD6}"/>
                </a:ext>
              </a:extLst>
            </p:cNvPr>
            <p:cNvSpPr/>
            <p:nvPr/>
          </p:nvSpPr>
          <p:spPr>
            <a:xfrm>
              <a:off x="610211" y="778837"/>
              <a:ext cx="920931" cy="30777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report_ID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1919329-A92B-486E-C629-B1E4C2CA05D2}"/>
                </a:ext>
              </a:extLst>
            </p:cNvPr>
            <p:cNvSpPr/>
            <p:nvPr/>
          </p:nvSpPr>
          <p:spPr>
            <a:xfrm>
              <a:off x="610211" y="1086613"/>
              <a:ext cx="920931" cy="93760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S_ID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marks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SGPA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grade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 w="0"/>
                  <a:solidFill>
                    <a:srgbClr val="1D1D1B"/>
                  </a:solidFill>
                  <a:effectLst>
                    <a:outerShdw blurRad="38100" dist="19050" dir="2700000" algn="tl" rotWithShape="0">
                      <a:srgbClr val="1D1D1B">
                        <a:alpha val="40000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68C5C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95BCEB2-FA17-D6A2-0822-AAA5E9CB2403}"/>
              </a:ext>
            </a:extLst>
          </p:cNvPr>
          <p:cNvSpPr txBox="1"/>
          <p:nvPr/>
        </p:nvSpPr>
        <p:spPr>
          <a:xfrm>
            <a:off x="2083923" y="2825532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result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3836F9-4829-DFA1-378A-34E934ADAAA3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1583456" y="1348670"/>
            <a:ext cx="1072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0A198B-58D3-FCA0-2177-A0EC82F6CED8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3577141" y="1348670"/>
            <a:ext cx="1362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84585B-C45E-1013-52CE-2F3142BD484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60254" y="1348670"/>
            <a:ext cx="10554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7255ABD-6BC9-4A54-C442-2775E8CC5B18}"/>
              </a:ext>
            </a:extLst>
          </p:cNvPr>
          <p:cNvCxnSpPr>
            <a:cxnSpLocks/>
            <a:stCxn id="17" idx="3"/>
            <a:endCxn id="27" idx="3"/>
          </p:cNvCxnSpPr>
          <p:nvPr/>
        </p:nvCxnSpPr>
        <p:spPr>
          <a:xfrm>
            <a:off x="7851506" y="1598133"/>
            <a:ext cx="154072" cy="1896049"/>
          </a:xfrm>
          <a:prstGeom prst="bentConnector3">
            <a:avLst>
              <a:gd name="adj1" fmla="val 2483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24F4BF0-9A7D-9DEC-26F5-90AF1F96FA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7268" y="2863042"/>
            <a:ext cx="2362794" cy="210207"/>
          </a:xfrm>
          <a:prstGeom prst="bentConnector4">
            <a:avLst>
              <a:gd name="adj1" fmla="val 1"/>
              <a:gd name="adj2" fmla="val 20875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A4D7230-E283-43AA-58AD-3A29E711C6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260" y="1626349"/>
            <a:ext cx="2164631" cy="1924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B292925-103C-DEE1-6EC6-507617F3A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67" y="4649525"/>
            <a:ext cx="442534" cy="4411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8B21B1-EAEB-B8EA-54CD-BEDDBA25ED6F}"/>
              </a:ext>
            </a:extLst>
          </p:cNvPr>
          <p:cNvSpPr txBox="1"/>
          <p:nvPr/>
        </p:nvSpPr>
        <p:spPr>
          <a:xfrm>
            <a:off x="8915400" y="48617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C19448-C59F-5430-587D-258AF7750025}"/>
              </a:ext>
            </a:extLst>
          </p:cNvPr>
          <p:cNvSpPr/>
          <p:nvPr/>
        </p:nvSpPr>
        <p:spPr>
          <a:xfrm>
            <a:off x="6938196" y="3340293"/>
            <a:ext cx="1067382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 w="0"/>
                <a:solidFill>
                  <a:srgbClr val="1D1D1B"/>
                </a:solidFill>
                <a:effectLst>
                  <a:outerShdw blurRad="38100" dist="19050" dir="2700000" algn="tl" rotWithShape="0">
                    <a:srgbClr val="1D1D1B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payment_No</a:t>
            </a:r>
            <a:endParaRPr kumimoji="0" lang="en-US" sz="1100" b="0" i="0" u="none" strike="noStrike" kern="0" cap="none" spc="0" normalizeH="0" baseline="0" noProof="0" dirty="0">
              <a:ln w="0"/>
              <a:solidFill>
                <a:srgbClr val="1D1D1B"/>
              </a:solidFill>
              <a:effectLst>
                <a:outerShdw blurRad="38100" dist="19050" dir="2700000" algn="tl" rotWithShape="0">
                  <a:srgbClr val="1D1D1B">
                    <a:alpha val="40000"/>
                  </a:srgbClr>
                </a:outerShd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0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1564841" y="1104589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31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2395066" y="1336522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33" name="TextBox 1027">
            <a:extLst>
              <a:ext uri="{FF2B5EF4-FFF2-40B4-BE49-F238E27FC236}">
                <a16:creationId xmlns:a16="http://schemas.microsoft.com/office/drawing/2014/main" id="{AF0D6C18-17A7-5C2B-1A67-BC542B6F26F4}"/>
              </a:ext>
            </a:extLst>
          </p:cNvPr>
          <p:cNvSpPr txBox="1"/>
          <p:nvPr/>
        </p:nvSpPr>
        <p:spPr>
          <a:xfrm>
            <a:off x="4651761" y="1128974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m</a:t>
            </a:r>
          </a:p>
        </p:txBody>
      </p:sp>
      <p:sp>
        <p:nvSpPr>
          <p:cNvPr id="45" name="TextBox 1027">
            <a:extLst>
              <a:ext uri="{FF2B5EF4-FFF2-40B4-BE49-F238E27FC236}">
                <a16:creationId xmlns:a16="http://schemas.microsoft.com/office/drawing/2014/main" id="{F18BAD25-5947-DFEB-B780-118AB77933A8}"/>
              </a:ext>
            </a:extLst>
          </p:cNvPr>
          <p:cNvSpPr txBox="1"/>
          <p:nvPr/>
        </p:nvSpPr>
        <p:spPr>
          <a:xfrm>
            <a:off x="6588201" y="1104023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m</a:t>
            </a:r>
          </a:p>
        </p:txBody>
      </p:sp>
      <p:sp>
        <p:nvSpPr>
          <p:cNvPr id="46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2796567" y="3288993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58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6036897" y="3887933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59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5796751" y="1562607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m</a:t>
            </a:r>
          </a:p>
        </p:txBody>
      </p:sp>
      <p:sp>
        <p:nvSpPr>
          <p:cNvPr id="60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7827116" y="1372773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61" name="TextBox 1027">
            <a:extLst>
              <a:ext uri="{FF2B5EF4-FFF2-40B4-BE49-F238E27FC236}">
                <a16:creationId xmlns:a16="http://schemas.microsoft.com/office/drawing/2014/main" id="{92221CEF-C585-218F-B9A9-038A959554F4}"/>
              </a:ext>
            </a:extLst>
          </p:cNvPr>
          <p:cNvSpPr txBox="1"/>
          <p:nvPr/>
        </p:nvSpPr>
        <p:spPr>
          <a:xfrm>
            <a:off x="8055076" y="3552555"/>
            <a:ext cx="227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  <p:sp>
        <p:nvSpPr>
          <p:cNvPr id="62" name="TextBox 1027">
            <a:extLst>
              <a:ext uri="{FF2B5EF4-FFF2-40B4-BE49-F238E27FC236}">
                <a16:creationId xmlns:a16="http://schemas.microsoft.com/office/drawing/2014/main" id="{896C3216-E9F7-F268-1A0D-810EC9949913}"/>
              </a:ext>
            </a:extLst>
          </p:cNvPr>
          <p:cNvSpPr txBox="1"/>
          <p:nvPr/>
        </p:nvSpPr>
        <p:spPr>
          <a:xfrm>
            <a:off x="4743268" y="1586224"/>
            <a:ext cx="178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CA2658-5B60-D2E0-19C4-34D74E780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22" y="70106"/>
            <a:ext cx="2769743" cy="2769743"/>
          </a:xfrm>
          <a:prstGeom prst="rect">
            <a:avLst/>
          </a:prstGeom>
        </p:spPr>
      </p:pic>
      <p:sp>
        <p:nvSpPr>
          <p:cNvPr id="3" name="Google Shape;134;p14">
            <a:extLst>
              <a:ext uri="{FF2B5EF4-FFF2-40B4-BE49-F238E27FC236}">
                <a16:creationId xmlns:a16="http://schemas.microsoft.com/office/drawing/2014/main" id="{145EE95F-106D-0D53-CAD6-460A541EE4CE}"/>
              </a:ext>
            </a:extLst>
          </p:cNvPr>
          <p:cNvSpPr txBox="1"/>
          <p:nvPr/>
        </p:nvSpPr>
        <p:spPr>
          <a:xfrm>
            <a:off x="1146088" y="2571750"/>
            <a:ext cx="6943266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Any Suggestions on our Student Management System Project ?</a:t>
            </a:r>
            <a:endParaRPr sz="3200" b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CCC84-4F50-42FC-4EBD-6CA0BBE52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81" y="4566950"/>
            <a:ext cx="465860" cy="464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A1994-5A1F-9596-4416-3A5C9027C4AE}"/>
              </a:ext>
            </a:extLst>
          </p:cNvPr>
          <p:cNvSpPr txBox="1"/>
          <p:nvPr/>
        </p:nvSpPr>
        <p:spPr>
          <a:xfrm>
            <a:off x="8915400" y="48617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Strategy Project Proposal by Slidesgo">
  <a:themeElements>
    <a:clrScheme name="Simple Light">
      <a:dk1>
        <a:srgbClr val="1D1D1B"/>
      </a:dk1>
      <a:lt1>
        <a:srgbClr val="68C5C3"/>
      </a:lt1>
      <a:dk2>
        <a:srgbClr val="FFBDCD"/>
      </a:dk2>
      <a:lt2>
        <a:srgbClr val="B3D8F9"/>
      </a:lt2>
      <a:accent1>
        <a:srgbClr val="FFC577"/>
      </a:accent1>
      <a:accent2>
        <a:srgbClr val="F7937F"/>
      </a:accent2>
      <a:accent3>
        <a:srgbClr val="FFFFFF"/>
      </a:accent3>
      <a:accent4>
        <a:srgbClr val="EFEFEF"/>
      </a:accent4>
      <a:accent5>
        <a:srgbClr val="6EABE9"/>
      </a:accent5>
      <a:accent6>
        <a:srgbClr val="FFFFFF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272</Words>
  <Application>Microsoft Office PowerPoint</Application>
  <PresentationFormat>On-screen Show (16:9)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Times New Roman</vt:lpstr>
      <vt:lpstr>Bebas Neue</vt:lpstr>
      <vt:lpstr>Anek Devanagari</vt:lpstr>
      <vt:lpstr>Krub Medium</vt:lpstr>
      <vt:lpstr>Montserrat</vt:lpstr>
      <vt:lpstr>Poppins</vt:lpstr>
      <vt:lpstr>Arial</vt:lpstr>
      <vt:lpstr>Roboto</vt:lpstr>
      <vt:lpstr>Data Strategy Project Proposal by Slidesgo</vt:lpstr>
      <vt:lpstr>Student Management System  Project Proposal Infographics </vt:lpstr>
      <vt:lpstr>S.M.S.  Project Proposal Infographics</vt:lpstr>
      <vt:lpstr>ER Diagram of S.M.S.</vt:lpstr>
      <vt:lpstr>Schema Diagram for S.M.S.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 Project Proposal Infographics</dc:title>
  <dc:creator>Istiaq Alam</dc:creator>
  <cp:lastModifiedBy>Istiaq Alam</cp:lastModifiedBy>
  <cp:revision>12</cp:revision>
  <dcterms:modified xsi:type="dcterms:W3CDTF">2024-05-12T16:20:11Z</dcterms:modified>
</cp:coreProperties>
</file>