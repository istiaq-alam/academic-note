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8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E1FF8-396A-42C3-9649-F26040EA4F30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9BBD4-E85A-4CF6-9D1B-5B7E6FF4D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F9BBD4-E85A-4CF6-9D1B-5B7E6FF4D5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68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7735540203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7735540203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0D2D-5B81-7BCA-6B95-E443E3D51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1B80A-F411-6640-F8F0-ED4569F9E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1E906-E48E-CCF3-E06A-DD45F763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69963-F36D-63B3-51D4-8B062247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C4C56-760C-478B-B547-972C7379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679C-BEB0-5F0E-290D-CB35D24A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0B55-9D46-12B1-DF80-6A17C58C5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2DBB9-9834-A13F-324F-7C8C2CC8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ADB7B-7BBA-ECA3-FD63-97185489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4CC9-4BB8-F9BB-138A-401A601E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0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B214-21CB-C4DA-FFD3-63B2FC27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BD7D1-8F78-3F8A-772B-1ED72901F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7524E-9702-91F0-4E7A-B68714F0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A978-63A5-718A-EDB6-AE8EA332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CFA1-BA11-AC26-1677-6A2584B0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14E8-75A3-8731-595F-86B8566D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4AD-BABF-9E4D-1B80-8E86B8984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01F03-8932-F31A-55D3-1ED9673CF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D0122-4C36-325E-2083-3452ACDE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4B331-143D-02F7-7591-F26C7E29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6C7AA-B644-07BE-794B-889345FE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4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0328-88E2-9363-87D0-38B7092A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CEF18-F71E-E360-5843-0F460D3FD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A8F95-3B97-CDAA-66EE-75A46CE57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4311D6-CB50-2AA9-C729-F39DDBE2C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E459C-C2B5-E518-B553-65871A7A2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E784C-44D1-1D3E-D12C-CF931C9D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EDB41-4568-ADDF-2866-33CF0968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4E7B3-64DE-00E6-1D4F-68427384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8CD6-ACA5-042F-A83D-0565889E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B315E-35AF-B9B4-9669-FFC9CD11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E515B-41FE-9CC5-BEB6-34E53C1D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B670E-4ACD-A2A5-2503-2C05455C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5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6F792-0EAF-E53F-95A4-455B9272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83B28-6B07-2CE5-C7E8-39F691AE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E13F-D607-D15C-6C59-7A59C5F9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0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2D9B-74DC-57D8-8978-4FFF366C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F37D-B783-4225-3213-4E8C27517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13B16-E8C2-59C9-EAF4-706904354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906F0-E3CC-5CD1-B26F-D4DF73CD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87F37-CFD7-988C-1008-21AFB750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E09AF-D8A1-C6EE-795F-29C8191A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B118-CD66-D7BF-8A47-6B2FBB7E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4D713-F839-798B-691B-571461888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E850-E9F5-161E-6391-612C217E5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29AC1-B361-BE76-FE3E-E331CD5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DBB0D-F08E-EF3C-848C-3AB27368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7E9A1-47C6-0FCD-DEBD-A9DAD7FE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7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82A7-3F7B-6651-5E99-B5B5A8FF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5403B-AC3C-B740-B542-FC66B56CA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257C6-1CE4-0A00-BACD-CF3BB0FC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08084-F27F-08E1-ACCD-1FA73CB7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98FD4-1548-AF5B-F172-DC230097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2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A0493-B6F5-0ABB-10F8-55BD7C0F4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3977A-D7EE-592B-E977-FB99FC502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2DC0-B2A7-3316-3A52-734C0511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D2777-07C9-7218-529C-3EF536E3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5955A-A4B9-ADF6-31C1-46DC8B83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5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1C99F-50A9-5EFB-0C98-0B9D61B9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0300F-6DBA-93FC-0D57-377BAD044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075EE-72CA-6A6F-EB9C-BE028108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A4209-FF73-4FCE-8377-AFF0CC0A8F2C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4C5A7-3340-021A-59D2-34968FDC9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3627-3057-08AC-63EA-E05D9BD66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2DC8-E191-43DF-8BE0-3339D9496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ndubstudentportal.000webhostapp.com/index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9B6E-C579-7AB0-D7F5-1D0A2F5FC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752" y="2454996"/>
            <a:ext cx="9144000" cy="1348772"/>
          </a:xfrm>
        </p:spPr>
        <p:txBody>
          <a:bodyPr>
            <a:normAutofit/>
          </a:bodyPr>
          <a:lstStyle/>
          <a:p>
            <a:r>
              <a:rPr lang="e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Student Management System</a:t>
            </a:r>
            <a:endParaRPr lang="en-US" sz="3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D9594D-4694-541C-F671-5F19504C7581}"/>
              </a:ext>
            </a:extLst>
          </p:cNvPr>
          <p:cNvSpPr txBox="1">
            <a:spLocks/>
          </p:cNvSpPr>
          <p:nvPr/>
        </p:nvSpPr>
        <p:spPr>
          <a:xfrm>
            <a:off x="2271252" y="57742"/>
            <a:ext cx="9144000" cy="13487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Notre Dame University Bangladesh</a:t>
            </a:r>
            <a:endParaRPr lang="en-US" sz="4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7DF71-9DCC-8082-4C9E-1C60EAA862D2}"/>
              </a:ext>
            </a:extLst>
          </p:cNvPr>
          <p:cNvSpPr txBox="1">
            <a:spLocks/>
          </p:cNvSpPr>
          <p:nvPr/>
        </p:nvSpPr>
        <p:spPr>
          <a:xfrm>
            <a:off x="2926086" y="1626572"/>
            <a:ext cx="7976595" cy="632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D8576-B098-A4BD-4DB1-E354AC7CC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5" y="298186"/>
            <a:ext cx="1442690" cy="1442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6D6A7F-B561-394B-73DA-5BA5BDDD3314}"/>
              </a:ext>
            </a:extLst>
          </p:cNvPr>
          <p:cNvSpPr/>
          <p:nvPr/>
        </p:nvSpPr>
        <p:spPr>
          <a:xfrm rot="2741517">
            <a:off x="-3646605" y="2035809"/>
            <a:ext cx="3761281" cy="761201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A9C04-46B9-D8BC-B9B3-B64307D74D10}"/>
              </a:ext>
            </a:extLst>
          </p:cNvPr>
          <p:cNvSpPr/>
          <p:nvPr/>
        </p:nvSpPr>
        <p:spPr>
          <a:xfrm rot="2741517">
            <a:off x="-3463972" y="2876031"/>
            <a:ext cx="3761281" cy="76120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5C3A14-3BEE-A361-8936-127476713609}"/>
              </a:ext>
            </a:extLst>
          </p:cNvPr>
          <p:cNvSpPr/>
          <p:nvPr/>
        </p:nvSpPr>
        <p:spPr>
          <a:xfrm rot="2741517">
            <a:off x="-3463973" y="3764747"/>
            <a:ext cx="3761281" cy="76120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4C36E3-B421-630A-EB53-BDD7E3C4C372}"/>
              </a:ext>
            </a:extLst>
          </p:cNvPr>
          <p:cNvSpPr/>
          <p:nvPr/>
        </p:nvSpPr>
        <p:spPr>
          <a:xfrm rot="2741517">
            <a:off x="-3608142" y="4578433"/>
            <a:ext cx="4345698" cy="7612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848659-2AA9-3AAB-031D-BEF209F46277}"/>
              </a:ext>
            </a:extLst>
          </p:cNvPr>
          <p:cNvSpPr txBox="1">
            <a:spLocks/>
          </p:cNvSpPr>
          <p:nvPr/>
        </p:nvSpPr>
        <p:spPr>
          <a:xfrm>
            <a:off x="2397812" y="2140280"/>
            <a:ext cx="8921000" cy="757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Database Management System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EB2A5A-AE51-CBBA-FE09-0580113572F3}"/>
              </a:ext>
            </a:extLst>
          </p:cNvPr>
          <p:cNvSpPr txBox="1"/>
          <p:nvPr/>
        </p:nvSpPr>
        <p:spPr>
          <a:xfrm>
            <a:off x="2397812" y="4474508"/>
            <a:ext cx="3596148" cy="106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Submitted to: 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Fernaz Narin Nur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Associate Professor, NDUB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BAC7F-8FB3-1845-07E9-AFCFEC28FCDA}"/>
              </a:ext>
            </a:extLst>
          </p:cNvPr>
          <p:cNvSpPr txBox="1"/>
          <p:nvPr/>
        </p:nvSpPr>
        <p:spPr>
          <a:xfrm>
            <a:off x="5993960" y="4381761"/>
            <a:ext cx="6216073" cy="156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Submitted by: 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Bef>
                <a:spcPts val="0"/>
              </a:spcBef>
              <a:spcAft>
                <a:spcPts val="78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Istiak Alam			ID: 0692230005101005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Bef>
                <a:spcPts val="0"/>
              </a:spcBef>
              <a:spcAft>
                <a:spcPts val="78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Imtiaj Uddin		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ID: 0692230005101009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Bef>
                <a:spcPts val="0"/>
              </a:spcBef>
              <a:spcAft>
                <a:spcPts val="78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Evangelist Richard Gomes		ID: 0692230005101010</a:t>
            </a:r>
            <a:endParaRPr lang="en-US" sz="105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34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6187D63-B0A2-0261-9849-C04BCB924B52}"/>
              </a:ext>
            </a:extLst>
          </p:cNvPr>
          <p:cNvSpPr/>
          <p:nvPr/>
        </p:nvSpPr>
        <p:spPr>
          <a:xfrm>
            <a:off x="251209" y="190919"/>
            <a:ext cx="11625943" cy="6301956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78F0E-AB1C-D7CF-7396-99E94241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CE4E6-EA71-EB10-986D-3EB2DBE1B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NDUB Student Management System is a comprehensive web application designed specifically for students of Notre Dame University Bangladesh to manage their academic information efficiently. It provides a user-friendly interface for students to access their results and percentages, while administrators can easily handle student data, course management, and result updates</a:t>
            </a:r>
            <a:endParaRPr lang="en-US" sz="2400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GB" sz="2400" dirty="0">
              <a:solidFill>
                <a:schemeClr val="dk1"/>
              </a:solidFill>
            </a:endParaRP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Data Centralization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Efficient Data Retrieval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Accessibility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Automation of Administrative Tasks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Data Security</a:t>
            </a:r>
          </a:p>
          <a:p>
            <a:pPr marL="8001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2400" dirty="0">
                <a:solidFill>
                  <a:schemeClr val="dk1"/>
                </a:solidFill>
              </a:rPr>
              <a:t>Data Analysis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AA9DD-8219-F258-D431-912FFF6E0CCD}"/>
              </a:ext>
            </a:extLst>
          </p:cNvPr>
          <p:cNvSpPr txBox="1"/>
          <p:nvPr/>
        </p:nvSpPr>
        <p:spPr>
          <a:xfrm>
            <a:off x="11795760" y="646642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3D1D46-3473-68F7-C6C3-344AFECDB4EE}"/>
              </a:ext>
            </a:extLst>
          </p:cNvPr>
          <p:cNvGrpSpPr/>
          <p:nvPr/>
        </p:nvGrpSpPr>
        <p:grpSpPr>
          <a:xfrm rot="11338445">
            <a:off x="11468991" y="1250710"/>
            <a:ext cx="7814718" cy="6507044"/>
            <a:chOff x="-5592042" y="3961176"/>
            <a:chExt cx="7814718" cy="6507044"/>
          </a:xfrm>
          <a:effectLst>
            <a:outerShdw blurRad="50800" dist="50800" sx="1000" sy="1000" algn="ctr" rotWithShape="0">
              <a:srgbClr val="000000"/>
            </a:outerShdw>
            <a:reflection endPos="0" dist="50800" dir="5400000" sy="-100000" algn="bl" rotWithShape="0"/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782DE5-BEC7-6D19-8ABD-A740379B5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923" y="6526858"/>
              <a:ext cx="248464" cy="24846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86223E-08C5-429F-889E-5D2279DB8334}"/>
                </a:ext>
              </a:extLst>
            </p:cNvPr>
            <p:cNvSpPr/>
            <p:nvPr/>
          </p:nvSpPr>
          <p:spPr>
            <a:xfrm rot="2741517">
              <a:off x="-3646605" y="2035809"/>
              <a:ext cx="3761281" cy="761201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0EB800-92D8-3F9C-5509-2AAF3F399D60}"/>
                </a:ext>
              </a:extLst>
            </p:cNvPr>
            <p:cNvSpPr/>
            <p:nvPr/>
          </p:nvSpPr>
          <p:spPr>
            <a:xfrm rot="2741517">
              <a:off x="-3463972" y="2876031"/>
              <a:ext cx="3761281" cy="761201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4B6DF0-907D-B244-AD5C-39D0FE3F7213}"/>
                </a:ext>
              </a:extLst>
            </p:cNvPr>
            <p:cNvSpPr/>
            <p:nvPr/>
          </p:nvSpPr>
          <p:spPr>
            <a:xfrm rot="2741517">
              <a:off x="-3463973" y="3764747"/>
              <a:ext cx="3761281" cy="76120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09440F-466B-6ADE-4B3A-BDA9F9B138E3}"/>
                </a:ext>
              </a:extLst>
            </p:cNvPr>
            <p:cNvSpPr/>
            <p:nvPr/>
          </p:nvSpPr>
          <p:spPr>
            <a:xfrm rot="2741517">
              <a:off x="-3958883" y="4489363"/>
              <a:ext cx="4345698" cy="761201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292100" dist="50800" dir="21540000" sx="105000" sy="105000" algn="ctr" rotWithShape="0">
                <a:srgbClr val="000000">
                  <a:alpha val="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D22AEB-6754-688B-A7E9-E227C866C36C}"/>
              </a:ext>
            </a:extLst>
          </p:cNvPr>
          <p:cNvGrpSpPr/>
          <p:nvPr/>
        </p:nvGrpSpPr>
        <p:grpSpPr>
          <a:xfrm>
            <a:off x="97900" y="6548139"/>
            <a:ext cx="2974681" cy="279797"/>
            <a:chOff x="660755" y="5461327"/>
            <a:chExt cx="3272149" cy="30777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E64AF1D-15CD-FC22-9FC0-CA07A5FFF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F66EFE-9ACE-0A70-C442-577B69FD2FEF}"/>
                </a:ext>
              </a:extLst>
            </p:cNvPr>
            <p:cNvSpPr txBox="1"/>
            <p:nvPr/>
          </p:nvSpPr>
          <p:spPr>
            <a:xfrm>
              <a:off x="924233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158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EFDDB41-00D4-AA67-4529-22137D1A277D}"/>
              </a:ext>
            </a:extLst>
          </p:cNvPr>
          <p:cNvGrpSpPr/>
          <p:nvPr/>
        </p:nvGrpSpPr>
        <p:grpSpPr>
          <a:xfrm>
            <a:off x="1093338" y="724818"/>
            <a:ext cx="10010199" cy="5834994"/>
            <a:chOff x="1004763" y="534339"/>
            <a:chExt cx="10010199" cy="5834994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71F8FB4F-55B9-7CCA-2785-A6EA04B82FA3}"/>
                </a:ext>
              </a:extLst>
            </p:cNvPr>
            <p:cNvSpPr/>
            <p:nvPr/>
          </p:nvSpPr>
          <p:spPr>
            <a:xfrm>
              <a:off x="3361676" y="3734932"/>
              <a:ext cx="999974" cy="543135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</a:t>
              </a:r>
            </a:p>
          </p:txBody>
        </p:sp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28DD57D9-F785-8C0E-CD7C-5A68DF4B3A21}"/>
                </a:ext>
              </a:extLst>
            </p:cNvPr>
            <p:cNvSpPr/>
            <p:nvPr/>
          </p:nvSpPr>
          <p:spPr>
            <a:xfrm>
              <a:off x="7931872" y="3530680"/>
              <a:ext cx="1120223" cy="543135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</a:t>
              </a:r>
            </a:p>
          </p:txBody>
        </p:sp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2D3033A7-12C4-E388-1078-7C5E265B9692}"/>
                </a:ext>
              </a:extLst>
            </p:cNvPr>
            <p:cNvSpPr/>
            <p:nvPr/>
          </p:nvSpPr>
          <p:spPr>
            <a:xfrm>
              <a:off x="8002975" y="5473387"/>
              <a:ext cx="999974" cy="543135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Course</a:t>
              </a:r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3E00BB6A-D29D-3C0A-AEF4-E764411BF704}"/>
                </a:ext>
              </a:extLst>
            </p:cNvPr>
            <p:cNvSpPr/>
            <p:nvPr/>
          </p:nvSpPr>
          <p:spPr>
            <a:xfrm>
              <a:off x="5498673" y="1302759"/>
              <a:ext cx="1430618" cy="552039"/>
            </a:xfrm>
            <a:prstGeom prst="flowChartProcess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Administrator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C18E62-B05D-1C46-54A2-FB63CC8E5FBD}"/>
                </a:ext>
              </a:extLst>
            </p:cNvPr>
            <p:cNvSpPr/>
            <p:nvPr/>
          </p:nvSpPr>
          <p:spPr>
            <a:xfrm>
              <a:off x="5093967" y="534339"/>
              <a:ext cx="992778" cy="5120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Admin ID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425D1E-290D-D0D6-84F4-04EEEF6843C1}"/>
                </a:ext>
              </a:extLst>
            </p:cNvPr>
            <p:cNvSpPr/>
            <p:nvPr/>
          </p:nvSpPr>
          <p:spPr>
            <a:xfrm>
              <a:off x="6458810" y="599033"/>
              <a:ext cx="1096708" cy="42293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Password</a:t>
              </a:r>
            </a:p>
          </p:txBody>
        </p:sp>
        <p:sp>
          <p:nvSpPr>
            <p:cNvPr id="23" name="Flowchart: Decision 22">
              <a:extLst>
                <a:ext uri="{FF2B5EF4-FFF2-40B4-BE49-F238E27FC236}">
                  <a16:creationId xmlns:a16="http://schemas.microsoft.com/office/drawing/2014/main" id="{173728F7-B6D3-EA07-1CE9-49E065A89536}"/>
                </a:ext>
              </a:extLst>
            </p:cNvPr>
            <p:cNvSpPr/>
            <p:nvPr/>
          </p:nvSpPr>
          <p:spPr>
            <a:xfrm>
              <a:off x="3147251" y="2559760"/>
              <a:ext cx="1430619" cy="737111"/>
            </a:xfrm>
            <a:prstGeom prst="flowChartDecision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Adds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D97356-DC2C-176A-906A-2798A89C5B7E}"/>
                </a:ext>
              </a:extLst>
            </p:cNvPr>
            <p:cNvCxnSpPr>
              <a:cxnSpLocks/>
              <a:stCxn id="23" idx="0"/>
              <a:endCxn id="10" idx="2"/>
            </p:cNvCxnSpPr>
            <p:nvPr/>
          </p:nvCxnSpPr>
          <p:spPr>
            <a:xfrm flipV="1">
              <a:off x="3862561" y="1854798"/>
              <a:ext cx="2351421" cy="7049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156A4A0-3BAA-529A-2EE9-D6878259292A}"/>
                </a:ext>
              </a:extLst>
            </p:cNvPr>
            <p:cNvCxnSpPr>
              <a:cxnSpLocks/>
              <a:stCxn id="5" idx="0"/>
              <a:endCxn id="23" idx="2"/>
            </p:cNvCxnSpPr>
            <p:nvPr/>
          </p:nvCxnSpPr>
          <p:spPr>
            <a:xfrm flipV="1">
              <a:off x="3861663" y="3296871"/>
              <a:ext cx="898" cy="4380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5EAEF57-828E-48B5-9B98-A1350D2C0E97}"/>
                </a:ext>
              </a:extLst>
            </p:cNvPr>
            <p:cNvCxnSpPr>
              <a:cxnSpLocks/>
              <a:stCxn id="10" idx="0"/>
              <a:endCxn id="11" idx="4"/>
            </p:cNvCxnSpPr>
            <p:nvPr/>
          </p:nvCxnSpPr>
          <p:spPr>
            <a:xfrm flipH="1" flipV="1">
              <a:off x="5590356" y="1046438"/>
              <a:ext cx="623626" cy="2563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8053454-3FF7-6CCA-4398-411032FCB166}"/>
                </a:ext>
              </a:extLst>
            </p:cNvPr>
            <p:cNvCxnSpPr>
              <a:cxnSpLocks/>
              <a:stCxn id="10" idx="0"/>
              <a:endCxn id="12" idx="4"/>
            </p:cNvCxnSpPr>
            <p:nvPr/>
          </p:nvCxnSpPr>
          <p:spPr>
            <a:xfrm flipV="1">
              <a:off x="6213982" y="1021966"/>
              <a:ext cx="793182" cy="2807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B7A833-8833-A45D-71C7-5EA83429D9F8}"/>
                </a:ext>
              </a:extLst>
            </p:cNvPr>
            <p:cNvSpPr/>
            <p:nvPr/>
          </p:nvSpPr>
          <p:spPr>
            <a:xfrm>
              <a:off x="1129438" y="2884669"/>
              <a:ext cx="905040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2BAC4B2-73CD-DA06-C6B5-41ECC09B46DC}"/>
                </a:ext>
              </a:extLst>
            </p:cNvPr>
            <p:cNvSpPr/>
            <p:nvPr/>
          </p:nvSpPr>
          <p:spPr>
            <a:xfrm>
              <a:off x="1135130" y="4006500"/>
              <a:ext cx="962750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Batch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1E6BA21-87FF-310D-6545-563BCF98D4A7}"/>
                </a:ext>
              </a:extLst>
            </p:cNvPr>
            <p:cNvSpPr/>
            <p:nvPr/>
          </p:nvSpPr>
          <p:spPr>
            <a:xfrm>
              <a:off x="1004763" y="4598803"/>
              <a:ext cx="1124384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56F30F8-CA59-97B6-1E89-10FF1D44368B}"/>
                </a:ext>
              </a:extLst>
            </p:cNvPr>
            <p:cNvCxnSpPr>
              <a:cxnSpLocks/>
              <a:stCxn id="28" idx="5"/>
              <a:endCxn id="5" idx="1"/>
            </p:cNvCxnSpPr>
            <p:nvPr/>
          </p:nvCxnSpPr>
          <p:spPr>
            <a:xfrm>
              <a:off x="1901938" y="3295281"/>
              <a:ext cx="1459738" cy="7112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12716CB-2F53-0EDF-CBAB-79A24D0A0514}"/>
                </a:ext>
              </a:extLst>
            </p:cNvPr>
            <p:cNvCxnSpPr>
              <a:cxnSpLocks/>
              <a:stCxn id="82" idx="4"/>
              <a:endCxn id="5" idx="1"/>
            </p:cNvCxnSpPr>
            <p:nvPr/>
          </p:nvCxnSpPr>
          <p:spPr>
            <a:xfrm>
              <a:off x="2254112" y="2922932"/>
              <a:ext cx="1107564" cy="10835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7E39057-F655-D9BF-3021-25008BE57EBE}"/>
                </a:ext>
              </a:extLst>
            </p:cNvPr>
            <p:cNvCxnSpPr>
              <a:cxnSpLocks/>
              <a:stCxn id="81" idx="6"/>
              <a:endCxn id="5" idx="1"/>
            </p:cNvCxnSpPr>
            <p:nvPr/>
          </p:nvCxnSpPr>
          <p:spPr>
            <a:xfrm>
              <a:off x="2034478" y="3712580"/>
              <a:ext cx="1327198" cy="2939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4A6DDF-7DE4-50D0-DD5A-EC30FEDFDB82}"/>
                </a:ext>
              </a:extLst>
            </p:cNvPr>
            <p:cNvCxnSpPr>
              <a:cxnSpLocks/>
              <a:stCxn id="29" idx="6"/>
              <a:endCxn id="5" idx="1"/>
            </p:cNvCxnSpPr>
            <p:nvPr/>
          </p:nvCxnSpPr>
          <p:spPr>
            <a:xfrm flipV="1">
              <a:off x="2097880" y="4006500"/>
              <a:ext cx="1263796" cy="2405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69D563-D1CE-084F-CFC1-9704BA8C3E2D}"/>
                </a:ext>
              </a:extLst>
            </p:cNvPr>
            <p:cNvCxnSpPr>
              <a:cxnSpLocks/>
              <a:stCxn id="30" idx="7"/>
              <a:endCxn id="5" idx="1"/>
            </p:cNvCxnSpPr>
            <p:nvPr/>
          </p:nvCxnSpPr>
          <p:spPr>
            <a:xfrm flipV="1">
              <a:off x="1964485" y="4006500"/>
              <a:ext cx="1397191" cy="66275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Flowchart: Decision 35">
              <a:extLst>
                <a:ext uri="{FF2B5EF4-FFF2-40B4-BE49-F238E27FC236}">
                  <a16:creationId xmlns:a16="http://schemas.microsoft.com/office/drawing/2014/main" id="{B6E3E47E-1A61-EAFD-A7F5-A97480ED2D3B}"/>
                </a:ext>
              </a:extLst>
            </p:cNvPr>
            <p:cNvSpPr/>
            <p:nvPr/>
          </p:nvSpPr>
          <p:spPr>
            <a:xfrm>
              <a:off x="7907298" y="4418442"/>
              <a:ext cx="1191328" cy="727230"/>
            </a:xfrm>
            <a:prstGeom prst="flowChartDecision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Has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5BB4C0-0EF1-499B-C8AE-B4E7189BDADF}"/>
                </a:ext>
              </a:extLst>
            </p:cNvPr>
            <p:cNvCxnSpPr>
              <a:cxnSpLocks/>
              <a:stCxn id="7" idx="0"/>
              <a:endCxn id="36" idx="2"/>
            </p:cNvCxnSpPr>
            <p:nvPr/>
          </p:nvCxnSpPr>
          <p:spPr>
            <a:xfrm flipV="1">
              <a:off x="8502962" y="5145672"/>
              <a:ext cx="0" cy="3277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F0EF63C-6C44-F120-2062-AD3A2D1538C1}"/>
                </a:ext>
              </a:extLst>
            </p:cNvPr>
            <p:cNvSpPr/>
            <p:nvPr/>
          </p:nvSpPr>
          <p:spPr>
            <a:xfrm>
              <a:off x="9761605" y="5001302"/>
              <a:ext cx="999973" cy="45700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Course</a:t>
              </a:r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04CBB5F-59A6-78B2-BAF8-85B8E3576C97}"/>
                </a:ext>
              </a:extLst>
            </p:cNvPr>
            <p:cNvSpPr/>
            <p:nvPr/>
          </p:nvSpPr>
          <p:spPr>
            <a:xfrm>
              <a:off x="9824266" y="5538379"/>
              <a:ext cx="868641" cy="3829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Code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DBF75D5-1BC4-3812-93F9-CA9698254C28}"/>
                </a:ext>
              </a:extLst>
            </p:cNvPr>
            <p:cNvSpPr/>
            <p:nvPr/>
          </p:nvSpPr>
          <p:spPr>
            <a:xfrm>
              <a:off x="9792693" y="5986352"/>
              <a:ext cx="931785" cy="3829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Credit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0872BA2-7B06-291C-125D-9F29967A49F5}"/>
                </a:ext>
              </a:extLst>
            </p:cNvPr>
            <p:cNvSpPr/>
            <p:nvPr/>
          </p:nvSpPr>
          <p:spPr>
            <a:xfrm>
              <a:off x="9847933" y="2878297"/>
              <a:ext cx="1114091" cy="54313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</a:t>
              </a:r>
            </a:p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35899E0-5AB3-EBDF-7EC5-9EA62C408D8E}"/>
                </a:ext>
              </a:extLst>
            </p:cNvPr>
            <p:cNvSpPr/>
            <p:nvPr/>
          </p:nvSpPr>
          <p:spPr>
            <a:xfrm>
              <a:off x="9900871" y="3546385"/>
              <a:ext cx="1114091" cy="5120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SemesterNo</a:t>
              </a:r>
              <a:endParaRPr lang="en-US" sz="12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0238543-7575-EA64-4CC9-00C702119531}"/>
                </a:ext>
              </a:extLst>
            </p:cNvPr>
            <p:cNvSpPr/>
            <p:nvPr/>
          </p:nvSpPr>
          <p:spPr>
            <a:xfrm>
              <a:off x="10007087" y="4118276"/>
              <a:ext cx="803516" cy="5120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Batch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22678E3-4199-7D0C-8D88-A53A30C00CDB}"/>
                </a:ext>
              </a:extLst>
            </p:cNvPr>
            <p:cNvCxnSpPr>
              <a:cxnSpLocks/>
              <a:stCxn id="47" idx="2"/>
              <a:endCxn id="6" idx="3"/>
            </p:cNvCxnSpPr>
            <p:nvPr/>
          </p:nvCxnSpPr>
          <p:spPr>
            <a:xfrm flipH="1">
              <a:off x="9052095" y="3149865"/>
              <a:ext cx="795838" cy="6523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288558-DBE8-36D3-5CEC-DA790AB1F0A2}"/>
                </a:ext>
              </a:extLst>
            </p:cNvPr>
            <p:cNvCxnSpPr>
              <a:cxnSpLocks/>
              <a:stCxn id="6" idx="3"/>
              <a:endCxn id="48" idx="2"/>
            </p:cNvCxnSpPr>
            <p:nvPr/>
          </p:nvCxnSpPr>
          <p:spPr>
            <a:xfrm>
              <a:off x="9052095" y="3802248"/>
              <a:ext cx="848776" cy="1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8257FAF-5A89-66FE-4918-F0A697153357}"/>
                </a:ext>
              </a:extLst>
            </p:cNvPr>
            <p:cNvCxnSpPr>
              <a:cxnSpLocks/>
              <a:stCxn id="7" idx="3"/>
              <a:endCxn id="41" idx="2"/>
            </p:cNvCxnSpPr>
            <p:nvPr/>
          </p:nvCxnSpPr>
          <p:spPr>
            <a:xfrm flipV="1">
              <a:off x="9002949" y="5229803"/>
              <a:ext cx="758656" cy="5151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6937710-83F0-2E21-75DB-08FBAB9B6D3E}"/>
                </a:ext>
              </a:extLst>
            </p:cNvPr>
            <p:cNvCxnSpPr>
              <a:cxnSpLocks/>
              <a:stCxn id="7" idx="3"/>
              <a:endCxn id="42" idx="2"/>
            </p:cNvCxnSpPr>
            <p:nvPr/>
          </p:nvCxnSpPr>
          <p:spPr>
            <a:xfrm flipV="1">
              <a:off x="9002949" y="5729870"/>
              <a:ext cx="821317" cy="150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9955535-C858-B39E-9969-4787266F5E03}"/>
                </a:ext>
              </a:extLst>
            </p:cNvPr>
            <p:cNvCxnSpPr>
              <a:cxnSpLocks/>
              <a:stCxn id="7" idx="3"/>
              <a:endCxn id="43" idx="2"/>
            </p:cNvCxnSpPr>
            <p:nvPr/>
          </p:nvCxnSpPr>
          <p:spPr>
            <a:xfrm>
              <a:off x="9002949" y="5744955"/>
              <a:ext cx="789744" cy="4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0FB4704-F71A-E5AD-701A-A45E7CC45709}"/>
                </a:ext>
              </a:extLst>
            </p:cNvPr>
            <p:cNvSpPr/>
            <p:nvPr/>
          </p:nvSpPr>
          <p:spPr>
            <a:xfrm>
              <a:off x="1129438" y="3472049"/>
              <a:ext cx="905040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Email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6E9BB28-7577-99C3-38E8-68C28C7898F7}"/>
                </a:ext>
              </a:extLst>
            </p:cNvPr>
            <p:cNvSpPr/>
            <p:nvPr/>
          </p:nvSpPr>
          <p:spPr>
            <a:xfrm>
              <a:off x="1801592" y="2441870"/>
              <a:ext cx="905040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S_ID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DF5CBEF-F716-8CD7-AD58-4EDC0EDCA9A0}"/>
                </a:ext>
              </a:extLst>
            </p:cNvPr>
            <p:cNvSpPr/>
            <p:nvPr/>
          </p:nvSpPr>
          <p:spPr>
            <a:xfrm>
              <a:off x="1129438" y="5193957"/>
              <a:ext cx="938858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Gender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6F24C45-8FCC-4871-0F99-45A877832786}"/>
                </a:ext>
              </a:extLst>
            </p:cNvPr>
            <p:cNvSpPr/>
            <p:nvPr/>
          </p:nvSpPr>
          <p:spPr>
            <a:xfrm>
              <a:off x="1929878" y="5598493"/>
              <a:ext cx="938858" cy="48106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Date</a:t>
              </a:r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of</a:t>
              </a:r>
              <a:r>
                <a:rPr lang="en-US" sz="1200" u="sng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Birth</a:t>
              </a:r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3087D1C-4784-109A-2726-413F84C1493E}"/>
                </a:ext>
              </a:extLst>
            </p:cNvPr>
            <p:cNvCxnSpPr>
              <a:cxnSpLocks/>
              <a:stCxn id="148" idx="7"/>
              <a:endCxn id="5" idx="1"/>
            </p:cNvCxnSpPr>
            <p:nvPr/>
          </p:nvCxnSpPr>
          <p:spPr>
            <a:xfrm flipV="1">
              <a:off x="1930803" y="4006500"/>
              <a:ext cx="1430873" cy="125790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CFC5AFA-BF02-1B07-1339-27336A1C7C7F}"/>
                </a:ext>
              </a:extLst>
            </p:cNvPr>
            <p:cNvCxnSpPr>
              <a:cxnSpLocks/>
              <a:stCxn id="149" idx="0"/>
              <a:endCxn id="5" idx="1"/>
            </p:cNvCxnSpPr>
            <p:nvPr/>
          </p:nvCxnSpPr>
          <p:spPr>
            <a:xfrm flipV="1">
              <a:off x="2399307" y="4006500"/>
              <a:ext cx="962369" cy="15919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D625614-905F-078D-27FB-19F43E687895}"/>
                </a:ext>
              </a:extLst>
            </p:cNvPr>
            <p:cNvCxnSpPr>
              <a:cxnSpLocks/>
              <a:stCxn id="164" idx="0"/>
              <a:endCxn id="10" idx="2"/>
            </p:cNvCxnSpPr>
            <p:nvPr/>
          </p:nvCxnSpPr>
          <p:spPr>
            <a:xfrm flipH="1" flipV="1">
              <a:off x="6213982" y="1854798"/>
              <a:ext cx="2268615" cy="7049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Flowchart: Decision 163">
              <a:extLst>
                <a:ext uri="{FF2B5EF4-FFF2-40B4-BE49-F238E27FC236}">
                  <a16:creationId xmlns:a16="http://schemas.microsoft.com/office/drawing/2014/main" id="{E6667E64-474C-9C68-8C9F-A733ABAD1B96}"/>
                </a:ext>
              </a:extLst>
            </p:cNvPr>
            <p:cNvSpPr/>
            <p:nvPr/>
          </p:nvSpPr>
          <p:spPr>
            <a:xfrm>
              <a:off x="7767287" y="2559760"/>
              <a:ext cx="1430619" cy="737111"/>
            </a:xfrm>
            <a:prstGeom prst="flowChartDecisi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Creates</a:t>
              </a:r>
            </a:p>
          </p:txBody>
        </p: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F2CC8AFA-A81F-7541-F3D6-9817132A3610}"/>
                </a:ext>
              </a:extLst>
            </p:cNvPr>
            <p:cNvCxnSpPr>
              <a:cxnSpLocks/>
              <a:stCxn id="6" idx="0"/>
              <a:endCxn id="164" idx="2"/>
            </p:cNvCxnSpPr>
            <p:nvPr/>
          </p:nvCxnSpPr>
          <p:spPr>
            <a:xfrm flipH="1" flipV="1">
              <a:off x="8482597" y="3296871"/>
              <a:ext cx="9387" cy="2338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DCD7104-FB3B-A460-A087-283D7A700C61}"/>
                </a:ext>
              </a:extLst>
            </p:cNvPr>
            <p:cNvCxnSpPr>
              <a:cxnSpLocks/>
              <a:stCxn id="6" idx="3"/>
              <a:endCxn id="49" idx="2"/>
            </p:cNvCxnSpPr>
            <p:nvPr/>
          </p:nvCxnSpPr>
          <p:spPr>
            <a:xfrm>
              <a:off x="9052095" y="3802248"/>
              <a:ext cx="954992" cy="5720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571E697-E78D-09DF-90B9-6B5781E43EAF}"/>
                </a:ext>
              </a:extLst>
            </p:cNvPr>
            <p:cNvCxnSpPr>
              <a:cxnSpLocks/>
              <a:stCxn id="6" idx="2"/>
              <a:endCxn id="36" idx="0"/>
            </p:cNvCxnSpPr>
            <p:nvPr/>
          </p:nvCxnSpPr>
          <p:spPr>
            <a:xfrm>
              <a:off x="8491984" y="4073815"/>
              <a:ext cx="10978" cy="3446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Flowchart: Decision 206">
              <a:extLst>
                <a:ext uri="{FF2B5EF4-FFF2-40B4-BE49-F238E27FC236}">
                  <a16:creationId xmlns:a16="http://schemas.microsoft.com/office/drawing/2014/main" id="{00C44AF8-671D-C8B4-6DF3-038E129A5602}"/>
                </a:ext>
              </a:extLst>
            </p:cNvPr>
            <p:cNvSpPr/>
            <p:nvPr/>
          </p:nvSpPr>
          <p:spPr>
            <a:xfrm>
              <a:off x="5453195" y="2508221"/>
              <a:ext cx="1521574" cy="788650"/>
            </a:xfrm>
            <a:prstGeom prst="flowChartDecision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Declares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AE4949B-5944-87CD-583B-E269FFCB905C}"/>
                </a:ext>
              </a:extLst>
            </p:cNvPr>
            <p:cNvSpPr/>
            <p:nvPr/>
          </p:nvSpPr>
          <p:spPr>
            <a:xfrm>
              <a:off x="4462405" y="4780420"/>
              <a:ext cx="1127951" cy="5747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Semester</a:t>
              </a:r>
            </a:p>
          </p:txBody>
        </p:sp>
        <p:sp>
          <p:nvSpPr>
            <p:cNvPr id="215" name="Flowchart: Alternate Process 214">
              <a:extLst>
                <a:ext uri="{FF2B5EF4-FFF2-40B4-BE49-F238E27FC236}">
                  <a16:creationId xmlns:a16="http://schemas.microsoft.com/office/drawing/2014/main" id="{1D74284A-5E5B-EC26-5ED4-FB5780B950A9}"/>
                </a:ext>
              </a:extLst>
            </p:cNvPr>
            <p:cNvSpPr/>
            <p:nvPr/>
          </p:nvSpPr>
          <p:spPr>
            <a:xfrm>
              <a:off x="5713995" y="3635724"/>
              <a:ext cx="999974" cy="543135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Result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B25419E-F21F-A25A-A4A5-8A4C495F7C1B}"/>
                </a:ext>
              </a:extLst>
            </p:cNvPr>
            <p:cNvSpPr/>
            <p:nvPr/>
          </p:nvSpPr>
          <p:spPr>
            <a:xfrm>
              <a:off x="5686194" y="4767681"/>
              <a:ext cx="953455" cy="5558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</a:t>
              </a:r>
            </a:p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name</a:t>
              </a:r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D893F0C-8D11-C1DB-8992-1984629B76A6}"/>
                </a:ext>
              </a:extLst>
            </p:cNvPr>
            <p:cNvCxnSpPr>
              <a:cxnSpLocks/>
              <a:stCxn id="216" idx="0"/>
              <a:endCxn id="215" idx="2"/>
            </p:cNvCxnSpPr>
            <p:nvPr/>
          </p:nvCxnSpPr>
          <p:spPr>
            <a:xfrm flipV="1">
              <a:off x="6162922" y="4178859"/>
              <a:ext cx="51060" cy="5888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91722203-D8E5-6CBB-FEF6-2344B22AAF25}"/>
                </a:ext>
              </a:extLst>
            </p:cNvPr>
            <p:cNvCxnSpPr>
              <a:cxnSpLocks/>
              <a:stCxn id="214" idx="0"/>
              <a:endCxn id="215" idx="2"/>
            </p:cNvCxnSpPr>
            <p:nvPr/>
          </p:nvCxnSpPr>
          <p:spPr>
            <a:xfrm flipV="1">
              <a:off x="5026381" y="4178859"/>
              <a:ext cx="1187601" cy="6015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E815E574-F2CA-93C2-CEFB-C8F6FE1B3E59}"/>
                </a:ext>
              </a:extLst>
            </p:cNvPr>
            <p:cNvCxnSpPr>
              <a:cxnSpLocks/>
              <a:stCxn id="314" idx="0"/>
              <a:endCxn id="215" idx="2"/>
            </p:cNvCxnSpPr>
            <p:nvPr/>
          </p:nvCxnSpPr>
          <p:spPr>
            <a:xfrm flipH="1" flipV="1">
              <a:off x="6213982" y="4178859"/>
              <a:ext cx="1000507" cy="5596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E4553A04-5C39-FE66-E5C2-0DBE778F4BBE}"/>
                </a:ext>
              </a:extLst>
            </p:cNvPr>
            <p:cNvCxnSpPr>
              <a:cxnSpLocks/>
              <a:stCxn id="207" idx="0"/>
              <a:endCxn id="10" idx="2"/>
            </p:cNvCxnSpPr>
            <p:nvPr/>
          </p:nvCxnSpPr>
          <p:spPr>
            <a:xfrm flipV="1">
              <a:off x="6213982" y="1854798"/>
              <a:ext cx="0" cy="6534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B1894AAC-B501-5E40-B4C4-82195B5E1477}"/>
                </a:ext>
              </a:extLst>
            </p:cNvPr>
            <p:cNvCxnSpPr>
              <a:cxnSpLocks/>
              <a:stCxn id="215" idx="0"/>
              <a:endCxn id="207" idx="2"/>
            </p:cNvCxnSpPr>
            <p:nvPr/>
          </p:nvCxnSpPr>
          <p:spPr>
            <a:xfrm flipV="1">
              <a:off x="6213982" y="3296871"/>
              <a:ext cx="0" cy="33885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715CBE0D-83F9-2E85-AE6D-1D77030E47FD}"/>
                </a:ext>
              </a:extLst>
            </p:cNvPr>
            <p:cNvGrpSpPr/>
            <p:nvPr/>
          </p:nvGrpSpPr>
          <p:grpSpPr>
            <a:xfrm>
              <a:off x="6719540" y="4738492"/>
              <a:ext cx="989897" cy="616664"/>
              <a:chOff x="6464896" y="4773216"/>
              <a:chExt cx="989897" cy="616664"/>
            </a:xfrm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47AD573C-3FC1-7C17-2CBF-8C361A840644}"/>
                  </a:ext>
                </a:extLst>
              </p:cNvPr>
              <p:cNvSpPr/>
              <p:nvPr/>
            </p:nvSpPr>
            <p:spPr>
              <a:xfrm>
                <a:off x="6494115" y="4810998"/>
                <a:ext cx="931460" cy="543135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Course</a:t>
                </a:r>
              </a:p>
            </p:txBody>
          </p: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F0CC1921-1FAF-9B4A-89CA-3F328D5E8173}"/>
                  </a:ext>
                </a:extLst>
              </p:cNvPr>
              <p:cNvSpPr/>
              <p:nvPr/>
            </p:nvSpPr>
            <p:spPr>
              <a:xfrm>
                <a:off x="6464896" y="4773216"/>
                <a:ext cx="989897" cy="616664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</p:grpSp>
      <p:sp>
        <p:nvSpPr>
          <p:cNvPr id="338" name="Title 1">
            <a:extLst>
              <a:ext uri="{FF2B5EF4-FFF2-40B4-BE49-F238E27FC236}">
                <a16:creationId xmlns:a16="http://schemas.microsoft.com/office/drawing/2014/main" id="{6CEAFC6C-969D-F43F-6358-F5E6397B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93" y="362454"/>
            <a:ext cx="3107167" cy="109307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	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96F320-E4EA-75A7-0383-C064C5E5E1AA}"/>
              </a:ext>
            </a:extLst>
          </p:cNvPr>
          <p:cNvGrpSpPr/>
          <p:nvPr/>
        </p:nvGrpSpPr>
        <p:grpSpPr>
          <a:xfrm>
            <a:off x="104923" y="6511190"/>
            <a:ext cx="2974680" cy="279797"/>
            <a:chOff x="660755" y="5461327"/>
            <a:chExt cx="3272148" cy="30777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E5F7FDE-A402-F2ED-C4FE-CE73C5BC6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731F3B-55BB-D859-47C6-FF62704B7C1B}"/>
                </a:ext>
              </a:extLst>
            </p:cNvPr>
            <p:cNvSpPr txBox="1"/>
            <p:nvPr/>
          </p:nvSpPr>
          <p:spPr>
            <a:xfrm>
              <a:off x="924232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8B25F09-4929-0492-14A2-8543ED668B5E}"/>
              </a:ext>
            </a:extLst>
          </p:cNvPr>
          <p:cNvSpPr txBox="1"/>
          <p:nvPr/>
        </p:nvSpPr>
        <p:spPr>
          <a:xfrm>
            <a:off x="11795760" y="646642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126EBE-2DD5-1038-DF88-19D6026006F9}"/>
              </a:ext>
            </a:extLst>
          </p:cNvPr>
          <p:cNvSpPr txBox="1"/>
          <p:nvPr/>
        </p:nvSpPr>
        <p:spPr>
          <a:xfrm>
            <a:off x="4570875" y="2244265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559ED-925A-52A1-EC21-14F59CCC98D2}"/>
              </a:ext>
            </a:extLst>
          </p:cNvPr>
          <p:cNvSpPr txBox="1"/>
          <p:nvPr/>
        </p:nvSpPr>
        <p:spPr>
          <a:xfrm>
            <a:off x="3662846" y="3544443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CB7F3-FFEC-2A48-EFC6-ABA6CFA61E62}"/>
              </a:ext>
            </a:extLst>
          </p:cNvPr>
          <p:cNvSpPr txBox="1"/>
          <p:nvPr/>
        </p:nvSpPr>
        <p:spPr>
          <a:xfrm>
            <a:off x="6312302" y="2338737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B9979-E11F-26F3-36FD-C84F1BC9F388}"/>
              </a:ext>
            </a:extLst>
          </p:cNvPr>
          <p:cNvSpPr txBox="1"/>
          <p:nvPr/>
        </p:nvSpPr>
        <p:spPr>
          <a:xfrm>
            <a:off x="6289308" y="3524028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D7E92-AC06-71F7-27CB-72A10E2F44D5}"/>
              </a:ext>
            </a:extLst>
          </p:cNvPr>
          <p:cNvSpPr txBox="1"/>
          <p:nvPr/>
        </p:nvSpPr>
        <p:spPr>
          <a:xfrm>
            <a:off x="7583470" y="2188215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8096A-98CF-BA82-500A-690DE573EBFB}"/>
              </a:ext>
            </a:extLst>
          </p:cNvPr>
          <p:cNvSpPr txBox="1"/>
          <p:nvPr/>
        </p:nvSpPr>
        <p:spPr>
          <a:xfrm>
            <a:off x="8586130" y="3444571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33ECE-2909-F2D2-8A0E-2192C205D9E1}"/>
              </a:ext>
            </a:extLst>
          </p:cNvPr>
          <p:cNvSpPr txBox="1"/>
          <p:nvPr/>
        </p:nvSpPr>
        <p:spPr>
          <a:xfrm>
            <a:off x="8621865" y="4331922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3D22DB-418E-EA5F-355F-6745F56DD39B}"/>
              </a:ext>
            </a:extLst>
          </p:cNvPr>
          <p:cNvSpPr txBox="1"/>
          <p:nvPr/>
        </p:nvSpPr>
        <p:spPr>
          <a:xfrm>
            <a:off x="8580558" y="5347968"/>
            <a:ext cx="3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8182237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BE3489B-2CF5-473C-2FFA-EE09CEC988AE}"/>
              </a:ext>
            </a:extLst>
          </p:cNvPr>
          <p:cNvSpPr/>
          <p:nvPr/>
        </p:nvSpPr>
        <p:spPr>
          <a:xfrm>
            <a:off x="251209" y="190919"/>
            <a:ext cx="11625943" cy="6301956"/>
          </a:xfrm>
          <a:prstGeom prst="rect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C27AD-E8E2-E81E-5711-10DAD21C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578" y="1530019"/>
            <a:ext cx="1965960" cy="616903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Scripts</a:t>
            </a:r>
            <a:endParaRPr 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6CD1E-320D-59E1-DF4A-BA411198DCEE}"/>
              </a:ext>
            </a:extLst>
          </p:cNvPr>
          <p:cNvGrpSpPr/>
          <p:nvPr/>
        </p:nvGrpSpPr>
        <p:grpSpPr>
          <a:xfrm>
            <a:off x="97900" y="6548139"/>
            <a:ext cx="2974681" cy="279797"/>
            <a:chOff x="660755" y="5461327"/>
            <a:chExt cx="3272149" cy="3077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B0F025-B235-8554-3DBB-9BF91A9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E4FB3F-9DB3-3E2F-E6C2-9EA45E1A2628}"/>
                </a:ext>
              </a:extLst>
            </p:cNvPr>
            <p:cNvSpPr txBox="1"/>
            <p:nvPr/>
          </p:nvSpPr>
          <p:spPr>
            <a:xfrm>
              <a:off x="924233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03D1A37-6B6D-CA96-8CD5-AB287B376A49}"/>
              </a:ext>
            </a:extLst>
          </p:cNvPr>
          <p:cNvSpPr txBox="1"/>
          <p:nvPr/>
        </p:nvSpPr>
        <p:spPr>
          <a:xfrm>
            <a:off x="11795760" y="646642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BAA94B-6F17-8AFC-83E4-6D558BC72502}"/>
              </a:ext>
            </a:extLst>
          </p:cNvPr>
          <p:cNvGrpSpPr/>
          <p:nvPr/>
        </p:nvGrpSpPr>
        <p:grpSpPr>
          <a:xfrm rot="20536078">
            <a:off x="9563395" y="-3333464"/>
            <a:ext cx="8107092" cy="7032687"/>
            <a:chOff x="-5571972" y="3961176"/>
            <a:chExt cx="8107092" cy="7032687"/>
          </a:xfrm>
          <a:effectLst>
            <a:reflection endPos="0" dist="50800" dir="5400000" sy="-100000" algn="bl" rotWithShape="0"/>
          </a:effectLst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B9C4C0F-807C-0B57-79CE-22DD7178D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923" y="6526858"/>
              <a:ext cx="248464" cy="248463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9A7CDD-D9E4-E7E5-79F8-7962E6150D9F}"/>
                </a:ext>
              </a:extLst>
            </p:cNvPr>
            <p:cNvSpPr/>
            <p:nvPr/>
          </p:nvSpPr>
          <p:spPr>
            <a:xfrm rot="2741517">
              <a:off x="-3646605" y="2035809"/>
              <a:ext cx="3761281" cy="761201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2487F54-8A68-800A-477A-6148927B75D6}"/>
                </a:ext>
              </a:extLst>
            </p:cNvPr>
            <p:cNvSpPr/>
            <p:nvPr/>
          </p:nvSpPr>
          <p:spPr>
            <a:xfrm rot="2741517">
              <a:off x="-3463972" y="2876031"/>
              <a:ext cx="3761281" cy="761201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913751-76F3-752C-1D78-5AA2D8441ACE}"/>
                </a:ext>
              </a:extLst>
            </p:cNvPr>
            <p:cNvSpPr/>
            <p:nvPr/>
          </p:nvSpPr>
          <p:spPr>
            <a:xfrm rot="2741517">
              <a:off x="-3463973" y="3764747"/>
              <a:ext cx="3761281" cy="76120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B356D9C-7A3B-636A-B45B-691F1C373BD2}"/>
                </a:ext>
              </a:extLst>
            </p:cNvPr>
            <p:cNvSpPr/>
            <p:nvPr/>
          </p:nvSpPr>
          <p:spPr>
            <a:xfrm rot="2741517">
              <a:off x="-3443736" y="5015006"/>
              <a:ext cx="4345698" cy="761201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F2DED41-68A3-5A83-FE9F-B5A9DE908DB1}"/>
              </a:ext>
            </a:extLst>
          </p:cNvPr>
          <p:cNvGrpSpPr/>
          <p:nvPr/>
        </p:nvGrpSpPr>
        <p:grpSpPr>
          <a:xfrm>
            <a:off x="2723207" y="2899904"/>
            <a:ext cx="1564164" cy="1121304"/>
            <a:chOff x="1078552" y="2430699"/>
            <a:chExt cx="1564164" cy="112130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E89EFCD-A33D-AC48-A714-DCD656E06D78}"/>
                </a:ext>
              </a:extLst>
            </p:cNvPr>
            <p:cNvSpPr/>
            <p:nvPr/>
          </p:nvSpPr>
          <p:spPr>
            <a:xfrm>
              <a:off x="1078552" y="2430699"/>
              <a:ext cx="1564164" cy="830997"/>
            </a:xfrm>
            <a:prstGeom prst="round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CA4D8E-9F18-1AA0-E1F3-C633BBD77C49}"/>
                </a:ext>
              </a:extLst>
            </p:cNvPr>
            <p:cNvSpPr txBox="1"/>
            <p:nvPr/>
          </p:nvSpPr>
          <p:spPr>
            <a:xfrm>
              <a:off x="1359930" y="2597896"/>
              <a:ext cx="1127760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HTML</a:t>
              </a:r>
            </a:p>
            <a:p>
              <a:endParaRPr lang="en-US" sz="28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7A42E8-17BA-0C9F-5B0E-3192D132A0CF}"/>
              </a:ext>
            </a:extLst>
          </p:cNvPr>
          <p:cNvGrpSpPr/>
          <p:nvPr/>
        </p:nvGrpSpPr>
        <p:grpSpPr>
          <a:xfrm>
            <a:off x="5148968" y="2898566"/>
            <a:ext cx="1564164" cy="1122642"/>
            <a:chOff x="3452805" y="2459839"/>
            <a:chExt cx="1564164" cy="1122642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5BF74FC-D5E3-89FA-4679-E36F0214544A}"/>
                </a:ext>
              </a:extLst>
            </p:cNvPr>
            <p:cNvSpPr/>
            <p:nvPr/>
          </p:nvSpPr>
          <p:spPr>
            <a:xfrm>
              <a:off x="3452805" y="2459839"/>
              <a:ext cx="1564164" cy="830997"/>
            </a:xfrm>
            <a:prstGeom prst="round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DBD3E7-9563-9BC3-D42E-7F23C4614D20}"/>
                </a:ext>
              </a:extLst>
            </p:cNvPr>
            <p:cNvSpPr txBox="1"/>
            <p:nvPr/>
          </p:nvSpPr>
          <p:spPr>
            <a:xfrm>
              <a:off x="3884396" y="2628374"/>
              <a:ext cx="1127760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CSS</a:t>
              </a:r>
            </a:p>
            <a:p>
              <a:endParaRPr lang="en-US" sz="28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12FDBC-7987-7D43-D668-C090D105086D}"/>
              </a:ext>
            </a:extLst>
          </p:cNvPr>
          <p:cNvGrpSpPr/>
          <p:nvPr/>
        </p:nvGrpSpPr>
        <p:grpSpPr>
          <a:xfrm>
            <a:off x="7645176" y="2872433"/>
            <a:ext cx="1564164" cy="1122642"/>
            <a:chOff x="5511927" y="2429468"/>
            <a:chExt cx="1564164" cy="112264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C17E2C5-1A6A-2AF3-7D7E-5BBEF2AF7FE7}"/>
                </a:ext>
              </a:extLst>
            </p:cNvPr>
            <p:cNvSpPr/>
            <p:nvPr/>
          </p:nvSpPr>
          <p:spPr>
            <a:xfrm>
              <a:off x="5511927" y="2429468"/>
              <a:ext cx="1564164" cy="830997"/>
            </a:xfrm>
            <a:prstGeom prst="round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BE39C8-96C1-63B4-DA32-DCBACF32D61D}"/>
                </a:ext>
              </a:extLst>
            </p:cNvPr>
            <p:cNvSpPr txBox="1"/>
            <p:nvPr/>
          </p:nvSpPr>
          <p:spPr>
            <a:xfrm>
              <a:off x="5930349" y="2598003"/>
              <a:ext cx="112776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/>
                <a:t>PHP</a:t>
              </a:r>
            </a:p>
            <a:p>
              <a:endParaRPr lang="en-US" sz="28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C87CBE3-E24C-280B-E2E4-CE223DA3DEE3}"/>
              </a:ext>
            </a:extLst>
          </p:cNvPr>
          <p:cNvSpPr/>
          <p:nvPr/>
        </p:nvSpPr>
        <p:spPr>
          <a:xfrm>
            <a:off x="2737823" y="4164166"/>
            <a:ext cx="1564164" cy="83099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019455-5FEC-178E-03EE-A08E7C6913DD}"/>
              </a:ext>
            </a:extLst>
          </p:cNvPr>
          <p:cNvSpPr txBox="1"/>
          <p:nvPr/>
        </p:nvSpPr>
        <p:spPr>
          <a:xfrm>
            <a:off x="2935234" y="4316810"/>
            <a:ext cx="1419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MySQL</a:t>
            </a:r>
          </a:p>
          <a:p>
            <a:endParaRPr lang="en-US" sz="28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C598434-D402-AF24-355B-36220DED5D48}"/>
              </a:ext>
            </a:extLst>
          </p:cNvPr>
          <p:cNvSpPr/>
          <p:nvPr/>
        </p:nvSpPr>
        <p:spPr>
          <a:xfrm>
            <a:off x="5184394" y="4164166"/>
            <a:ext cx="1564164" cy="83099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DD71FF-3459-2659-50EA-CD07A7980F65}"/>
              </a:ext>
            </a:extLst>
          </p:cNvPr>
          <p:cNvSpPr txBox="1"/>
          <p:nvPr/>
        </p:nvSpPr>
        <p:spPr>
          <a:xfrm>
            <a:off x="5203294" y="4296962"/>
            <a:ext cx="1713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JavaScript</a:t>
            </a:r>
          </a:p>
          <a:p>
            <a:endParaRPr lang="en-US" sz="28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4FDEB83-F07B-54C8-399E-B73C18ABD2BC}"/>
              </a:ext>
            </a:extLst>
          </p:cNvPr>
          <p:cNvSpPr/>
          <p:nvPr/>
        </p:nvSpPr>
        <p:spPr>
          <a:xfrm>
            <a:off x="7656349" y="4175204"/>
            <a:ext cx="1564164" cy="830997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1A59BE-F1E0-63A1-4FF2-CBD01ADE5F42}"/>
              </a:ext>
            </a:extLst>
          </p:cNvPr>
          <p:cNvSpPr txBox="1"/>
          <p:nvPr/>
        </p:nvSpPr>
        <p:spPr>
          <a:xfrm>
            <a:off x="7643933" y="4316811"/>
            <a:ext cx="1713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Bootstrap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44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C4EADC-7CA2-5906-0C87-B7C9C01DB166}"/>
              </a:ext>
            </a:extLst>
          </p:cNvPr>
          <p:cNvSpPr/>
          <p:nvPr/>
        </p:nvSpPr>
        <p:spPr>
          <a:xfrm>
            <a:off x="251209" y="190919"/>
            <a:ext cx="11694985" cy="6301956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B9538-298F-987A-02EF-FE1F0D80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693" y="693175"/>
            <a:ext cx="2396613" cy="84424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627B-DF6F-C27C-FF10-6433043F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3694" cy="4191717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Admin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Admin dashboard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Semester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Course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Student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Individual Result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Admin password change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A593F8-548A-DEC0-ECC2-A3B7B736F80A}"/>
              </a:ext>
            </a:extLst>
          </p:cNvPr>
          <p:cNvSpPr txBox="1">
            <a:spLocks/>
          </p:cNvSpPr>
          <p:nvPr/>
        </p:nvSpPr>
        <p:spPr>
          <a:xfrm>
            <a:off x="7027607" y="1973108"/>
            <a:ext cx="4451555" cy="419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Student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Viewing result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3DB4C2-CC14-A162-D227-23515B5E7611}"/>
              </a:ext>
            </a:extLst>
          </p:cNvPr>
          <p:cNvGrpSpPr/>
          <p:nvPr/>
        </p:nvGrpSpPr>
        <p:grpSpPr>
          <a:xfrm>
            <a:off x="89297" y="6570705"/>
            <a:ext cx="2974680" cy="279797"/>
            <a:chOff x="660755" y="5461327"/>
            <a:chExt cx="3272148" cy="3077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21757A-EBCA-6E97-0AD6-E1AE11C98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E204FD-C438-BA10-51C3-1BE6D2576F09}"/>
                </a:ext>
              </a:extLst>
            </p:cNvPr>
            <p:cNvSpPr txBox="1"/>
            <p:nvPr/>
          </p:nvSpPr>
          <p:spPr>
            <a:xfrm>
              <a:off x="924232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5B0FE72-7056-0E0D-18A2-4F446C0B4426}"/>
              </a:ext>
            </a:extLst>
          </p:cNvPr>
          <p:cNvSpPr txBox="1"/>
          <p:nvPr/>
        </p:nvSpPr>
        <p:spPr>
          <a:xfrm>
            <a:off x="11795760" y="646642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55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D4FB-929E-9063-4A67-EE9C844B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596" y="990923"/>
            <a:ext cx="3201365" cy="1116434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B789F8-2EF5-5567-1870-EAF61390B6D9}"/>
              </a:ext>
            </a:extLst>
          </p:cNvPr>
          <p:cNvGrpSpPr/>
          <p:nvPr/>
        </p:nvGrpSpPr>
        <p:grpSpPr>
          <a:xfrm>
            <a:off x="75426" y="6578203"/>
            <a:ext cx="2974680" cy="279797"/>
            <a:chOff x="660755" y="5461327"/>
            <a:chExt cx="3272148" cy="3077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C5940F-00CF-3809-7935-0D5421E9F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EB2D98-1D16-6741-4D52-7D828AD90917}"/>
                </a:ext>
              </a:extLst>
            </p:cNvPr>
            <p:cNvSpPr txBox="1"/>
            <p:nvPr/>
          </p:nvSpPr>
          <p:spPr>
            <a:xfrm>
              <a:off x="924232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E61D776-89A1-A497-2776-ACB6E08870F9}"/>
              </a:ext>
            </a:extLst>
          </p:cNvPr>
          <p:cNvSpPr txBox="1"/>
          <p:nvPr/>
        </p:nvSpPr>
        <p:spPr>
          <a:xfrm>
            <a:off x="11795760" y="6466422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578B4-7441-8DA3-EAA8-32FC49CCBB93}"/>
              </a:ext>
            </a:extLst>
          </p:cNvPr>
          <p:cNvSpPr txBox="1"/>
          <p:nvPr/>
        </p:nvSpPr>
        <p:spPr>
          <a:xfrm>
            <a:off x="1097280" y="2208352"/>
            <a:ext cx="80924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Improved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Enhanced Transparency</a:t>
            </a:r>
            <a:endParaRPr lang="en-US" sz="2800" dirty="0">
              <a:solidFill>
                <a:srgbClr val="1F2328"/>
              </a:solidFill>
              <a:highlight>
                <a:srgbClr val="FFFFFF"/>
              </a:highlight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Increased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Reduced Errors</a:t>
            </a:r>
            <a:endParaRPr lang="en-US" sz="2800" dirty="0">
              <a:solidFill>
                <a:srgbClr val="1F2328"/>
              </a:solidFill>
              <a:highlight>
                <a:srgbClr val="FFFFFF"/>
              </a:highlight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Time-Saving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+mj-lt"/>
              </a:rPr>
              <a:t>Improved Communication  </a:t>
            </a:r>
          </a:p>
          <a:p>
            <a:endParaRPr lang="en-US" sz="28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5692C-54ED-0BE4-0AB2-373298B4C301}"/>
              </a:ext>
            </a:extLst>
          </p:cNvPr>
          <p:cNvSpPr/>
          <p:nvPr/>
        </p:nvSpPr>
        <p:spPr>
          <a:xfrm>
            <a:off x="251209" y="190919"/>
            <a:ext cx="11625943" cy="6301956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3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6DC6-31C4-79CB-1E06-21397080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981" y="945652"/>
            <a:ext cx="3258513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0351F-9D74-3ABE-909D-CC7C23718C64}"/>
              </a:ext>
            </a:extLst>
          </p:cNvPr>
          <p:cNvSpPr txBox="1"/>
          <p:nvPr/>
        </p:nvSpPr>
        <p:spPr>
          <a:xfrm>
            <a:off x="1432559" y="2490183"/>
            <a:ext cx="11024911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Double entry on double click or  refresh.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Unable to add more than 3 batches.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Unable to delete result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Unable to course no. as primary key in course 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8C87D-B66F-46E7-1B05-CFD026726768}"/>
              </a:ext>
            </a:extLst>
          </p:cNvPr>
          <p:cNvSpPr/>
          <p:nvPr/>
        </p:nvSpPr>
        <p:spPr>
          <a:xfrm>
            <a:off x="251209" y="190919"/>
            <a:ext cx="11625943" cy="6301956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891200-C7D2-680A-CF9B-D4695A4835A2}"/>
              </a:ext>
            </a:extLst>
          </p:cNvPr>
          <p:cNvGrpSpPr/>
          <p:nvPr/>
        </p:nvGrpSpPr>
        <p:grpSpPr>
          <a:xfrm>
            <a:off x="75426" y="6578203"/>
            <a:ext cx="2974680" cy="279797"/>
            <a:chOff x="660755" y="5461327"/>
            <a:chExt cx="3272148" cy="3077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31777C-BC9A-A678-43A3-A6E357D91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755" y="5478561"/>
              <a:ext cx="273310" cy="27331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15B46D-D919-8C5D-73DA-007F099481AF}"/>
                </a:ext>
              </a:extLst>
            </p:cNvPr>
            <p:cNvSpPr txBox="1"/>
            <p:nvPr/>
          </p:nvSpPr>
          <p:spPr>
            <a:xfrm>
              <a:off x="924232" y="5461327"/>
              <a:ext cx="3008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Notre Dame University Bangladesh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4FBCAF8-6BBC-E5E0-4854-99442B3C0F72}"/>
              </a:ext>
            </a:extLst>
          </p:cNvPr>
          <p:cNvSpPr txBox="1"/>
          <p:nvPr/>
        </p:nvSpPr>
        <p:spPr>
          <a:xfrm>
            <a:off x="11887200" y="648233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141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4;p14">
            <a:extLst>
              <a:ext uri="{FF2B5EF4-FFF2-40B4-BE49-F238E27FC236}">
                <a16:creationId xmlns:a16="http://schemas.microsoft.com/office/drawing/2014/main" id="{145EE95F-106D-0D53-CAD6-460A541EE4CE}"/>
              </a:ext>
            </a:extLst>
          </p:cNvPr>
          <p:cNvSpPr txBox="1"/>
          <p:nvPr/>
        </p:nvSpPr>
        <p:spPr>
          <a:xfrm>
            <a:off x="1700645" y="1789982"/>
            <a:ext cx="9257688" cy="221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4267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Let's go for a short Demonstration of the NDUB Student-Management-System.</a:t>
            </a:r>
            <a:endParaRPr sz="4267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CCC84-4F50-42FC-4EBD-6CA0BBE52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2875"/>
            <a:ext cx="373099" cy="371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A1994-5A1F-9596-4416-3A5C9027C4AE}"/>
              </a:ext>
            </a:extLst>
          </p:cNvPr>
          <p:cNvSpPr txBox="1"/>
          <p:nvPr/>
        </p:nvSpPr>
        <p:spPr>
          <a:xfrm>
            <a:off x="11887200" y="648233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7A33D-FA0A-713A-0E56-164315B0971C}"/>
              </a:ext>
            </a:extLst>
          </p:cNvPr>
          <p:cNvSpPr/>
          <p:nvPr/>
        </p:nvSpPr>
        <p:spPr>
          <a:xfrm>
            <a:off x="251209" y="190919"/>
            <a:ext cx="11625943" cy="6301956"/>
          </a:xfrm>
          <a:prstGeom prst="rect">
            <a:avLst/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279314-623F-4DF4-1438-C6B5084585CF}"/>
              </a:ext>
            </a:extLst>
          </p:cNvPr>
          <p:cNvSpPr txBox="1"/>
          <p:nvPr/>
        </p:nvSpPr>
        <p:spPr>
          <a:xfrm>
            <a:off x="5115086" y="5064834"/>
            <a:ext cx="242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Project showcasing Site 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640</TotalTime>
  <Words>293</Words>
  <Application>Microsoft Office PowerPoint</Application>
  <PresentationFormat>Widescreen</PresentationFormat>
  <Paragraphs>103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Times New Roman</vt:lpstr>
      <vt:lpstr>Office Theme</vt:lpstr>
      <vt:lpstr>Project Name: Student Management System</vt:lpstr>
      <vt:lpstr>Objectives </vt:lpstr>
      <vt:lpstr>ER Diagram </vt:lpstr>
      <vt:lpstr>Scripts</vt:lpstr>
      <vt:lpstr>Features</vt:lpstr>
      <vt:lpstr>Advantages</vt:lpstr>
      <vt:lpstr> Limitations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Evangelist Richard</dc:creator>
  <cp:lastModifiedBy>Istiaq Alam</cp:lastModifiedBy>
  <cp:revision>13</cp:revision>
  <dcterms:created xsi:type="dcterms:W3CDTF">2024-05-10T05:42:35Z</dcterms:created>
  <dcterms:modified xsi:type="dcterms:W3CDTF">2024-05-22T08:31:00Z</dcterms:modified>
</cp:coreProperties>
</file>